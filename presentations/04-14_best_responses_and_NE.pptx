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399" r:id="rId3"/>
    <p:sldId id="258" r:id="rId4"/>
    <p:sldId id="268" r:id="rId5"/>
    <p:sldId id="269" r:id="rId6"/>
    <p:sldId id="271" r:id="rId7"/>
    <p:sldId id="273" r:id="rId8"/>
    <p:sldId id="274" r:id="rId9"/>
    <p:sldId id="275" r:id="rId10"/>
    <p:sldId id="276" r:id="rId11"/>
    <p:sldId id="277" r:id="rId12"/>
    <p:sldId id="278" r:id="rId13"/>
    <p:sldId id="279" r:id="rId14"/>
    <p:sldId id="280" r:id="rId15"/>
    <p:sldId id="283" r:id="rId16"/>
    <p:sldId id="400" r:id="rId17"/>
    <p:sldId id="284" r:id="rId18"/>
    <p:sldId id="285" r:id="rId19"/>
    <p:sldId id="286" r:id="rId20"/>
    <p:sldId id="287" r:id="rId21"/>
    <p:sldId id="288" r:id="rId22"/>
    <p:sldId id="289" r:id="rId23"/>
    <p:sldId id="290" r:id="rId24"/>
    <p:sldId id="291" r:id="rId25"/>
    <p:sldId id="292" r:id="rId26"/>
    <p:sldId id="293" r:id="rId27"/>
    <p:sldId id="294" r:id="rId28"/>
    <p:sldId id="295" r:id="rId29"/>
    <p:sldId id="296" r:id="rId30"/>
    <p:sldId id="259" r:id="rId31"/>
    <p:sldId id="303" r:id="rId32"/>
    <p:sldId id="304" r:id="rId33"/>
    <p:sldId id="306" r:id="rId34"/>
    <p:sldId id="307" r:id="rId35"/>
    <p:sldId id="308" r:id="rId36"/>
    <p:sldId id="310" r:id="rId37"/>
    <p:sldId id="311" r:id="rId38"/>
    <p:sldId id="312" r:id="rId39"/>
    <p:sldId id="313" r:id="rId40"/>
    <p:sldId id="314" r:id="rId41"/>
    <p:sldId id="315" r:id="rId42"/>
    <p:sldId id="316" r:id="rId43"/>
    <p:sldId id="317" r:id="rId44"/>
    <p:sldId id="321" r:id="rId45"/>
    <p:sldId id="401" r:id="rId46"/>
    <p:sldId id="342" r:id="rId47"/>
    <p:sldId id="343" r:id="rId48"/>
    <p:sldId id="341" r:id="rId49"/>
    <p:sldId id="335" r:id="rId50"/>
    <p:sldId id="336" r:id="rId51"/>
    <p:sldId id="338" r:id="rId52"/>
    <p:sldId id="339" r:id="rId53"/>
    <p:sldId id="340" r:id="rId54"/>
    <p:sldId id="344" r:id="rId55"/>
    <p:sldId id="345" r:id="rId56"/>
    <p:sldId id="346" r:id="rId57"/>
    <p:sldId id="347" r:id="rId58"/>
    <p:sldId id="348" r:id="rId59"/>
    <p:sldId id="349" r:id="rId60"/>
    <p:sldId id="352" r:id="rId61"/>
    <p:sldId id="350" r:id="rId62"/>
    <p:sldId id="351" r:id="rId63"/>
    <p:sldId id="354" r:id="rId64"/>
    <p:sldId id="355" r:id="rId65"/>
    <p:sldId id="356" r:id="rId66"/>
    <p:sldId id="357" r:id="rId67"/>
    <p:sldId id="358" r:id="rId68"/>
    <p:sldId id="402" r:id="rId69"/>
    <p:sldId id="403" r:id="rId70"/>
    <p:sldId id="404" r:id="rId71"/>
    <p:sldId id="405" r:id="rId72"/>
    <p:sldId id="406" r:id="rId73"/>
    <p:sldId id="407" r:id="rId74"/>
    <p:sldId id="408" r:id="rId75"/>
    <p:sldId id="409" r:id="rId76"/>
    <p:sldId id="410" r:id="rId77"/>
    <p:sldId id="411" r:id="rId78"/>
    <p:sldId id="412" r:id="rId79"/>
    <p:sldId id="413" r:id="rId80"/>
    <p:sldId id="414" r:id="rId81"/>
    <p:sldId id="415" r:id="rId82"/>
    <p:sldId id="416" r:id="rId83"/>
    <p:sldId id="417" r:id="rId84"/>
    <p:sldId id="418" r:id="rId85"/>
    <p:sldId id="419" r:id="rId86"/>
    <p:sldId id="420" r:id="rId87"/>
    <p:sldId id="421" r:id="rId88"/>
    <p:sldId id="422" r:id="rId89"/>
    <p:sldId id="423" r:id="rId90"/>
    <p:sldId id="424" r:id="rId91"/>
    <p:sldId id="425" r:id="rId92"/>
    <p:sldId id="426" r:id="rId93"/>
    <p:sldId id="427" r:id="rId94"/>
    <p:sldId id="428" r:id="rId9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1348F1-845A-4D7A-824D-A680612EFD6E}" v="47" dt="2025-04-08T21:04:14.1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1" d="100"/>
          <a:sy n="101" d="100"/>
        </p:scale>
        <p:origin x="132"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10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rdan, Stuart" userId="1bf9a496-f356-4f9c-b15f-a24cde0408c2" providerId="ADAL" clId="{489A456D-C533-464E-AFAD-60AC2CA9F599}"/>
    <pc:docChg chg="undo custSel addSld delSld modSld sldOrd">
      <pc:chgData name="Jordan, Stuart" userId="1bf9a496-f356-4f9c-b15f-a24cde0408c2" providerId="ADAL" clId="{489A456D-C533-464E-AFAD-60AC2CA9F599}" dt="2023-11-28T20:34:11.799" v="10394" actId="47"/>
      <pc:docMkLst>
        <pc:docMk/>
      </pc:docMkLst>
      <pc:sldChg chg="addSp modSp mod">
        <pc:chgData name="Jordan, Stuart" userId="1bf9a496-f356-4f9c-b15f-a24cde0408c2" providerId="ADAL" clId="{489A456D-C533-464E-AFAD-60AC2CA9F599}" dt="2023-11-28T14:58:58.595" v="433" actId="207"/>
        <pc:sldMkLst>
          <pc:docMk/>
          <pc:sldMk cId="1257350819" sldId="256"/>
        </pc:sldMkLst>
      </pc:sldChg>
      <pc:sldChg chg="addSp modSp new del mod">
        <pc:chgData name="Jordan, Stuart" userId="1bf9a496-f356-4f9c-b15f-a24cde0408c2" providerId="ADAL" clId="{489A456D-C533-464E-AFAD-60AC2CA9F599}" dt="2023-11-28T15:00:05.017" v="510" actId="47"/>
        <pc:sldMkLst>
          <pc:docMk/>
          <pc:sldMk cId="2217184562" sldId="257"/>
        </pc:sldMkLst>
      </pc:sldChg>
      <pc:sldChg chg="addSp modSp add del mod">
        <pc:chgData name="Jordan, Stuart" userId="1bf9a496-f356-4f9c-b15f-a24cde0408c2" providerId="ADAL" clId="{489A456D-C533-464E-AFAD-60AC2CA9F599}" dt="2023-11-28T15:06:49.884" v="1604" actId="14100"/>
        <pc:sldMkLst>
          <pc:docMk/>
          <pc:sldMk cId="2430311975" sldId="258"/>
        </pc:sldMkLst>
      </pc:sldChg>
      <pc:sldChg chg="addSp modSp new mod">
        <pc:chgData name="Jordan, Stuart" userId="1bf9a496-f356-4f9c-b15f-a24cde0408c2" providerId="ADAL" clId="{489A456D-C533-464E-AFAD-60AC2CA9F599}" dt="2023-11-28T15:58:20.205" v="4591" actId="1076"/>
        <pc:sldMkLst>
          <pc:docMk/>
          <pc:sldMk cId="1994487220" sldId="259"/>
        </pc:sldMkLst>
      </pc:sldChg>
      <pc:sldChg chg="addSp modSp add del mod">
        <pc:chgData name="Jordan, Stuart" userId="1bf9a496-f356-4f9c-b15f-a24cde0408c2" providerId="ADAL" clId="{489A456D-C533-464E-AFAD-60AC2CA9F599}" dt="2023-11-28T15:03:30.154" v="1115" actId="47"/>
        <pc:sldMkLst>
          <pc:docMk/>
          <pc:sldMk cId="3839667375" sldId="260"/>
        </pc:sldMkLst>
      </pc:sldChg>
      <pc:sldChg chg="modSp add del mod">
        <pc:chgData name="Jordan, Stuart" userId="1bf9a496-f356-4f9c-b15f-a24cde0408c2" providerId="ADAL" clId="{489A456D-C533-464E-AFAD-60AC2CA9F599}" dt="2023-11-28T15:03:31.591" v="1116" actId="47"/>
        <pc:sldMkLst>
          <pc:docMk/>
          <pc:sldMk cId="2186956710" sldId="261"/>
        </pc:sldMkLst>
      </pc:sldChg>
      <pc:sldChg chg="modSp add del mod">
        <pc:chgData name="Jordan, Stuart" userId="1bf9a496-f356-4f9c-b15f-a24cde0408c2" providerId="ADAL" clId="{489A456D-C533-464E-AFAD-60AC2CA9F599}" dt="2023-11-28T15:03:39.714" v="1117" actId="47"/>
        <pc:sldMkLst>
          <pc:docMk/>
          <pc:sldMk cId="3106693373" sldId="262"/>
        </pc:sldMkLst>
      </pc:sldChg>
      <pc:sldChg chg="modSp add del mod">
        <pc:chgData name="Jordan, Stuart" userId="1bf9a496-f356-4f9c-b15f-a24cde0408c2" providerId="ADAL" clId="{489A456D-C533-464E-AFAD-60AC2CA9F599}" dt="2023-11-28T15:09:39.983" v="2334" actId="47"/>
        <pc:sldMkLst>
          <pc:docMk/>
          <pc:sldMk cId="532763600" sldId="263"/>
        </pc:sldMkLst>
      </pc:sldChg>
      <pc:sldChg chg="add del">
        <pc:chgData name="Jordan, Stuart" userId="1bf9a496-f356-4f9c-b15f-a24cde0408c2" providerId="ADAL" clId="{489A456D-C533-464E-AFAD-60AC2CA9F599}" dt="2023-11-28T15:09:41.123" v="2335" actId="47"/>
        <pc:sldMkLst>
          <pc:docMk/>
          <pc:sldMk cId="1058629843" sldId="264"/>
        </pc:sldMkLst>
      </pc:sldChg>
      <pc:sldChg chg="add del">
        <pc:chgData name="Jordan, Stuart" userId="1bf9a496-f356-4f9c-b15f-a24cde0408c2" providerId="ADAL" clId="{489A456D-C533-464E-AFAD-60AC2CA9F599}" dt="2023-11-28T15:09:42.016" v="2336" actId="47"/>
        <pc:sldMkLst>
          <pc:docMk/>
          <pc:sldMk cId="3844959989" sldId="265"/>
        </pc:sldMkLst>
      </pc:sldChg>
      <pc:sldChg chg="add del">
        <pc:chgData name="Jordan, Stuart" userId="1bf9a496-f356-4f9c-b15f-a24cde0408c2" providerId="ADAL" clId="{489A456D-C533-464E-AFAD-60AC2CA9F599}" dt="2023-11-28T15:09:42.814" v="2337" actId="47"/>
        <pc:sldMkLst>
          <pc:docMk/>
          <pc:sldMk cId="4107975887" sldId="266"/>
        </pc:sldMkLst>
      </pc:sldChg>
      <pc:sldChg chg="add del">
        <pc:chgData name="Jordan, Stuart" userId="1bf9a496-f356-4f9c-b15f-a24cde0408c2" providerId="ADAL" clId="{489A456D-C533-464E-AFAD-60AC2CA9F599}" dt="2023-11-28T15:09:43.610" v="2338" actId="47"/>
        <pc:sldMkLst>
          <pc:docMk/>
          <pc:sldMk cId="1617999070" sldId="267"/>
        </pc:sldMkLst>
      </pc:sldChg>
      <pc:sldChg chg="modSp add mod">
        <pc:chgData name="Jordan, Stuart" userId="1bf9a496-f356-4f9c-b15f-a24cde0408c2" providerId="ADAL" clId="{489A456D-C533-464E-AFAD-60AC2CA9F599}" dt="2023-11-28T15:07:27.757" v="1767" actId="20577"/>
        <pc:sldMkLst>
          <pc:docMk/>
          <pc:sldMk cId="2526242407" sldId="268"/>
        </pc:sldMkLst>
      </pc:sldChg>
      <pc:sldChg chg="modSp add mod">
        <pc:chgData name="Jordan, Stuart" userId="1bf9a496-f356-4f9c-b15f-a24cde0408c2" providerId="ADAL" clId="{489A456D-C533-464E-AFAD-60AC2CA9F599}" dt="2023-11-28T15:13:16.698" v="2341" actId="20577"/>
        <pc:sldMkLst>
          <pc:docMk/>
          <pc:sldMk cId="3180080318" sldId="269"/>
        </pc:sldMkLst>
      </pc:sldChg>
      <pc:sldChg chg="modSp add del mod">
        <pc:chgData name="Jordan, Stuart" userId="1bf9a496-f356-4f9c-b15f-a24cde0408c2" providerId="ADAL" clId="{489A456D-C533-464E-AFAD-60AC2CA9F599}" dt="2023-11-28T20:24:20.970" v="10283" actId="47"/>
        <pc:sldMkLst>
          <pc:docMk/>
          <pc:sldMk cId="3031415198" sldId="270"/>
        </pc:sldMkLst>
      </pc:sldChg>
      <pc:sldChg chg="modSp add del mod">
        <pc:chgData name="Jordan, Stuart" userId="1bf9a496-f356-4f9c-b15f-a24cde0408c2" providerId="ADAL" clId="{489A456D-C533-464E-AFAD-60AC2CA9F599}" dt="2023-11-28T20:26:10.398" v="10299" actId="20577"/>
        <pc:sldMkLst>
          <pc:docMk/>
          <pc:sldMk cId="1514480738" sldId="271"/>
        </pc:sldMkLst>
      </pc:sldChg>
      <pc:sldChg chg="addSp modSp add del mod">
        <pc:chgData name="Jordan, Stuart" userId="1bf9a496-f356-4f9c-b15f-a24cde0408c2" providerId="ADAL" clId="{489A456D-C533-464E-AFAD-60AC2CA9F599}" dt="2023-11-28T15:19:33.389" v="2616" actId="47"/>
        <pc:sldMkLst>
          <pc:docMk/>
          <pc:sldMk cId="998194590" sldId="272"/>
        </pc:sldMkLst>
      </pc:sldChg>
      <pc:sldChg chg="addSp delSp modSp add mod">
        <pc:chgData name="Jordan, Stuart" userId="1bf9a496-f356-4f9c-b15f-a24cde0408c2" providerId="ADAL" clId="{489A456D-C533-464E-AFAD-60AC2CA9F599}" dt="2023-11-28T20:26:27.909" v="10307" actId="20577"/>
        <pc:sldMkLst>
          <pc:docMk/>
          <pc:sldMk cId="3368734876" sldId="273"/>
        </pc:sldMkLst>
      </pc:sldChg>
      <pc:sldChg chg="delSp modSp add mod">
        <pc:chgData name="Jordan, Stuart" userId="1bf9a496-f356-4f9c-b15f-a24cde0408c2" providerId="ADAL" clId="{489A456D-C533-464E-AFAD-60AC2CA9F599}" dt="2023-11-28T20:28:14.035" v="10332" actId="6549"/>
        <pc:sldMkLst>
          <pc:docMk/>
          <pc:sldMk cId="3937666284" sldId="274"/>
        </pc:sldMkLst>
      </pc:sldChg>
      <pc:sldChg chg="addSp modSp add mod">
        <pc:chgData name="Jordan, Stuart" userId="1bf9a496-f356-4f9c-b15f-a24cde0408c2" providerId="ADAL" clId="{489A456D-C533-464E-AFAD-60AC2CA9F599}" dt="2023-11-28T20:28:18.027" v="10333" actId="20577"/>
        <pc:sldMkLst>
          <pc:docMk/>
          <pc:sldMk cId="41310930" sldId="275"/>
        </pc:sldMkLst>
      </pc:sldChg>
      <pc:sldChg chg="addSp modSp add mod">
        <pc:chgData name="Jordan, Stuart" userId="1bf9a496-f356-4f9c-b15f-a24cde0408c2" providerId="ADAL" clId="{489A456D-C533-464E-AFAD-60AC2CA9F599}" dt="2023-11-28T20:28:21.551" v="10334" actId="20577"/>
        <pc:sldMkLst>
          <pc:docMk/>
          <pc:sldMk cId="1594104666" sldId="276"/>
        </pc:sldMkLst>
      </pc:sldChg>
      <pc:sldChg chg="addSp modSp add mod">
        <pc:chgData name="Jordan, Stuart" userId="1bf9a496-f356-4f9c-b15f-a24cde0408c2" providerId="ADAL" clId="{489A456D-C533-464E-AFAD-60AC2CA9F599}" dt="2023-11-28T20:28:45.750" v="10337" actId="20577"/>
        <pc:sldMkLst>
          <pc:docMk/>
          <pc:sldMk cId="414719716" sldId="277"/>
        </pc:sldMkLst>
      </pc:sldChg>
      <pc:sldChg chg="addSp delSp modSp add mod">
        <pc:chgData name="Jordan, Stuart" userId="1bf9a496-f356-4f9c-b15f-a24cde0408c2" providerId="ADAL" clId="{489A456D-C533-464E-AFAD-60AC2CA9F599}" dt="2023-11-28T20:28:54.929" v="10339"/>
        <pc:sldMkLst>
          <pc:docMk/>
          <pc:sldMk cId="194674907" sldId="278"/>
        </pc:sldMkLst>
      </pc:sldChg>
      <pc:sldChg chg="add del">
        <pc:chgData name="Jordan, Stuart" userId="1bf9a496-f356-4f9c-b15f-a24cde0408c2" providerId="ADAL" clId="{489A456D-C533-464E-AFAD-60AC2CA9F599}" dt="2023-11-28T15:23:10.218" v="2715" actId="2890"/>
        <pc:sldMkLst>
          <pc:docMk/>
          <pc:sldMk cId="1925134273" sldId="278"/>
        </pc:sldMkLst>
      </pc:sldChg>
      <pc:sldChg chg="addSp delSp modSp add mod">
        <pc:chgData name="Jordan, Stuart" userId="1bf9a496-f356-4f9c-b15f-a24cde0408c2" providerId="ADAL" clId="{489A456D-C533-464E-AFAD-60AC2CA9F599}" dt="2023-11-28T20:30:52.895" v="10372" actId="20577"/>
        <pc:sldMkLst>
          <pc:docMk/>
          <pc:sldMk cId="2437660337" sldId="279"/>
        </pc:sldMkLst>
      </pc:sldChg>
      <pc:sldChg chg="delSp modSp add mod">
        <pc:chgData name="Jordan, Stuart" userId="1bf9a496-f356-4f9c-b15f-a24cde0408c2" providerId="ADAL" clId="{489A456D-C533-464E-AFAD-60AC2CA9F599}" dt="2023-11-28T20:25:49.736" v="10298" actId="20577"/>
        <pc:sldMkLst>
          <pc:docMk/>
          <pc:sldMk cId="1016327901" sldId="280"/>
        </pc:sldMkLst>
      </pc:sldChg>
      <pc:sldChg chg="add del">
        <pc:chgData name="Jordan, Stuart" userId="1bf9a496-f356-4f9c-b15f-a24cde0408c2" providerId="ADAL" clId="{489A456D-C533-464E-AFAD-60AC2CA9F599}" dt="2023-11-28T15:57:04.516" v="4514" actId="47"/>
        <pc:sldMkLst>
          <pc:docMk/>
          <pc:sldMk cId="1157842586" sldId="281"/>
        </pc:sldMkLst>
      </pc:sldChg>
      <pc:sldChg chg="addSp modSp add mod">
        <pc:chgData name="Jordan, Stuart" userId="1bf9a496-f356-4f9c-b15f-a24cde0408c2" providerId="ADAL" clId="{489A456D-C533-464E-AFAD-60AC2CA9F599}" dt="2023-11-28T20:30:59.976" v="10373" actId="20577"/>
        <pc:sldMkLst>
          <pc:docMk/>
          <pc:sldMk cId="2367824709" sldId="282"/>
        </pc:sldMkLst>
      </pc:sldChg>
      <pc:sldChg chg="addSp delSp modSp add mod">
        <pc:chgData name="Jordan, Stuart" userId="1bf9a496-f356-4f9c-b15f-a24cde0408c2" providerId="ADAL" clId="{489A456D-C533-464E-AFAD-60AC2CA9F599}" dt="2023-11-28T20:31:05.986" v="10374" actId="20577"/>
        <pc:sldMkLst>
          <pc:docMk/>
          <pc:sldMk cId="2126340899" sldId="283"/>
        </pc:sldMkLst>
      </pc:sldChg>
      <pc:sldChg chg="addSp delSp modSp add mod">
        <pc:chgData name="Jordan, Stuart" userId="1bf9a496-f356-4f9c-b15f-a24cde0408c2" providerId="ADAL" clId="{489A456D-C533-464E-AFAD-60AC2CA9F599}" dt="2023-11-28T20:31:11.693" v="10375" actId="20577"/>
        <pc:sldMkLst>
          <pc:docMk/>
          <pc:sldMk cId="2157740526" sldId="284"/>
        </pc:sldMkLst>
      </pc:sldChg>
      <pc:sldChg chg="addSp delSp modSp add mod">
        <pc:chgData name="Jordan, Stuart" userId="1bf9a496-f356-4f9c-b15f-a24cde0408c2" providerId="ADAL" clId="{489A456D-C533-464E-AFAD-60AC2CA9F599}" dt="2023-11-28T20:31:14.576" v="10376" actId="20577"/>
        <pc:sldMkLst>
          <pc:docMk/>
          <pc:sldMk cId="2640026467" sldId="285"/>
        </pc:sldMkLst>
      </pc:sldChg>
      <pc:sldChg chg="addSp delSp modSp add mod">
        <pc:chgData name="Jordan, Stuart" userId="1bf9a496-f356-4f9c-b15f-a24cde0408c2" providerId="ADAL" clId="{489A456D-C533-464E-AFAD-60AC2CA9F599}" dt="2023-11-28T20:31:17.711" v="10377" actId="20577"/>
        <pc:sldMkLst>
          <pc:docMk/>
          <pc:sldMk cId="2729617422" sldId="286"/>
        </pc:sldMkLst>
      </pc:sldChg>
      <pc:sldChg chg="addSp delSp modSp add mod">
        <pc:chgData name="Jordan, Stuart" userId="1bf9a496-f356-4f9c-b15f-a24cde0408c2" providerId="ADAL" clId="{489A456D-C533-464E-AFAD-60AC2CA9F599}" dt="2023-11-28T20:31:20.807" v="10378" actId="20577"/>
        <pc:sldMkLst>
          <pc:docMk/>
          <pc:sldMk cId="2391993606" sldId="287"/>
        </pc:sldMkLst>
      </pc:sldChg>
      <pc:sldChg chg="addSp delSp modSp add mod">
        <pc:chgData name="Jordan, Stuart" userId="1bf9a496-f356-4f9c-b15f-a24cde0408c2" providerId="ADAL" clId="{489A456D-C533-464E-AFAD-60AC2CA9F599}" dt="2023-11-28T20:31:23.902" v="10379" actId="20577"/>
        <pc:sldMkLst>
          <pc:docMk/>
          <pc:sldMk cId="2592511305" sldId="288"/>
        </pc:sldMkLst>
      </pc:sldChg>
      <pc:sldChg chg="addSp delSp modSp add mod">
        <pc:chgData name="Jordan, Stuart" userId="1bf9a496-f356-4f9c-b15f-a24cde0408c2" providerId="ADAL" clId="{489A456D-C533-464E-AFAD-60AC2CA9F599}" dt="2023-11-28T20:31:29.658" v="10380" actId="20577"/>
        <pc:sldMkLst>
          <pc:docMk/>
          <pc:sldMk cId="2257697459" sldId="289"/>
        </pc:sldMkLst>
      </pc:sldChg>
      <pc:sldChg chg="addSp delSp modSp add mod">
        <pc:chgData name="Jordan, Stuart" userId="1bf9a496-f356-4f9c-b15f-a24cde0408c2" providerId="ADAL" clId="{489A456D-C533-464E-AFAD-60AC2CA9F599}" dt="2023-11-28T20:31:48.638" v="10384" actId="20577"/>
        <pc:sldMkLst>
          <pc:docMk/>
          <pc:sldMk cId="2329750058" sldId="290"/>
        </pc:sldMkLst>
      </pc:sldChg>
      <pc:sldChg chg="addSp delSp modSp add mod">
        <pc:chgData name="Jordan, Stuart" userId="1bf9a496-f356-4f9c-b15f-a24cde0408c2" providerId="ADAL" clId="{489A456D-C533-464E-AFAD-60AC2CA9F599}" dt="2023-11-28T20:31:40.729" v="10383" actId="20577"/>
        <pc:sldMkLst>
          <pc:docMk/>
          <pc:sldMk cId="3695753458" sldId="291"/>
        </pc:sldMkLst>
      </pc:sldChg>
      <pc:sldChg chg="addSp delSp modSp add mod">
        <pc:chgData name="Jordan, Stuart" userId="1bf9a496-f356-4f9c-b15f-a24cde0408c2" providerId="ADAL" clId="{489A456D-C533-464E-AFAD-60AC2CA9F599}" dt="2023-11-28T20:31:56.979" v="10385" actId="20577"/>
        <pc:sldMkLst>
          <pc:docMk/>
          <pc:sldMk cId="762197667" sldId="292"/>
        </pc:sldMkLst>
      </pc:sldChg>
      <pc:sldChg chg="addSp delSp modSp add mod">
        <pc:chgData name="Jordan, Stuart" userId="1bf9a496-f356-4f9c-b15f-a24cde0408c2" providerId="ADAL" clId="{489A456D-C533-464E-AFAD-60AC2CA9F599}" dt="2023-11-28T20:32:00.539" v="10386" actId="20577"/>
        <pc:sldMkLst>
          <pc:docMk/>
          <pc:sldMk cId="565324429" sldId="293"/>
        </pc:sldMkLst>
      </pc:sldChg>
      <pc:sldChg chg="addSp delSp modSp add mod">
        <pc:chgData name="Jordan, Stuart" userId="1bf9a496-f356-4f9c-b15f-a24cde0408c2" providerId="ADAL" clId="{489A456D-C533-464E-AFAD-60AC2CA9F599}" dt="2023-11-28T20:32:04.980" v="10387" actId="20577"/>
        <pc:sldMkLst>
          <pc:docMk/>
          <pc:sldMk cId="2168645481" sldId="294"/>
        </pc:sldMkLst>
      </pc:sldChg>
      <pc:sldChg chg="modSp add mod">
        <pc:chgData name="Jordan, Stuart" userId="1bf9a496-f356-4f9c-b15f-a24cde0408c2" providerId="ADAL" clId="{489A456D-C533-464E-AFAD-60AC2CA9F599}" dt="2023-11-28T20:32:08.906" v="10388" actId="20577"/>
        <pc:sldMkLst>
          <pc:docMk/>
          <pc:sldMk cId="1089071535" sldId="295"/>
        </pc:sldMkLst>
      </pc:sldChg>
      <pc:sldChg chg="addSp delSp modSp add mod">
        <pc:chgData name="Jordan, Stuart" userId="1bf9a496-f356-4f9c-b15f-a24cde0408c2" providerId="ADAL" clId="{489A456D-C533-464E-AFAD-60AC2CA9F599}" dt="2023-11-28T20:32:13.390" v="10389" actId="20577"/>
        <pc:sldMkLst>
          <pc:docMk/>
          <pc:sldMk cId="406299444" sldId="296"/>
        </pc:sldMkLst>
      </pc:sldChg>
      <pc:sldChg chg="addSp delSp modSp add mod">
        <pc:chgData name="Jordan, Stuart" userId="1bf9a496-f356-4f9c-b15f-a24cde0408c2" providerId="ADAL" clId="{489A456D-C533-464E-AFAD-60AC2CA9F599}" dt="2023-11-28T15:48:15.442" v="3890" actId="20577"/>
        <pc:sldMkLst>
          <pc:docMk/>
          <pc:sldMk cId="3226312047" sldId="297"/>
        </pc:sldMkLst>
      </pc:sldChg>
      <pc:sldChg chg="addSp modSp add mod">
        <pc:chgData name="Jordan, Stuart" userId="1bf9a496-f356-4f9c-b15f-a24cde0408c2" providerId="ADAL" clId="{489A456D-C533-464E-AFAD-60AC2CA9F599}" dt="2023-11-28T15:50:58.136" v="4152" actId="207"/>
        <pc:sldMkLst>
          <pc:docMk/>
          <pc:sldMk cId="3972713408" sldId="298"/>
        </pc:sldMkLst>
      </pc:sldChg>
      <pc:sldChg chg="addSp modSp add mod ord">
        <pc:chgData name="Jordan, Stuart" userId="1bf9a496-f356-4f9c-b15f-a24cde0408c2" providerId="ADAL" clId="{489A456D-C533-464E-AFAD-60AC2CA9F599}" dt="2023-11-28T15:53:47.168" v="4511" actId="255"/>
        <pc:sldMkLst>
          <pc:docMk/>
          <pc:sldMk cId="303756410" sldId="299"/>
        </pc:sldMkLst>
      </pc:sldChg>
      <pc:sldChg chg="modSp add mod">
        <pc:chgData name="Jordan, Stuart" userId="1bf9a496-f356-4f9c-b15f-a24cde0408c2" providerId="ADAL" clId="{489A456D-C533-464E-AFAD-60AC2CA9F599}" dt="2023-11-28T15:53:58.298" v="4513" actId="255"/>
        <pc:sldMkLst>
          <pc:docMk/>
          <pc:sldMk cId="942524943" sldId="300"/>
        </pc:sldMkLst>
      </pc:sldChg>
      <pc:sldChg chg="modSp add mod ord">
        <pc:chgData name="Jordan, Stuart" userId="1bf9a496-f356-4f9c-b15f-a24cde0408c2" providerId="ADAL" clId="{489A456D-C533-464E-AFAD-60AC2CA9F599}" dt="2023-11-28T15:53:52.815" v="4512" actId="255"/>
        <pc:sldMkLst>
          <pc:docMk/>
          <pc:sldMk cId="358721068" sldId="301"/>
        </pc:sldMkLst>
      </pc:sldChg>
      <pc:sldChg chg="addSp delSp modSp add del mod">
        <pc:chgData name="Jordan, Stuart" userId="1bf9a496-f356-4f9c-b15f-a24cde0408c2" providerId="ADAL" clId="{489A456D-C533-464E-AFAD-60AC2CA9F599}" dt="2023-11-28T16:01:55.170" v="4998" actId="47"/>
        <pc:sldMkLst>
          <pc:docMk/>
          <pc:sldMk cId="3777147931" sldId="302"/>
        </pc:sldMkLst>
      </pc:sldChg>
      <pc:sldChg chg="addSp delSp modSp add mod">
        <pc:chgData name="Jordan, Stuart" userId="1bf9a496-f356-4f9c-b15f-a24cde0408c2" providerId="ADAL" clId="{489A456D-C533-464E-AFAD-60AC2CA9F599}" dt="2023-11-28T16:02:07.802" v="5002" actId="478"/>
        <pc:sldMkLst>
          <pc:docMk/>
          <pc:sldMk cId="4081510470" sldId="303"/>
        </pc:sldMkLst>
      </pc:sldChg>
      <pc:sldChg chg="delSp modSp add mod">
        <pc:chgData name="Jordan, Stuart" userId="1bf9a496-f356-4f9c-b15f-a24cde0408c2" providerId="ADAL" clId="{489A456D-C533-464E-AFAD-60AC2CA9F599}" dt="2023-11-28T20:33:00.579" v="10393" actId="20577"/>
        <pc:sldMkLst>
          <pc:docMk/>
          <pc:sldMk cId="4288774541" sldId="304"/>
        </pc:sldMkLst>
      </pc:sldChg>
      <pc:sldChg chg="add del">
        <pc:chgData name="Jordan, Stuart" userId="1bf9a496-f356-4f9c-b15f-a24cde0408c2" providerId="ADAL" clId="{489A456D-C533-464E-AFAD-60AC2CA9F599}" dt="2023-11-28T16:04:03.358" v="5068" actId="47"/>
        <pc:sldMkLst>
          <pc:docMk/>
          <pc:sldMk cId="3882716953" sldId="305"/>
        </pc:sldMkLst>
      </pc:sldChg>
      <pc:sldChg chg="addSp modSp add mod">
        <pc:chgData name="Jordan, Stuart" userId="1bf9a496-f356-4f9c-b15f-a24cde0408c2" providerId="ADAL" clId="{489A456D-C533-464E-AFAD-60AC2CA9F599}" dt="2023-11-28T20:32:53.669" v="10391" actId="20577"/>
        <pc:sldMkLst>
          <pc:docMk/>
          <pc:sldMk cId="4178950303" sldId="306"/>
        </pc:sldMkLst>
      </pc:sldChg>
      <pc:sldChg chg="modSp add del mod">
        <pc:chgData name="Jordan, Stuart" userId="1bf9a496-f356-4f9c-b15f-a24cde0408c2" providerId="ADAL" clId="{489A456D-C533-464E-AFAD-60AC2CA9F599}" dt="2023-11-28T16:04:05.814" v="5070" actId="47"/>
        <pc:sldMkLst>
          <pc:docMk/>
          <pc:sldMk cId="1634118307" sldId="307"/>
        </pc:sldMkLst>
      </pc:sldChg>
      <pc:sldChg chg="addSp modSp new mod">
        <pc:chgData name="Jordan, Stuart" userId="1bf9a496-f356-4f9c-b15f-a24cde0408c2" providerId="ADAL" clId="{489A456D-C533-464E-AFAD-60AC2CA9F599}" dt="2023-11-28T16:04:20.157" v="5087" actId="14100"/>
        <pc:sldMkLst>
          <pc:docMk/>
          <pc:sldMk cId="320433347" sldId="308"/>
        </pc:sldMkLst>
      </pc:sldChg>
      <pc:sldChg chg="addSp modSp new del mod setBg">
        <pc:chgData name="Jordan, Stuart" userId="1bf9a496-f356-4f9c-b15f-a24cde0408c2" providerId="ADAL" clId="{489A456D-C533-464E-AFAD-60AC2CA9F599}" dt="2023-11-28T16:27:55.196" v="7432" actId="47"/>
        <pc:sldMkLst>
          <pc:docMk/>
          <pc:sldMk cId="2853229219" sldId="309"/>
        </pc:sldMkLst>
      </pc:sldChg>
      <pc:sldChg chg="addSp modSp add mod">
        <pc:chgData name="Jordan, Stuart" userId="1bf9a496-f356-4f9c-b15f-a24cde0408c2" providerId="ADAL" clId="{489A456D-C533-464E-AFAD-60AC2CA9F599}" dt="2023-11-28T16:06:23.117" v="5352" actId="20577"/>
        <pc:sldMkLst>
          <pc:docMk/>
          <pc:sldMk cId="2683556390" sldId="310"/>
        </pc:sldMkLst>
      </pc:sldChg>
      <pc:sldChg chg="modSp add mod">
        <pc:chgData name="Jordan, Stuart" userId="1bf9a496-f356-4f9c-b15f-a24cde0408c2" providerId="ADAL" clId="{489A456D-C533-464E-AFAD-60AC2CA9F599}" dt="2023-11-28T16:08:39.455" v="5713" actId="20577"/>
        <pc:sldMkLst>
          <pc:docMk/>
          <pc:sldMk cId="1641771602" sldId="311"/>
        </pc:sldMkLst>
      </pc:sldChg>
      <pc:sldChg chg="modSp add mod">
        <pc:chgData name="Jordan, Stuart" userId="1bf9a496-f356-4f9c-b15f-a24cde0408c2" providerId="ADAL" clId="{489A456D-C533-464E-AFAD-60AC2CA9F599}" dt="2023-11-28T16:09:16.984" v="5902" actId="20577"/>
        <pc:sldMkLst>
          <pc:docMk/>
          <pc:sldMk cId="1007515174" sldId="312"/>
        </pc:sldMkLst>
      </pc:sldChg>
      <pc:sldChg chg="modSp add mod">
        <pc:chgData name="Jordan, Stuart" userId="1bf9a496-f356-4f9c-b15f-a24cde0408c2" providerId="ADAL" clId="{489A456D-C533-464E-AFAD-60AC2CA9F599}" dt="2023-11-28T16:12:13.851" v="6403" actId="20577"/>
        <pc:sldMkLst>
          <pc:docMk/>
          <pc:sldMk cId="1557311532" sldId="313"/>
        </pc:sldMkLst>
      </pc:sldChg>
      <pc:sldChg chg="modSp add mod">
        <pc:chgData name="Jordan, Stuart" userId="1bf9a496-f356-4f9c-b15f-a24cde0408c2" providerId="ADAL" clId="{489A456D-C533-464E-AFAD-60AC2CA9F599}" dt="2023-11-28T16:12:40.607" v="6532" actId="20577"/>
        <pc:sldMkLst>
          <pc:docMk/>
          <pc:sldMk cId="2498548512" sldId="314"/>
        </pc:sldMkLst>
      </pc:sldChg>
      <pc:sldChg chg="addSp delSp modSp add mod">
        <pc:chgData name="Jordan, Stuart" userId="1bf9a496-f356-4f9c-b15f-a24cde0408c2" providerId="ADAL" clId="{489A456D-C533-464E-AFAD-60AC2CA9F599}" dt="2023-11-28T16:16:06.566" v="6839" actId="207"/>
        <pc:sldMkLst>
          <pc:docMk/>
          <pc:sldMk cId="2321130559" sldId="315"/>
        </pc:sldMkLst>
      </pc:sldChg>
      <pc:sldChg chg="addSp delSp modSp add mod">
        <pc:chgData name="Jordan, Stuart" userId="1bf9a496-f356-4f9c-b15f-a24cde0408c2" providerId="ADAL" clId="{489A456D-C533-464E-AFAD-60AC2CA9F599}" dt="2023-11-28T16:19:36.464" v="6934" actId="20577"/>
        <pc:sldMkLst>
          <pc:docMk/>
          <pc:sldMk cId="3630302607" sldId="316"/>
        </pc:sldMkLst>
      </pc:sldChg>
      <pc:sldChg chg="delSp modSp add mod">
        <pc:chgData name="Jordan, Stuart" userId="1bf9a496-f356-4f9c-b15f-a24cde0408c2" providerId="ADAL" clId="{489A456D-C533-464E-AFAD-60AC2CA9F599}" dt="2023-11-28T16:20:11.716" v="6937" actId="1076"/>
        <pc:sldMkLst>
          <pc:docMk/>
          <pc:sldMk cId="3957545825" sldId="317"/>
        </pc:sldMkLst>
      </pc:sldChg>
      <pc:sldChg chg="addSp modSp add mod">
        <pc:chgData name="Jordan, Stuart" userId="1bf9a496-f356-4f9c-b15f-a24cde0408c2" providerId="ADAL" clId="{489A456D-C533-464E-AFAD-60AC2CA9F599}" dt="2023-11-28T16:28:26.526" v="7435" actId="207"/>
        <pc:sldMkLst>
          <pc:docMk/>
          <pc:sldMk cId="2625217301" sldId="318"/>
        </pc:sldMkLst>
      </pc:sldChg>
      <pc:sldChg chg="addSp modSp add mod">
        <pc:chgData name="Jordan, Stuart" userId="1bf9a496-f356-4f9c-b15f-a24cde0408c2" providerId="ADAL" clId="{489A456D-C533-464E-AFAD-60AC2CA9F599}" dt="2023-11-28T16:30:11.701" v="7520" actId="113"/>
        <pc:sldMkLst>
          <pc:docMk/>
          <pc:sldMk cId="2278363598" sldId="319"/>
        </pc:sldMkLst>
      </pc:sldChg>
      <pc:sldChg chg="addSp modSp add mod">
        <pc:chgData name="Jordan, Stuart" userId="1bf9a496-f356-4f9c-b15f-a24cde0408c2" providerId="ADAL" clId="{489A456D-C533-464E-AFAD-60AC2CA9F599}" dt="2023-11-28T16:31:38.526" v="7725" actId="20577"/>
        <pc:sldMkLst>
          <pc:docMk/>
          <pc:sldMk cId="1726356691" sldId="320"/>
        </pc:sldMkLst>
      </pc:sldChg>
      <pc:sldChg chg="delSp modSp add mod">
        <pc:chgData name="Jordan, Stuart" userId="1bf9a496-f356-4f9c-b15f-a24cde0408c2" providerId="ADAL" clId="{489A456D-C533-464E-AFAD-60AC2CA9F599}" dt="2023-11-28T16:36:26.714" v="8198" actId="20577"/>
        <pc:sldMkLst>
          <pc:docMk/>
          <pc:sldMk cId="143370531" sldId="321"/>
        </pc:sldMkLst>
      </pc:sldChg>
      <pc:sldChg chg="addSp modSp add mod">
        <pc:chgData name="Jordan, Stuart" userId="1bf9a496-f356-4f9c-b15f-a24cde0408c2" providerId="ADAL" clId="{489A456D-C533-464E-AFAD-60AC2CA9F599}" dt="2023-11-28T16:37:12.212" v="8208" actId="14100"/>
        <pc:sldMkLst>
          <pc:docMk/>
          <pc:sldMk cId="2886390817" sldId="322"/>
        </pc:sldMkLst>
      </pc:sldChg>
      <pc:sldChg chg="add del">
        <pc:chgData name="Jordan, Stuart" userId="1bf9a496-f356-4f9c-b15f-a24cde0408c2" providerId="ADAL" clId="{489A456D-C533-464E-AFAD-60AC2CA9F599}" dt="2023-11-28T16:38:48.986" v="8231" actId="47"/>
        <pc:sldMkLst>
          <pc:docMk/>
          <pc:sldMk cId="3167987674" sldId="323"/>
        </pc:sldMkLst>
      </pc:sldChg>
      <pc:sldChg chg="add del">
        <pc:chgData name="Jordan, Stuart" userId="1bf9a496-f356-4f9c-b15f-a24cde0408c2" providerId="ADAL" clId="{489A456D-C533-464E-AFAD-60AC2CA9F599}" dt="2023-11-28T16:38:52.247" v="8232" actId="47"/>
        <pc:sldMkLst>
          <pc:docMk/>
          <pc:sldMk cId="2750507362" sldId="324"/>
        </pc:sldMkLst>
      </pc:sldChg>
      <pc:sldChg chg="addSp modSp add mod">
        <pc:chgData name="Jordan, Stuart" userId="1bf9a496-f356-4f9c-b15f-a24cde0408c2" providerId="ADAL" clId="{489A456D-C533-464E-AFAD-60AC2CA9F599}" dt="2023-11-28T16:37:51.692" v="8215" actId="208"/>
        <pc:sldMkLst>
          <pc:docMk/>
          <pc:sldMk cId="3818231458" sldId="325"/>
        </pc:sldMkLst>
      </pc:sldChg>
      <pc:sldChg chg="addSp modSp add mod">
        <pc:chgData name="Jordan, Stuart" userId="1bf9a496-f356-4f9c-b15f-a24cde0408c2" providerId="ADAL" clId="{489A456D-C533-464E-AFAD-60AC2CA9F599}" dt="2023-11-28T16:38:15.371" v="8223" actId="208"/>
        <pc:sldMkLst>
          <pc:docMk/>
          <pc:sldMk cId="1920672248" sldId="326"/>
        </pc:sldMkLst>
      </pc:sldChg>
      <pc:sldChg chg="addSp modSp add mod">
        <pc:chgData name="Jordan, Stuart" userId="1bf9a496-f356-4f9c-b15f-a24cde0408c2" providerId="ADAL" clId="{489A456D-C533-464E-AFAD-60AC2CA9F599}" dt="2023-11-28T16:38:43.937" v="8230" actId="208"/>
        <pc:sldMkLst>
          <pc:docMk/>
          <pc:sldMk cId="1819965938" sldId="327"/>
        </pc:sldMkLst>
      </pc:sldChg>
      <pc:sldChg chg="addSp modSp add del mod">
        <pc:chgData name="Jordan, Stuart" userId="1bf9a496-f356-4f9c-b15f-a24cde0408c2" providerId="ADAL" clId="{489A456D-C533-464E-AFAD-60AC2CA9F599}" dt="2023-11-28T16:46:08.978" v="8794" actId="47"/>
        <pc:sldMkLst>
          <pc:docMk/>
          <pc:sldMk cId="3227245286" sldId="328"/>
        </pc:sldMkLst>
      </pc:sldChg>
      <pc:sldChg chg="addSp modSp add del mod">
        <pc:chgData name="Jordan, Stuart" userId="1bf9a496-f356-4f9c-b15f-a24cde0408c2" providerId="ADAL" clId="{489A456D-C533-464E-AFAD-60AC2CA9F599}" dt="2023-11-28T16:46:08.978" v="8794" actId="47"/>
        <pc:sldMkLst>
          <pc:docMk/>
          <pc:sldMk cId="2331421469" sldId="329"/>
        </pc:sldMkLst>
      </pc:sldChg>
      <pc:sldChg chg="addSp modSp add del mod">
        <pc:chgData name="Jordan, Stuart" userId="1bf9a496-f356-4f9c-b15f-a24cde0408c2" providerId="ADAL" clId="{489A456D-C533-464E-AFAD-60AC2CA9F599}" dt="2023-11-28T16:46:08.978" v="8794" actId="47"/>
        <pc:sldMkLst>
          <pc:docMk/>
          <pc:sldMk cId="1510377651" sldId="330"/>
        </pc:sldMkLst>
      </pc:sldChg>
      <pc:sldChg chg="modSp add del mod">
        <pc:chgData name="Jordan, Stuart" userId="1bf9a496-f356-4f9c-b15f-a24cde0408c2" providerId="ADAL" clId="{489A456D-C533-464E-AFAD-60AC2CA9F599}" dt="2023-11-28T16:46:08.978" v="8794" actId="47"/>
        <pc:sldMkLst>
          <pc:docMk/>
          <pc:sldMk cId="488458503" sldId="331"/>
        </pc:sldMkLst>
      </pc:sldChg>
      <pc:sldChg chg="addSp modSp add del mod">
        <pc:chgData name="Jordan, Stuart" userId="1bf9a496-f356-4f9c-b15f-a24cde0408c2" providerId="ADAL" clId="{489A456D-C533-464E-AFAD-60AC2CA9F599}" dt="2023-11-28T16:46:08.978" v="8794" actId="47"/>
        <pc:sldMkLst>
          <pc:docMk/>
          <pc:sldMk cId="2591310375" sldId="332"/>
        </pc:sldMkLst>
      </pc:sldChg>
      <pc:sldChg chg="modSp add del mod">
        <pc:chgData name="Jordan, Stuart" userId="1bf9a496-f356-4f9c-b15f-a24cde0408c2" providerId="ADAL" clId="{489A456D-C533-464E-AFAD-60AC2CA9F599}" dt="2023-11-28T16:46:08.978" v="8794" actId="47"/>
        <pc:sldMkLst>
          <pc:docMk/>
          <pc:sldMk cId="3188519288" sldId="333"/>
        </pc:sldMkLst>
      </pc:sldChg>
      <pc:sldChg chg="modSp add del mod">
        <pc:chgData name="Jordan, Stuart" userId="1bf9a496-f356-4f9c-b15f-a24cde0408c2" providerId="ADAL" clId="{489A456D-C533-464E-AFAD-60AC2CA9F599}" dt="2023-11-28T16:46:08.978" v="8794" actId="47"/>
        <pc:sldMkLst>
          <pc:docMk/>
          <pc:sldMk cId="3368246808" sldId="334"/>
        </pc:sldMkLst>
      </pc:sldChg>
      <pc:sldChg chg="addSp delSp modSp add mod">
        <pc:chgData name="Jordan, Stuart" userId="1bf9a496-f356-4f9c-b15f-a24cde0408c2" providerId="ADAL" clId="{489A456D-C533-464E-AFAD-60AC2CA9F599}" dt="2023-11-28T16:48:10.285" v="8817" actId="478"/>
        <pc:sldMkLst>
          <pc:docMk/>
          <pc:sldMk cId="1679678173" sldId="335"/>
        </pc:sldMkLst>
      </pc:sldChg>
      <pc:sldChg chg="delSp modSp add mod">
        <pc:chgData name="Jordan, Stuart" userId="1bf9a496-f356-4f9c-b15f-a24cde0408c2" providerId="ADAL" clId="{489A456D-C533-464E-AFAD-60AC2CA9F599}" dt="2023-11-28T16:47:13.123" v="8808" actId="478"/>
        <pc:sldMkLst>
          <pc:docMk/>
          <pc:sldMk cId="1594846854" sldId="336"/>
        </pc:sldMkLst>
      </pc:sldChg>
      <pc:sldChg chg="modSp add del mod">
        <pc:chgData name="Jordan, Stuart" userId="1bf9a496-f356-4f9c-b15f-a24cde0408c2" providerId="ADAL" clId="{489A456D-C533-464E-AFAD-60AC2CA9F599}" dt="2023-11-28T16:47:53.876" v="8814" actId="47"/>
        <pc:sldMkLst>
          <pc:docMk/>
          <pc:sldMk cId="2261797653" sldId="337"/>
        </pc:sldMkLst>
      </pc:sldChg>
      <pc:sldChg chg="modSp add mod">
        <pc:chgData name="Jordan, Stuart" userId="1bf9a496-f356-4f9c-b15f-a24cde0408c2" providerId="ADAL" clId="{489A456D-C533-464E-AFAD-60AC2CA9F599}" dt="2023-11-28T16:46:42.240" v="8802" actId="20577"/>
        <pc:sldMkLst>
          <pc:docMk/>
          <pc:sldMk cId="3190781441" sldId="338"/>
        </pc:sldMkLst>
      </pc:sldChg>
      <pc:sldChg chg="modSp add mod">
        <pc:chgData name="Jordan, Stuart" userId="1bf9a496-f356-4f9c-b15f-a24cde0408c2" providerId="ADAL" clId="{489A456D-C533-464E-AFAD-60AC2CA9F599}" dt="2023-11-28T16:46:34.325" v="8801" actId="20577"/>
        <pc:sldMkLst>
          <pc:docMk/>
          <pc:sldMk cId="2191066024" sldId="339"/>
        </pc:sldMkLst>
      </pc:sldChg>
      <pc:sldChg chg="add">
        <pc:chgData name="Jordan, Stuart" userId="1bf9a496-f356-4f9c-b15f-a24cde0408c2" providerId="ADAL" clId="{489A456D-C533-464E-AFAD-60AC2CA9F599}" dt="2023-11-28T16:46:21.303" v="8799" actId="2890"/>
        <pc:sldMkLst>
          <pc:docMk/>
          <pc:sldMk cId="1987386590" sldId="340"/>
        </pc:sldMkLst>
      </pc:sldChg>
      <pc:sldChg chg="modSp add mod ord">
        <pc:chgData name="Jordan, Stuart" userId="1bf9a496-f356-4f9c-b15f-a24cde0408c2" providerId="ADAL" clId="{489A456D-C533-464E-AFAD-60AC2CA9F599}" dt="2023-11-28T16:48:21.014" v="8821" actId="20577"/>
        <pc:sldMkLst>
          <pc:docMk/>
          <pc:sldMk cId="3436632764" sldId="341"/>
        </pc:sldMkLst>
      </pc:sldChg>
      <pc:sldChg chg="delSp add mod ord">
        <pc:chgData name="Jordan, Stuart" userId="1bf9a496-f356-4f9c-b15f-a24cde0408c2" providerId="ADAL" clId="{489A456D-C533-464E-AFAD-60AC2CA9F599}" dt="2023-11-28T16:48:31.170" v="8826" actId="478"/>
        <pc:sldMkLst>
          <pc:docMk/>
          <pc:sldMk cId="568329439" sldId="342"/>
        </pc:sldMkLst>
      </pc:sldChg>
      <pc:sldChg chg="delSp add mod ord">
        <pc:chgData name="Jordan, Stuart" userId="1bf9a496-f356-4f9c-b15f-a24cde0408c2" providerId="ADAL" clId="{489A456D-C533-464E-AFAD-60AC2CA9F599}" dt="2023-11-28T16:48:39.558" v="8830" actId="478"/>
        <pc:sldMkLst>
          <pc:docMk/>
          <pc:sldMk cId="2885385480" sldId="343"/>
        </pc:sldMkLst>
      </pc:sldChg>
      <pc:sldChg chg="delSp modSp add mod">
        <pc:chgData name="Jordan, Stuart" userId="1bf9a496-f356-4f9c-b15f-a24cde0408c2" providerId="ADAL" clId="{489A456D-C533-464E-AFAD-60AC2CA9F599}" dt="2023-11-28T16:51:39.827" v="9190" actId="20577"/>
        <pc:sldMkLst>
          <pc:docMk/>
          <pc:sldMk cId="2451048741" sldId="344"/>
        </pc:sldMkLst>
      </pc:sldChg>
      <pc:sldChg chg="addSp modSp add mod">
        <pc:chgData name="Jordan, Stuart" userId="1bf9a496-f356-4f9c-b15f-a24cde0408c2" providerId="ADAL" clId="{489A456D-C533-464E-AFAD-60AC2CA9F599}" dt="2023-11-28T16:52:16.067" v="9195" actId="1582"/>
        <pc:sldMkLst>
          <pc:docMk/>
          <pc:sldMk cId="2910135872" sldId="345"/>
        </pc:sldMkLst>
      </pc:sldChg>
      <pc:sldChg chg="addSp modSp add mod">
        <pc:chgData name="Jordan, Stuart" userId="1bf9a496-f356-4f9c-b15f-a24cde0408c2" providerId="ADAL" clId="{489A456D-C533-464E-AFAD-60AC2CA9F599}" dt="2023-11-28T16:52:38.856" v="9200" actId="14100"/>
        <pc:sldMkLst>
          <pc:docMk/>
          <pc:sldMk cId="152529290" sldId="346"/>
        </pc:sldMkLst>
      </pc:sldChg>
      <pc:sldChg chg="addSp modSp add mod">
        <pc:chgData name="Jordan, Stuart" userId="1bf9a496-f356-4f9c-b15f-a24cde0408c2" providerId="ADAL" clId="{489A456D-C533-464E-AFAD-60AC2CA9F599}" dt="2023-11-28T16:53:04.264" v="9208" actId="1076"/>
        <pc:sldMkLst>
          <pc:docMk/>
          <pc:sldMk cId="2382155108" sldId="347"/>
        </pc:sldMkLst>
      </pc:sldChg>
      <pc:sldChg chg="addSp modSp add mod">
        <pc:chgData name="Jordan, Stuart" userId="1bf9a496-f356-4f9c-b15f-a24cde0408c2" providerId="ADAL" clId="{489A456D-C533-464E-AFAD-60AC2CA9F599}" dt="2023-11-28T16:54:49.786" v="9277" actId="114"/>
        <pc:sldMkLst>
          <pc:docMk/>
          <pc:sldMk cId="2813605112" sldId="348"/>
        </pc:sldMkLst>
      </pc:sldChg>
      <pc:sldChg chg="modSp add mod">
        <pc:chgData name="Jordan, Stuart" userId="1bf9a496-f356-4f9c-b15f-a24cde0408c2" providerId="ADAL" clId="{489A456D-C533-464E-AFAD-60AC2CA9F599}" dt="2023-11-28T16:54:26.951" v="9267" actId="114"/>
        <pc:sldMkLst>
          <pc:docMk/>
          <pc:sldMk cId="24978471" sldId="349"/>
        </pc:sldMkLst>
      </pc:sldChg>
      <pc:sldChg chg="addSp delSp modSp add mod ord">
        <pc:chgData name="Jordan, Stuart" userId="1bf9a496-f356-4f9c-b15f-a24cde0408c2" providerId="ADAL" clId="{489A456D-C533-464E-AFAD-60AC2CA9F599}" dt="2023-11-28T16:59:11.438" v="9571"/>
        <pc:sldMkLst>
          <pc:docMk/>
          <pc:sldMk cId="3757357896" sldId="350"/>
        </pc:sldMkLst>
      </pc:sldChg>
      <pc:sldChg chg="addSp modSp new mod">
        <pc:chgData name="Jordan, Stuart" userId="1bf9a496-f356-4f9c-b15f-a24cde0408c2" providerId="ADAL" clId="{489A456D-C533-464E-AFAD-60AC2CA9F599}" dt="2023-11-28T17:05:40.831" v="9593" actId="20577"/>
        <pc:sldMkLst>
          <pc:docMk/>
          <pc:sldMk cId="223941959" sldId="351"/>
        </pc:sldMkLst>
      </pc:sldChg>
      <pc:sldChg chg="add">
        <pc:chgData name="Jordan, Stuart" userId="1bf9a496-f356-4f9c-b15f-a24cde0408c2" providerId="ADAL" clId="{489A456D-C533-464E-AFAD-60AC2CA9F599}" dt="2023-11-28T16:56:02.586" v="9325" actId="2890"/>
        <pc:sldMkLst>
          <pc:docMk/>
          <pc:sldMk cId="1740032458" sldId="352"/>
        </pc:sldMkLst>
      </pc:sldChg>
      <pc:sldChg chg="new del">
        <pc:chgData name="Jordan, Stuart" userId="1bf9a496-f356-4f9c-b15f-a24cde0408c2" providerId="ADAL" clId="{489A456D-C533-464E-AFAD-60AC2CA9F599}" dt="2023-11-28T20:34:11.799" v="10394" actId="47"/>
        <pc:sldMkLst>
          <pc:docMk/>
          <pc:sldMk cId="3542827466" sldId="353"/>
        </pc:sldMkLst>
      </pc:sldChg>
      <pc:sldChg chg="addSp modSp add mod">
        <pc:chgData name="Jordan, Stuart" userId="1bf9a496-f356-4f9c-b15f-a24cde0408c2" providerId="ADAL" clId="{489A456D-C533-464E-AFAD-60AC2CA9F599}" dt="2023-11-28T17:07:00.189" v="9851" actId="20577"/>
        <pc:sldMkLst>
          <pc:docMk/>
          <pc:sldMk cId="3108173389" sldId="354"/>
        </pc:sldMkLst>
      </pc:sldChg>
      <pc:sldChg chg="addSp modSp add mod">
        <pc:chgData name="Jordan, Stuart" userId="1bf9a496-f356-4f9c-b15f-a24cde0408c2" providerId="ADAL" clId="{489A456D-C533-464E-AFAD-60AC2CA9F599}" dt="2023-11-28T17:08:31.315" v="9869"/>
        <pc:sldMkLst>
          <pc:docMk/>
          <pc:sldMk cId="234632651" sldId="355"/>
        </pc:sldMkLst>
      </pc:sldChg>
      <pc:sldChg chg="modSp add mod">
        <pc:chgData name="Jordan, Stuart" userId="1bf9a496-f356-4f9c-b15f-a24cde0408c2" providerId="ADAL" clId="{489A456D-C533-464E-AFAD-60AC2CA9F599}" dt="2023-11-28T17:09:11.181" v="9979" actId="20577"/>
        <pc:sldMkLst>
          <pc:docMk/>
          <pc:sldMk cId="2807372947" sldId="356"/>
        </pc:sldMkLst>
      </pc:sldChg>
      <pc:sldChg chg="addSp modSp add mod">
        <pc:chgData name="Jordan, Stuart" userId="1bf9a496-f356-4f9c-b15f-a24cde0408c2" providerId="ADAL" clId="{489A456D-C533-464E-AFAD-60AC2CA9F599}" dt="2023-11-28T17:09:45.091" v="9986" actId="1582"/>
        <pc:sldMkLst>
          <pc:docMk/>
          <pc:sldMk cId="3730084330" sldId="357"/>
        </pc:sldMkLst>
      </pc:sldChg>
      <pc:sldChg chg="modSp add mod">
        <pc:chgData name="Jordan, Stuart" userId="1bf9a496-f356-4f9c-b15f-a24cde0408c2" providerId="ADAL" clId="{489A456D-C533-464E-AFAD-60AC2CA9F599}" dt="2023-11-28T17:11:25.907" v="10282" actId="20577"/>
        <pc:sldMkLst>
          <pc:docMk/>
          <pc:sldMk cId="3573825228" sldId="358"/>
        </pc:sldMkLst>
      </pc:sldChg>
      <pc:sldChg chg="add del">
        <pc:chgData name="Jordan, Stuart" userId="1bf9a496-f356-4f9c-b15f-a24cde0408c2" providerId="ADAL" clId="{489A456D-C533-464E-AFAD-60AC2CA9F599}" dt="2023-11-28T20:24:28.364" v="10286" actId="2890"/>
        <pc:sldMkLst>
          <pc:docMk/>
          <pc:sldMk cId="2790271238" sldId="359"/>
        </pc:sldMkLst>
      </pc:sldChg>
    </pc:docChg>
  </pc:docChgLst>
  <pc:docChgLst>
    <pc:chgData name="Jordan, Stuart" userId="1bf9a496-f356-4f9c-b15f-a24cde0408c2" providerId="ADAL" clId="{E158FC76-EDCA-4491-957A-95DD526F371D}"/>
    <pc:docChg chg="undo custSel addSld delSld modSld">
      <pc:chgData name="Jordan, Stuart" userId="1bf9a496-f356-4f9c-b15f-a24cde0408c2" providerId="ADAL" clId="{E158FC76-EDCA-4491-957A-95DD526F371D}" dt="2025-04-07T14:36:21.330" v="3629" actId="2696"/>
      <pc:docMkLst>
        <pc:docMk/>
      </pc:docMkLst>
      <pc:sldChg chg="modSp mod">
        <pc:chgData name="Jordan, Stuart" userId="1bf9a496-f356-4f9c-b15f-a24cde0408c2" providerId="ADAL" clId="{E158FC76-EDCA-4491-957A-95DD526F371D}" dt="2025-04-07T13:20:45.621" v="44" actId="20577"/>
        <pc:sldMkLst>
          <pc:docMk/>
          <pc:sldMk cId="1257350819" sldId="256"/>
        </pc:sldMkLst>
        <pc:spChg chg="mod">
          <ac:chgData name="Jordan, Stuart" userId="1bf9a496-f356-4f9c-b15f-a24cde0408c2" providerId="ADAL" clId="{E158FC76-EDCA-4491-957A-95DD526F371D}" dt="2025-04-07T13:20:45.621" v="44" actId="20577"/>
          <ac:spMkLst>
            <pc:docMk/>
            <pc:sldMk cId="1257350819" sldId="256"/>
            <ac:spMk id="5" creationId="{25860DA2-F28F-A2EC-33FF-7D396A2E7252}"/>
          </ac:spMkLst>
        </pc:spChg>
      </pc:sldChg>
      <pc:sldChg chg="addSp modSp new del mod">
        <pc:chgData name="Jordan, Stuart" userId="1bf9a496-f356-4f9c-b15f-a24cde0408c2" providerId="ADAL" clId="{E158FC76-EDCA-4491-957A-95DD526F371D}" dt="2025-04-07T13:27:14.497" v="116" actId="47"/>
        <pc:sldMkLst>
          <pc:docMk/>
          <pc:sldMk cId="2817926632" sldId="359"/>
        </pc:sldMkLst>
        <pc:spChg chg="add mod">
          <ac:chgData name="Jordan, Stuart" userId="1bf9a496-f356-4f9c-b15f-a24cde0408c2" providerId="ADAL" clId="{E158FC76-EDCA-4491-957A-95DD526F371D}" dt="2025-04-07T13:25:14.928" v="61" actId="255"/>
          <ac:spMkLst>
            <pc:docMk/>
            <pc:sldMk cId="2817926632" sldId="359"/>
            <ac:spMk id="2" creationId="{9D1E4C8D-5F53-27E7-182C-AAF4BFA70C26}"/>
          </ac:spMkLst>
        </pc:spChg>
      </pc:sldChg>
      <pc:sldChg chg="new del">
        <pc:chgData name="Jordan, Stuart" userId="1bf9a496-f356-4f9c-b15f-a24cde0408c2" providerId="ADAL" clId="{E158FC76-EDCA-4491-957A-95DD526F371D}" dt="2025-04-07T13:25:51.052" v="64" actId="2696"/>
        <pc:sldMkLst>
          <pc:docMk/>
          <pc:sldMk cId="1802269563" sldId="360"/>
        </pc:sldMkLst>
      </pc:sldChg>
      <pc:sldChg chg="addSp modSp add del mod">
        <pc:chgData name="Jordan, Stuart" userId="1bf9a496-f356-4f9c-b15f-a24cde0408c2" providerId="ADAL" clId="{E158FC76-EDCA-4491-957A-95DD526F371D}" dt="2025-04-07T14:36:21.330" v="3629" actId="2696"/>
        <pc:sldMkLst>
          <pc:docMk/>
          <pc:sldMk cId="219470362" sldId="361"/>
        </pc:sldMkLst>
        <pc:spChg chg="add mod">
          <ac:chgData name="Jordan, Stuart" userId="1bf9a496-f356-4f9c-b15f-a24cde0408c2" providerId="ADAL" clId="{E158FC76-EDCA-4491-957A-95DD526F371D}" dt="2025-04-07T13:27:12.306" v="115" actId="1076"/>
          <ac:spMkLst>
            <pc:docMk/>
            <pc:sldMk cId="219470362" sldId="361"/>
            <ac:spMk id="3" creationId="{1C5061E3-2B31-3AAC-59E4-63856B2366F3}"/>
          </ac:spMkLst>
        </pc:spChg>
      </pc:sldChg>
      <pc:sldChg chg="new del">
        <pc:chgData name="Jordan, Stuart" userId="1bf9a496-f356-4f9c-b15f-a24cde0408c2" providerId="ADAL" clId="{E158FC76-EDCA-4491-957A-95DD526F371D}" dt="2025-04-07T13:27:22.186" v="118" actId="47"/>
        <pc:sldMkLst>
          <pc:docMk/>
          <pc:sldMk cId="534632271" sldId="362"/>
        </pc:sldMkLst>
      </pc:sldChg>
      <pc:sldChg chg="addSp modSp add del mod">
        <pc:chgData name="Jordan, Stuart" userId="1bf9a496-f356-4f9c-b15f-a24cde0408c2" providerId="ADAL" clId="{E158FC76-EDCA-4491-957A-95DD526F371D}" dt="2025-04-07T14:36:21.330" v="3629" actId="2696"/>
        <pc:sldMkLst>
          <pc:docMk/>
          <pc:sldMk cId="1793486818" sldId="362"/>
        </pc:sldMkLst>
        <pc:spChg chg="add mod">
          <ac:chgData name="Jordan, Stuart" userId="1bf9a496-f356-4f9c-b15f-a24cde0408c2" providerId="ADAL" clId="{E158FC76-EDCA-4491-957A-95DD526F371D}" dt="2025-04-07T13:30:52.184" v="575" actId="208"/>
          <ac:spMkLst>
            <pc:docMk/>
            <pc:sldMk cId="1793486818" sldId="362"/>
            <ac:spMk id="4" creationId="{17FE1A80-6CD8-C115-6F07-516C1A5BB210}"/>
          </ac:spMkLst>
        </pc:spChg>
      </pc:sldChg>
      <pc:sldChg chg="new del">
        <pc:chgData name="Jordan, Stuart" userId="1bf9a496-f356-4f9c-b15f-a24cde0408c2" providerId="ADAL" clId="{E158FC76-EDCA-4491-957A-95DD526F371D}" dt="2025-04-07T13:26:07.898" v="66" actId="47"/>
        <pc:sldMkLst>
          <pc:docMk/>
          <pc:sldMk cId="3480459794" sldId="362"/>
        </pc:sldMkLst>
      </pc:sldChg>
      <pc:sldChg chg="addSp delSp modSp new del mod">
        <pc:chgData name="Jordan, Stuart" userId="1bf9a496-f356-4f9c-b15f-a24cde0408c2" providerId="ADAL" clId="{E158FC76-EDCA-4491-957A-95DD526F371D}" dt="2025-04-07T14:36:21.330" v="3629" actId="2696"/>
        <pc:sldMkLst>
          <pc:docMk/>
          <pc:sldMk cId="516442327" sldId="363"/>
        </pc:sldMkLst>
        <pc:spChg chg="add mod">
          <ac:chgData name="Jordan, Stuart" userId="1bf9a496-f356-4f9c-b15f-a24cde0408c2" providerId="ADAL" clId="{E158FC76-EDCA-4491-957A-95DD526F371D}" dt="2025-04-07T13:31:53.639" v="653" actId="1076"/>
          <ac:spMkLst>
            <pc:docMk/>
            <pc:sldMk cId="516442327" sldId="363"/>
            <ac:spMk id="2" creationId="{8834D1B5-6158-D2EE-15BA-3072D231B43A}"/>
          </ac:spMkLst>
        </pc:spChg>
        <pc:spChg chg="add mod">
          <ac:chgData name="Jordan, Stuart" userId="1bf9a496-f356-4f9c-b15f-a24cde0408c2" providerId="ADAL" clId="{E158FC76-EDCA-4491-957A-95DD526F371D}" dt="2025-04-07T13:42:00.358" v="1073" actId="1076"/>
          <ac:spMkLst>
            <pc:docMk/>
            <pc:sldMk cId="516442327" sldId="363"/>
            <ac:spMk id="3" creationId="{83CDF449-1BCE-972F-31C9-424F820E3707}"/>
          </ac:spMkLst>
        </pc:spChg>
        <pc:spChg chg="add mod">
          <ac:chgData name="Jordan, Stuart" userId="1bf9a496-f356-4f9c-b15f-a24cde0408c2" providerId="ADAL" clId="{E158FC76-EDCA-4491-957A-95DD526F371D}" dt="2025-04-07T13:44:02.893" v="1103" actId="1076"/>
          <ac:spMkLst>
            <pc:docMk/>
            <pc:sldMk cId="516442327" sldId="363"/>
            <ac:spMk id="4" creationId="{0C6F3A23-BCF6-C9CD-AE12-08C2F3804017}"/>
          </ac:spMkLst>
        </pc:spChg>
        <pc:spChg chg="add mod">
          <ac:chgData name="Jordan, Stuart" userId="1bf9a496-f356-4f9c-b15f-a24cde0408c2" providerId="ADAL" clId="{E158FC76-EDCA-4491-957A-95DD526F371D}" dt="2025-04-07T13:44:10.082" v="1104" actId="1076"/>
          <ac:spMkLst>
            <pc:docMk/>
            <pc:sldMk cId="516442327" sldId="363"/>
            <ac:spMk id="5" creationId="{90A11AFA-C51C-7B6B-9AB5-02D253961BA9}"/>
          </ac:spMkLst>
        </pc:spChg>
        <pc:spChg chg="add del mod">
          <ac:chgData name="Jordan, Stuart" userId="1bf9a496-f356-4f9c-b15f-a24cde0408c2" providerId="ADAL" clId="{E158FC76-EDCA-4491-957A-95DD526F371D}" dt="2025-04-07T13:50:38.427" v="1199" actId="478"/>
          <ac:spMkLst>
            <pc:docMk/>
            <pc:sldMk cId="516442327" sldId="363"/>
            <ac:spMk id="6" creationId="{BC267728-4F7B-B1DC-82D9-ADC8478D941C}"/>
          </ac:spMkLst>
        </pc:spChg>
        <pc:spChg chg="add del mod">
          <ac:chgData name="Jordan, Stuart" userId="1bf9a496-f356-4f9c-b15f-a24cde0408c2" providerId="ADAL" clId="{E158FC76-EDCA-4491-957A-95DD526F371D}" dt="2025-04-07T13:34:12.124" v="749"/>
          <ac:spMkLst>
            <pc:docMk/>
            <pc:sldMk cId="516442327" sldId="363"/>
            <ac:spMk id="7" creationId="{B8D1321E-CC94-B69E-C382-10D74090076D}"/>
          </ac:spMkLst>
        </pc:spChg>
        <pc:spChg chg="add del mod">
          <ac:chgData name="Jordan, Stuart" userId="1bf9a496-f356-4f9c-b15f-a24cde0408c2" providerId="ADAL" clId="{E158FC76-EDCA-4491-957A-95DD526F371D}" dt="2025-04-07T13:50:41.061" v="1200" actId="478"/>
          <ac:spMkLst>
            <pc:docMk/>
            <pc:sldMk cId="516442327" sldId="363"/>
            <ac:spMk id="8" creationId="{73745539-BDF6-D88C-A23D-0BFF000869D7}"/>
          </ac:spMkLst>
        </pc:spChg>
        <pc:spChg chg="add del mod">
          <ac:chgData name="Jordan, Stuart" userId="1bf9a496-f356-4f9c-b15f-a24cde0408c2" providerId="ADAL" clId="{E158FC76-EDCA-4491-957A-95DD526F371D}" dt="2025-04-07T13:50:42.486" v="1201" actId="478"/>
          <ac:spMkLst>
            <pc:docMk/>
            <pc:sldMk cId="516442327" sldId="363"/>
            <ac:spMk id="9" creationId="{08E2B601-6BC9-B3B4-82B1-B58035322034}"/>
          </ac:spMkLst>
        </pc:spChg>
        <pc:graphicFrameChg chg="add del mod modGraphic">
          <ac:chgData name="Jordan, Stuart" userId="1bf9a496-f356-4f9c-b15f-a24cde0408c2" providerId="ADAL" clId="{E158FC76-EDCA-4491-957A-95DD526F371D}" dt="2025-04-07T13:50:34.312" v="1198" actId="478"/>
          <ac:graphicFrameMkLst>
            <pc:docMk/>
            <pc:sldMk cId="516442327" sldId="363"/>
            <ac:graphicFrameMk id="10" creationId="{E68C6551-B0FA-2204-430F-A91E34D904A0}"/>
          </ac:graphicFrameMkLst>
        </pc:graphicFrameChg>
      </pc:sldChg>
      <pc:sldChg chg="add del">
        <pc:chgData name="Jordan, Stuart" userId="1bf9a496-f356-4f9c-b15f-a24cde0408c2" providerId="ADAL" clId="{E158FC76-EDCA-4491-957A-95DD526F371D}" dt="2025-04-07T13:31:10.872" v="577" actId="47"/>
        <pc:sldMkLst>
          <pc:docMk/>
          <pc:sldMk cId="701442814" sldId="363"/>
        </pc:sldMkLst>
      </pc:sldChg>
      <pc:sldChg chg="modSp add del mod">
        <pc:chgData name="Jordan, Stuart" userId="1bf9a496-f356-4f9c-b15f-a24cde0408c2" providerId="ADAL" clId="{E158FC76-EDCA-4491-957A-95DD526F371D}" dt="2025-04-07T14:36:21.330" v="3629" actId="2696"/>
        <pc:sldMkLst>
          <pc:docMk/>
          <pc:sldMk cId="702495752" sldId="364"/>
        </pc:sldMkLst>
        <pc:graphicFrameChg chg="modGraphic">
          <ac:chgData name="Jordan, Stuart" userId="1bf9a496-f356-4f9c-b15f-a24cde0408c2" providerId="ADAL" clId="{E158FC76-EDCA-4491-957A-95DD526F371D}" dt="2025-04-07T13:51:07.230" v="1204" actId="6549"/>
          <ac:graphicFrameMkLst>
            <pc:docMk/>
            <pc:sldMk cId="702495752" sldId="364"/>
            <ac:graphicFrameMk id="10" creationId="{AF371628-6030-1933-CED7-BA30A144C4EB}"/>
          </ac:graphicFrameMkLst>
        </pc:graphicFrameChg>
      </pc:sldChg>
      <pc:sldChg chg="delSp add del mod">
        <pc:chgData name="Jordan, Stuart" userId="1bf9a496-f356-4f9c-b15f-a24cde0408c2" providerId="ADAL" clId="{E158FC76-EDCA-4491-957A-95DD526F371D}" dt="2025-04-07T14:36:21.330" v="3629" actId="2696"/>
        <pc:sldMkLst>
          <pc:docMk/>
          <pc:sldMk cId="2759954156" sldId="365"/>
        </pc:sldMkLst>
        <pc:graphicFrameChg chg="del">
          <ac:chgData name="Jordan, Stuart" userId="1bf9a496-f356-4f9c-b15f-a24cde0408c2" providerId="ADAL" clId="{E158FC76-EDCA-4491-957A-95DD526F371D}" dt="2025-04-07T13:50:47.495" v="1202" actId="478"/>
          <ac:graphicFrameMkLst>
            <pc:docMk/>
            <pc:sldMk cId="2759954156" sldId="365"/>
            <ac:graphicFrameMk id="10" creationId="{91F0E306-31C5-90B5-57C2-AE5610F38280}"/>
          </ac:graphicFrameMkLst>
        </pc:graphicFrameChg>
      </pc:sldChg>
      <pc:sldChg chg="addSp delSp modSp add del mod">
        <pc:chgData name="Jordan, Stuart" userId="1bf9a496-f356-4f9c-b15f-a24cde0408c2" providerId="ADAL" clId="{E158FC76-EDCA-4491-957A-95DD526F371D}" dt="2025-04-07T14:36:21.330" v="3629" actId="2696"/>
        <pc:sldMkLst>
          <pc:docMk/>
          <pc:sldMk cId="2207459491" sldId="366"/>
        </pc:sldMkLst>
        <pc:spChg chg="add del mod">
          <ac:chgData name="Jordan, Stuart" userId="1bf9a496-f356-4f9c-b15f-a24cde0408c2" providerId="ADAL" clId="{E158FC76-EDCA-4491-957A-95DD526F371D}" dt="2025-04-07T13:54:06.957" v="1401" actId="478"/>
          <ac:spMkLst>
            <pc:docMk/>
            <pc:sldMk cId="2207459491" sldId="366"/>
            <ac:spMk id="7" creationId="{FF87866E-F9DC-D482-FED5-B99720A85F64}"/>
          </ac:spMkLst>
        </pc:spChg>
        <pc:spChg chg="add del mod">
          <ac:chgData name="Jordan, Stuart" userId="1bf9a496-f356-4f9c-b15f-a24cde0408c2" providerId="ADAL" clId="{E158FC76-EDCA-4491-957A-95DD526F371D}" dt="2025-04-07T13:54:08.654" v="1402" actId="478"/>
          <ac:spMkLst>
            <pc:docMk/>
            <pc:sldMk cId="2207459491" sldId="366"/>
            <ac:spMk id="11" creationId="{C8CD05B6-CEC6-C788-97C8-53CE3649570C}"/>
          </ac:spMkLst>
        </pc:spChg>
        <pc:spChg chg="add del mod">
          <ac:chgData name="Jordan, Stuart" userId="1bf9a496-f356-4f9c-b15f-a24cde0408c2" providerId="ADAL" clId="{E158FC76-EDCA-4491-957A-95DD526F371D}" dt="2025-04-07T13:54:04.989" v="1400" actId="478"/>
          <ac:spMkLst>
            <pc:docMk/>
            <pc:sldMk cId="2207459491" sldId="366"/>
            <ac:spMk id="12" creationId="{F031D846-E491-BD3E-97FF-794ACC8589F3}"/>
          </ac:spMkLst>
        </pc:spChg>
        <pc:spChg chg="add mod">
          <ac:chgData name="Jordan, Stuart" userId="1bf9a496-f356-4f9c-b15f-a24cde0408c2" providerId="ADAL" clId="{E158FC76-EDCA-4491-957A-95DD526F371D}" dt="2025-04-07T13:58:05.791" v="1538" actId="1076"/>
          <ac:spMkLst>
            <pc:docMk/>
            <pc:sldMk cId="2207459491" sldId="366"/>
            <ac:spMk id="13" creationId="{920F0B4E-F2B4-5F2D-9C87-33732CC26413}"/>
          </ac:spMkLst>
        </pc:spChg>
        <pc:spChg chg="add mod">
          <ac:chgData name="Jordan, Stuart" userId="1bf9a496-f356-4f9c-b15f-a24cde0408c2" providerId="ADAL" clId="{E158FC76-EDCA-4491-957A-95DD526F371D}" dt="2025-04-07T13:55:45.299" v="1499" actId="1076"/>
          <ac:spMkLst>
            <pc:docMk/>
            <pc:sldMk cId="2207459491" sldId="366"/>
            <ac:spMk id="14" creationId="{23C57946-D6C6-BDE1-7816-183D74453A32}"/>
          </ac:spMkLst>
        </pc:spChg>
        <pc:spChg chg="add del mod">
          <ac:chgData name="Jordan, Stuart" userId="1bf9a496-f356-4f9c-b15f-a24cde0408c2" providerId="ADAL" clId="{E158FC76-EDCA-4491-957A-95DD526F371D}" dt="2025-04-07T13:57:25.940" v="1525" actId="478"/>
          <ac:spMkLst>
            <pc:docMk/>
            <pc:sldMk cId="2207459491" sldId="366"/>
            <ac:spMk id="15" creationId="{F5E985BF-285A-E687-B132-C02DC540ED5B}"/>
          </ac:spMkLst>
        </pc:spChg>
        <pc:spChg chg="add del mod">
          <ac:chgData name="Jordan, Stuart" userId="1bf9a496-f356-4f9c-b15f-a24cde0408c2" providerId="ADAL" clId="{E158FC76-EDCA-4491-957A-95DD526F371D}" dt="2025-04-07T13:57:27.509" v="1526" actId="478"/>
          <ac:spMkLst>
            <pc:docMk/>
            <pc:sldMk cId="2207459491" sldId="366"/>
            <ac:spMk id="16" creationId="{E6958FA7-B848-6DD6-7121-527244DD7E73}"/>
          </ac:spMkLst>
        </pc:spChg>
        <pc:spChg chg="add del mod">
          <ac:chgData name="Jordan, Stuart" userId="1bf9a496-f356-4f9c-b15f-a24cde0408c2" providerId="ADAL" clId="{E158FC76-EDCA-4491-957A-95DD526F371D}" dt="2025-04-07T13:57:28.508" v="1527" actId="478"/>
          <ac:spMkLst>
            <pc:docMk/>
            <pc:sldMk cId="2207459491" sldId="366"/>
            <ac:spMk id="17" creationId="{0D2BDD41-5A6D-010A-113B-997608719DDA}"/>
          </ac:spMkLst>
        </pc:spChg>
        <pc:spChg chg="add del mod">
          <ac:chgData name="Jordan, Stuart" userId="1bf9a496-f356-4f9c-b15f-a24cde0408c2" providerId="ADAL" clId="{E158FC76-EDCA-4491-957A-95DD526F371D}" dt="2025-04-07T13:57:29.844" v="1528" actId="478"/>
          <ac:spMkLst>
            <pc:docMk/>
            <pc:sldMk cId="2207459491" sldId="366"/>
            <ac:spMk id="18" creationId="{0C9E3C66-DCB9-F777-B16F-FA47AACFEB89}"/>
          </ac:spMkLst>
        </pc:spChg>
        <pc:spChg chg="add mod">
          <ac:chgData name="Jordan, Stuart" userId="1bf9a496-f356-4f9c-b15f-a24cde0408c2" providerId="ADAL" clId="{E158FC76-EDCA-4491-957A-95DD526F371D}" dt="2025-04-07T13:57:49.722" v="1533" actId="14100"/>
          <ac:spMkLst>
            <pc:docMk/>
            <pc:sldMk cId="2207459491" sldId="366"/>
            <ac:spMk id="19" creationId="{FC648FE1-8972-FAF9-C160-9878F64F547B}"/>
          </ac:spMkLst>
        </pc:spChg>
        <pc:spChg chg="add del mod">
          <ac:chgData name="Jordan, Stuart" userId="1bf9a496-f356-4f9c-b15f-a24cde0408c2" providerId="ADAL" clId="{E158FC76-EDCA-4491-957A-95DD526F371D}" dt="2025-04-07T13:57:19.788" v="1524" actId="478"/>
          <ac:spMkLst>
            <pc:docMk/>
            <pc:sldMk cId="2207459491" sldId="366"/>
            <ac:spMk id="20" creationId="{6B26CB78-9DD6-46BC-4C12-4145EE66408F}"/>
          </ac:spMkLst>
        </pc:spChg>
        <pc:spChg chg="add del mod">
          <ac:chgData name="Jordan, Stuart" userId="1bf9a496-f356-4f9c-b15f-a24cde0408c2" providerId="ADAL" clId="{E158FC76-EDCA-4491-957A-95DD526F371D}" dt="2025-04-07T13:56:43.114" v="1518" actId="478"/>
          <ac:spMkLst>
            <pc:docMk/>
            <pc:sldMk cId="2207459491" sldId="366"/>
            <ac:spMk id="21" creationId="{5F29E1DF-0862-0209-DF3A-6D67876DA363}"/>
          </ac:spMkLst>
        </pc:spChg>
        <pc:spChg chg="add del mod">
          <ac:chgData name="Jordan, Stuart" userId="1bf9a496-f356-4f9c-b15f-a24cde0408c2" providerId="ADAL" clId="{E158FC76-EDCA-4491-957A-95DD526F371D}" dt="2025-04-07T13:56:41.922" v="1517" actId="478"/>
          <ac:spMkLst>
            <pc:docMk/>
            <pc:sldMk cId="2207459491" sldId="366"/>
            <ac:spMk id="22" creationId="{1E3E51DB-56E4-FDED-EFC1-5EA7B378EBC6}"/>
          </ac:spMkLst>
        </pc:spChg>
        <pc:spChg chg="add mod">
          <ac:chgData name="Jordan, Stuart" userId="1bf9a496-f356-4f9c-b15f-a24cde0408c2" providerId="ADAL" clId="{E158FC76-EDCA-4491-957A-95DD526F371D}" dt="2025-04-07T13:58:11.493" v="1540" actId="1076"/>
          <ac:spMkLst>
            <pc:docMk/>
            <pc:sldMk cId="2207459491" sldId="366"/>
            <ac:spMk id="23" creationId="{ADB2AEE6-4E20-92E3-E736-01CA3068BEEC}"/>
          </ac:spMkLst>
        </pc:spChg>
        <pc:spChg chg="add mod">
          <ac:chgData name="Jordan, Stuart" userId="1bf9a496-f356-4f9c-b15f-a24cde0408c2" providerId="ADAL" clId="{E158FC76-EDCA-4491-957A-95DD526F371D}" dt="2025-04-07T13:58:15.906" v="1542" actId="1076"/>
          <ac:spMkLst>
            <pc:docMk/>
            <pc:sldMk cId="2207459491" sldId="366"/>
            <ac:spMk id="24" creationId="{CA70E641-9310-E3E0-AC8D-3BDF82387BB8}"/>
          </ac:spMkLst>
        </pc:spChg>
        <pc:spChg chg="add mod">
          <ac:chgData name="Jordan, Stuart" userId="1bf9a496-f356-4f9c-b15f-a24cde0408c2" providerId="ADAL" clId="{E158FC76-EDCA-4491-957A-95DD526F371D}" dt="2025-04-07T13:58:16.604" v="1543"/>
          <ac:spMkLst>
            <pc:docMk/>
            <pc:sldMk cId="2207459491" sldId="366"/>
            <ac:spMk id="25" creationId="{983F3776-BAF7-2368-A678-8139C5D3571F}"/>
          </ac:spMkLst>
        </pc:spChg>
        <pc:spChg chg="add mod">
          <ac:chgData name="Jordan, Stuart" userId="1bf9a496-f356-4f9c-b15f-a24cde0408c2" providerId="ADAL" clId="{E158FC76-EDCA-4491-957A-95DD526F371D}" dt="2025-04-07T13:58:18.761" v="1544"/>
          <ac:spMkLst>
            <pc:docMk/>
            <pc:sldMk cId="2207459491" sldId="366"/>
            <ac:spMk id="26" creationId="{572A6F2F-7E37-B57F-E45D-32450DAA5D2D}"/>
          </ac:spMkLst>
        </pc:spChg>
        <pc:spChg chg="add mod">
          <ac:chgData name="Jordan, Stuart" userId="1bf9a496-f356-4f9c-b15f-a24cde0408c2" providerId="ADAL" clId="{E158FC76-EDCA-4491-957A-95DD526F371D}" dt="2025-04-07T13:58:19.556" v="1545"/>
          <ac:spMkLst>
            <pc:docMk/>
            <pc:sldMk cId="2207459491" sldId="366"/>
            <ac:spMk id="27" creationId="{F15C2BC9-DB28-6EAE-EEC6-56B7F791C794}"/>
          </ac:spMkLst>
        </pc:spChg>
        <pc:spChg chg="add mod">
          <ac:chgData name="Jordan, Stuart" userId="1bf9a496-f356-4f9c-b15f-a24cde0408c2" providerId="ADAL" clId="{E158FC76-EDCA-4491-957A-95DD526F371D}" dt="2025-04-07T13:58:19.955" v="1546"/>
          <ac:spMkLst>
            <pc:docMk/>
            <pc:sldMk cId="2207459491" sldId="366"/>
            <ac:spMk id="28" creationId="{88EB3707-FB2B-52DB-479B-498B883D2148}"/>
          </ac:spMkLst>
        </pc:spChg>
        <pc:spChg chg="add mod">
          <ac:chgData name="Jordan, Stuart" userId="1bf9a496-f356-4f9c-b15f-a24cde0408c2" providerId="ADAL" clId="{E158FC76-EDCA-4491-957A-95DD526F371D}" dt="2025-04-07T13:58:20.997" v="1547"/>
          <ac:spMkLst>
            <pc:docMk/>
            <pc:sldMk cId="2207459491" sldId="366"/>
            <ac:spMk id="29" creationId="{5F64BAC2-F2B8-992A-A578-4B5F44FAFF16}"/>
          </ac:spMkLst>
        </pc:spChg>
        <pc:spChg chg="add mod">
          <ac:chgData name="Jordan, Stuart" userId="1bf9a496-f356-4f9c-b15f-a24cde0408c2" providerId="ADAL" clId="{E158FC76-EDCA-4491-957A-95DD526F371D}" dt="2025-04-07T13:58:27.926" v="1549" actId="1076"/>
          <ac:spMkLst>
            <pc:docMk/>
            <pc:sldMk cId="2207459491" sldId="366"/>
            <ac:spMk id="30" creationId="{A2ABE584-D424-CE05-7B73-97D4289312F8}"/>
          </ac:spMkLst>
        </pc:spChg>
        <pc:spChg chg="add mod">
          <ac:chgData name="Jordan, Stuart" userId="1bf9a496-f356-4f9c-b15f-a24cde0408c2" providerId="ADAL" clId="{E158FC76-EDCA-4491-957A-95DD526F371D}" dt="2025-04-07T13:58:29.070" v="1550"/>
          <ac:spMkLst>
            <pc:docMk/>
            <pc:sldMk cId="2207459491" sldId="366"/>
            <ac:spMk id="31" creationId="{6DC8E8EE-4A0A-D661-E0AE-9CC443B4C9C7}"/>
          </ac:spMkLst>
        </pc:spChg>
        <pc:spChg chg="add mod">
          <ac:chgData name="Jordan, Stuart" userId="1bf9a496-f356-4f9c-b15f-a24cde0408c2" providerId="ADAL" clId="{E158FC76-EDCA-4491-957A-95DD526F371D}" dt="2025-04-07T13:58:32.570" v="1552" actId="1076"/>
          <ac:spMkLst>
            <pc:docMk/>
            <pc:sldMk cId="2207459491" sldId="366"/>
            <ac:spMk id="32" creationId="{71D9561B-10E4-E392-0738-A04719885AD7}"/>
          </ac:spMkLst>
        </pc:spChg>
        <pc:spChg chg="add mod">
          <ac:chgData name="Jordan, Stuart" userId="1bf9a496-f356-4f9c-b15f-a24cde0408c2" providerId="ADAL" clId="{E158FC76-EDCA-4491-957A-95DD526F371D}" dt="2025-04-07T13:58:33.330" v="1553"/>
          <ac:spMkLst>
            <pc:docMk/>
            <pc:sldMk cId="2207459491" sldId="366"/>
            <ac:spMk id="33" creationId="{E1123862-3F2D-9AA6-8D24-D9673BC77701}"/>
          </ac:spMkLst>
        </pc:spChg>
        <pc:spChg chg="add mod">
          <ac:chgData name="Jordan, Stuart" userId="1bf9a496-f356-4f9c-b15f-a24cde0408c2" providerId="ADAL" clId="{E158FC76-EDCA-4491-957A-95DD526F371D}" dt="2025-04-07T13:58:34.179" v="1554"/>
          <ac:spMkLst>
            <pc:docMk/>
            <pc:sldMk cId="2207459491" sldId="366"/>
            <ac:spMk id="34" creationId="{C92F1041-BEEE-2E69-BCE0-2D1578C1036C}"/>
          </ac:spMkLst>
        </pc:spChg>
        <pc:spChg chg="add mod">
          <ac:chgData name="Jordan, Stuart" userId="1bf9a496-f356-4f9c-b15f-a24cde0408c2" providerId="ADAL" clId="{E158FC76-EDCA-4491-957A-95DD526F371D}" dt="2025-04-07T13:58:40.131" v="1556" actId="1076"/>
          <ac:spMkLst>
            <pc:docMk/>
            <pc:sldMk cId="2207459491" sldId="366"/>
            <ac:spMk id="35" creationId="{90B3319C-E233-5A9C-9D6C-47B1BF333F13}"/>
          </ac:spMkLst>
        </pc:spChg>
        <pc:spChg chg="add mod">
          <ac:chgData name="Jordan, Stuart" userId="1bf9a496-f356-4f9c-b15f-a24cde0408c2" providerId="ADAL" clId="{E158FC76-EDCA-4491-957A-95DD526F371D}" dt="2025-04-07T13:58:40.813" v="1557"/>
          <ac:spMkLst>
            <pc:docMk/>
            <pc:sldMk cId="2207459491" sldId="366"/>
            <ac:spMk id="36" creationId="{F9237139-DFD0-1960-EB1C-69989A53F4C9}"/>
          </ac:spMkLst>
        </pc:spChg>
        <pc:graphicFrameChg chg="mod">
          <ac:chgData name="Jordan, Stuart" userId="1bf9a496-f356-4f9c-b15f-a24cde0408c2" providerId="ADAL" clId="{E158FC76-EDCA-4491-957A-95DD526F371D}" dt="2025-04-07T13:57:11.705" v="1521" actId="1076"/>
          <ac:graphicFrameMkLst>
            <pc:docMk/>
            <pc:sldMk cId="2207459491" sldId="366"/>
            <ac:graphicFrameMk id="10" creationId="{004C274C-CE32-FF1A-0F60-5D63CC25AFE8}"/>
          </ac:graphicFrameMkLst>
        </pc:graphicFrameChg>
      </pc:sldChg>
      <pc:sldChg chg="modSp add del">
        <pc:chgData name="Jordan, Stuart" userId="1bf9a496-f356-4f9c-b15f-a24cde0408c2" providerId="ADAL" clId="{E158FC76-EDCA-4491-957A-95DD526F371D}" dt="2025-04-07T14:36:21.330" v="3629" actId="2696"/>
        <pc:sldMkLst>
          <pc:docMk/>
          <pc:sldMk cId="2380781654" sldId="367"/>
        </pc:sldMkLst>
        <pc:graphicFrameChg chg="mod">
          <ac:chgData name="Jordan, Stuart" userId="1bf9a496-f356-4f9c-b15f-a24cde0408c2" providerId="ADAL" clId="{E158FC76-EDCA-4491-957A-95DD526F371D}" dt="2025-04-07T13:51:18.218" v="1206"/>
          <ac:graphicFrameMkLst>
            <pc:docMk/>
            <pc:sldMk cId="2380781654" sldId="367"/>
            <ac:graphicFrameMk id="10" creationId="{A3EC238C-5AC3-4967-A4D6-C8BEB70152CB}"/>
          </ac:graphicFrameMkLst>
        </pc:graphicFrameChg>
      </pc:sldChg>
      <pc:sldChg chg="add del">
        <pc:chgData name="Jordan, Stuart" userId="1bf9a496-f356-4f9c-b15f-a24cde0408c2" providerId="ADAL" clId="{E158FC76-EDCA-4491-957A-95DD526F371D}" dt="2025-04-07T14:36:21.330" v="3629" actId="2696"/>
        <pc:sldMkLst>
          <pc:docMk/>
          <pc:sldMk cId="3494221085" sldId="368"/>
        </pc:sldMkLst>
      </pc:sldChg>
      <pc:sldChg chg="modSp add del mod">
        <pc:chgData name="Jordan, Stuart" userId="1bf9a496-f356-4f9c-b15f-a24cde0408c2" providerId="ADAL" clId="{E158FC76-EDCA-4491-957A-95DD526F371D}" dt="2025-04-07T14:36:21.330" v="3629" actId="2696"/>
        <pc:sldMkLst>
          <pc:docMk/>
          <pc:sldMk cId="1157754733" sldId="369"/>
        </pc:sldMkLst>
        <pc:graphicFrameChg chg="modGraphic">
          <ac:chgData name="Jordan, Stuart" userId="1bf9a496-f356-4f9c-b15f-a24cde0408c2" providerId="ADAL" clId="{E158FC76-EDCA-4491-957A-95DD526F371D}" dt="2025-04-07T13:54:32.557" v="1407" actId="20577"/>
          <ac:graphicFrameMkLst>
            <pc:docMk/>
            <pc:sldMk cId="1157754733" sldId="369"/>
            <ac:graphicFrameMk id="10" creationId="{C020ADFE-B7BA-266C-1455-89C57E1844B1}"/>
          </ac:graphicFrameMkLst>
        </pc:graphicFrameChg>
      </pc:sldChg>
      <pc:sldChg chg="modSp add del mod">
        <pc:chgData name="Jordan, Stuart" userId="1bf9a496-f356-4f9c-b15f-a24cde0408c2" providerId="ADAL" clId="{E158FC76-EDCA-4491-957A-95DD526F371D}" dt="2025-04-07T14:36:21.330" v="3629" actId="2696"/>
        <pc:sldMkLst>
          <pc:docMk/>
          <pc:sldMk cId="146663574" sldId="370"/>
        </pc:sldMkLst>
        <pc:spChg chg="mod">
          <ac:chgData name="Jordan, Stuart" userId="1bf9a496-f356-4f9c-b15f-a24cde0408c2" providerId="ADAL" clId="{E158FC76-EDCA-4491-957A-95DD526F371D}" dt="2025-04-07T13:59:11.347" v="1559" actId="1076"/>
          <ac:spMkLst>
            <pc:docMk/>
            <pc:sldMk cId="146663574" sldId="370"/>
            <ac:spMk id="7" creationId="{DE2D910B-BA3A-0409-A241-27A866794ECA}"/>
          </ac:spMkLst>
        </pc:spChg>
        <pc:spChg chg="mod">
          <ac:chgData name="Jordan, Stuart" userId="1bf9a496-f356-4f9c-b15f-a24cde0408c2" providerId="ADAL" clId="{E158FC76-EDCA-4491-957A-95DD526F371D}" dt="2025-04-07T13:59:15.157" v="1560" actId="1076"/>
          <ac:spMkLst>
            <pc:docMk/>
            <pc:sldMk cId="146663574" sldId="370"/>
            <ac:spMk id="11" creationId="{A7EA3539-EF07-4813-73CF-5F26F8608010}"/>
          </ac:spMkLst>
        </pc:spChg>
        <pc:spChg chg="mod">
          <ac:chgData name="Jordan, Stuart" userId="1bf9a496-f356-4f9c-b15f-a24cde0408c2" providerId="ADAL" clId="{E158FC76-EDCA-4491-957A-95DD526F371D}" dt="2025-04-07T13:59:26.538" v="1580" actId="20577"/>
          <ac:spMkLst>
            <pc:docMk/>
            <pc:sldMk cId="146663574" sldId="370"/>
            <ac:spMk id="12" creationId="{95DD644B-7AAF-4597-7ABB-04FBBFF9F0E9}"/>
          </ac:spMkLst>
        </pc:spChg>
      </pc:sldChg>
      <pc:sldChg chg="modSp add del mod">
        <pc:chgData name="Jordan, Stuart" userId="1bf9a496-f356-4f9c-b15f-a24cde0408c2" providerId="ADAL" clId="{E158FC76-EDCA-4491-957A-95DD526F371D}" dt="2025-04-07T14:36:21.330" v="3629" actId="2696"/>
        <pc:sldMkLst>
          <pc:docMk/>
          <pc:sldMk cId="405053663" sldId="371"/>
        </pc:sldMkLst>
        <pc:graphicFrameChg chg="modGraphic">
          <ac:chgData name="Jordan, Stuart" userId="1bf9a496-f356-4f9c-b15f-a24cde0408c2" providerId="ADAL" clId="{E158FC76-EDCA-4491-957A-95DD526F371D}" dt="2025-04-07T14:00:45.942" v="1598" actId="20577"/>
          <ac:graphicFrameMkLst>
            <pc:docMk/>
            <pc:sldMk cId="405053663" sldId="371"/>
            <ac:graphicFrameMk id="10" creationId="{8B44045E-0979-0FD6-F854-CE74AC0F1002}"/>
          </ac:graphicFrameMkLst>
        </pc:graphicFrameChg>
      </pc:sldChg>
      <pc:sldChg chg="modSp add del mod">
        <pc:chgData name="Jordan, Stuart" userId="1bf9a496-f356-4f9c-b15f-a24cde0408c2" providerId="ADAL" clId="{E158FC76-EDCA-4491-957A-95DD526F371D}" dt="2025-04-07T14:36:21.330" v="3629" actId="2696"/>
        <pc:sldMkLst>
          <pc:docMk/>
          <pc:sldMk cId="2936252958" sldId="372"/>
        </pc:sldMkLst>
        <pc:spChg chg="mod">
          <ac:chgData name="Jordan, Stuart" userId="1bf9a496-f356-4f9c-b15f-a24cde0408c2" providerId="ADAL" clId="{E158FC76-EDCA-4491-957A-95DD526F371D}" dt="2025-04-07T14:01:01.940" v="1599" actId="1076"/>
          <ac:spMkLst>
            <pc:docMk/>
            <pc:sldMk cId="2936252958" sldId="372"/>
            <ac:spMk id="7" creationId="{FC346437-4589-9ED3-7C5D-12A3003E9A22}"/>
          </ac:spMkLst>
        </pc:spChg>
        <pc:spChg chg="mod">
          <ac:chgData name="Jordan, Stuart" userId="1bf9a496-f356-4f9c-b15f-a24cde0408c2" providerId="ADAL" clId="{E158FC76-EDCA-4491-957A-95DD526F371D}" dt="2025-04-07T14:01:04.554" v="1600" actId="1076"/>
          <ac:spMkLst>
            <pc:docMk/>
            <pc:sldMk cId="2936252958" sldId="372"/>
            <ac:spMk id="11" creationId="{1E21B7B0-2667-43ED-15CF-6B6A58FEA066}"/>
          </ac:spMkLst>
        </pc:spChg>
        <pc:spChg chg="mod">
          <ac:chgData name="Jordan, Stuart" userId="1bf9a496-f356-4f9c-b15f-a24cde0408c2" providerId="ADAL" clId="{E158FC76-EDCA-4491-957A-95DD526F371D}" dt="2025-04-07T14:01:43.842" v="1640" actId="20577"/>
          <ac:spMkLst>
            <pc:docMk/>
            <pc:sldMk cId="2936252958" sldId="372"/>
            <ac:spMk id="12" creationId="{89BB094A-072B-BBCB-1EA6-94E5DA2F01EB}"/>
          </ac:spMkLst>
        </pc:spChg>
      </pc:sldChg>
      <pc:sldChg chg="modSp add del mod">
        <pc:chgData name="Jordan, Stuart" userId="1bf9a496-f356-4f9c-b15f-a24cde0408c2" providerId="ADAL" clId="{E158FC76-EDCA-4491-957A-95DD526F371D}" dt="2025-04-07T14:36:21.330" v="3629" actId="2696"/>
        <pc:sldMkLst>
          <pc:docMk/>
          <pc:sldMk cId="907989577" sldId="373"/>
        </pc:sldMkLst>
        <pc:spChg chg="mod">
          <ac:chgData name="Jordan, Stuart" userId="1bf9a496-f356-4f9c-b15f-a24cde0408c2" providerId="ADAL" clId="{E158FC76-EDCA-4491-957A-95DD526F371D}" dt="2025-04-07T14:00:06.536" v="1589" actId="1076"/>
          <ac:spMkLst>
            <pc:docMk/>
            <pc:sldMk cId="907989577" sldId="373"/>
            <ac:spMk id="7" creationId="{695368B8-435A-B8A6-0D94-D9398D858450}"/>
          </ac:spMkLst>
        </pc:spChg>
        <pc:spChg chg="mod">
          <ac:chgData name="Jordan, Stuart" userId="1bf9a496-f356-4f9c-b15f-a24cde0408c2" providerId="ADAL" clId="{E158FC76-EDCA-4491-957A-95DD526F371D}" dt="2025-04-07T14:00:09.192" v="1590" actId="1076"/>
          <ac:spMkLst>
            <pc:docMk/>
            <pc:sldMk cId="907989577" sldId="373"/>
            <ac:spMk id="11" creationId="{79B978CA-A582-7D73-4B28-7858217CC91B}"/>
          </ac:spMkLst>
        </pc:spChg>
        <pc:spChg chg="mod">
          <ac:chgData name="Jordan, Stuart" userId="1bf9a496-f356-4f9c-b15f-a24cde0408c2" providerId="ADAL" clId="{E158FC76-EDCA-4491-957A-95DD526F371D}" dt="2025-04-07T14:01:31.697" v="1633" actId="20577"/>
          <ac:spMkLst>
            <pc:docMk/>
            <pc:sldMk cId="907989577" sldId="373"/>
            <ac:spMk id="12" creationId="{E27F02C4-CB02-F659-8722-0BB96BC5C098}"/>
          </ac:spMkLst>
        </pc:spChg>
        <pc:graphicFrameChg chg="modGraphic">
          <ac:chgData name="Jordan, Stuart" userId="1bf9a496-f356-4f9c-b15f-a24cde0408c2" providerId="ADAL" clId="{E158FC76-EDCA-4491-957A-95DD526F371D}" dt="2025-04-07T14:02:00.212" v="1644" actId="20577"/>
          <ac:graphicFrameMkLst>
            <pc:docMk/>
            <pc:sldMk cId="907989577" sldId="373"/>
            <ac:graphicFrameMk id="10" creationId="{36F89A5B-390C-8EC3-C50D-67D332B6E7D5}"/>
          </ac:graphicFrameMkLst>
        </pc:graphicFrameChg>
      </pc:sldChg>
      <pc:sldChg chg="modSp add del mod">
        <pc:chgData name="Jordan, Stuart" userId="1bf9a496-f356-4f9c-b15f-a24cde0408c2" providerId="ADAL" clId="{E158FC76-EDCA-4491-957A-95DD526F371D}" dt="2025-04-07T14:36:21.330" v="3629" actId="2696"/>
        <pc:sldMkLst>
          <pc:docMk/>
          <pc:sldMk cId="213989410" sldId="374"/>
        </pc:sldMkLst>
        <pc:spChg chg="mod">
          <ac:chgData name="Jordan, Stuart" userId="1bf9a496-f356-4f9c-b15f-a24cde0408c2" providerId="ADAL" clId="{E158FC76-EDCA-4491-957A-95DD526F371D}" dt="2025-04-07T14:02:09.600" v="1683" actId="1036"/>
          <ac:spMkLst>
            <pc:docMk/>
            <pc:sldMk cId="213989410" sldId="374"/>
            <ac:spMk id="7" creationId="{1FC35CAD-7BFD-F9E8-5B47-6E38991B5C69}"/>
          </ac:spMkLst>
        </pc:spChg>
        <pc:spChg chg="mod">
          <ac:chgData name="Jordan, Stuart" userId="1bf9a496-f356-4f9c-b15f-a24cde0408c2" providerId="ADAL" clId="{E158FC76-EDCA-4491-957A-95DD526F371D}" dt="2025-04-07T14:02:09.600" v="1683" actId="1036"/>
          <ac:spMkLst>
            <pc:docMk/>
            <pc:sldMk cId="213989410" sldId="374"/>
            <ac:spMk id="11" creationId="{91D46869-9FDF-DF93-C595-7D94F96EE683}"/>
          </ac:spMkLst>
        </pc:spChg>
        <pc:spChg chg="mod">
          <ac:chgData name="Jordan, Stuart" userId="1bf9a496-f356-4f9c-b15f-a24cde0408c2" providerId="ADAL" clId="{E158FC76-EDCA-4491-957A-95DD526F371D}" dt="2025-04-07T14:02:22.356" v="1711" actId="20577"/>
          <ac:spMkLst>
            <pc:docMk/>
            <pc:sldMk cId="213989410" sldId="374"/>
            <ac:spMk id="12" creationId="{CB3E72D8-54DA-C6B6-B085-536718EDDFFF}"/>
          </ac:spMkLst>
        </pc:spChg>
        <pc:graphicFrameChg chg="modGraphic">
          <ac:chgData name="Jordan, Stuart" userId="1bf9a496-f356-4f9c-b15f-a24cde0408c2" providerId="ADAL" clId="{E158FC76-EDCA-4491-957A-95DD526F371D}" dt="2025-04-07T14:02:34.059" v="1715" actId="20577"/>
          <ac:graphicFrameMkLst>
            <pc:docMk/>
            <pc:sldMk cId="213989410" sldId="374"/>
            <ac:graphicFrameMk id="10" creationId="{F50D6D4A-2D99-BD60-54EE-DD97919C9071}"/>
          </ac:graphicFrameMkLst>
        </pc:graphicFrameChg>
      </pc:sldChg>
      <pc:sldChg chg="new del">
        <pc:chgData name="Jordan, Stuart" userId="1bf9a496-f356-4f9c-b15f-a24cde0408c2" providerId="ADAL" clId="{E158FC76-EDCA-4491-957A-95DD526F371D}" dt="2025-04-07T14:02:44.396" v="1718" actId="47"/>
        <pc:sldMkLst>
          <pc:docMk/>
          <pc:sldMk cId="518144457" sldId="375"/>
        </pc:sldMkLst>
      </pc:sldChg>
      <pc:sldChg chg="delSp modSp add del mod">
        <pc:chgData name="Jordan, Stuart" userId="1bf9a496-f356-4f9c-b15f-a24cde0408c2" providerId="ADAL" clId="{E158FC76-EDCA-4491-957A-95DD526F371D}" dt="2025-04-07T14:36:21.330" v="3629" actId="2696"/>
        <pc:sldMkLst>
          <pc:docMk/>
          <pc:sldMk cId="3987360942" sldId="376"/>
        </pc:sldMkLst>
        <pc:spChg chg="del">
          <ac:chgData name="Jordan, Stuart" userId="1bf9a496-f356-4f9c-b15f-a24cde0408c2" providerId="ADAL" clId="{E158FC76-EDCA-4491-957A-95DD526F371D}" dt="2025-04-07T14:03:17.315" v="1802" actId="478"/>
          <ac:spMkLst>
            <pc:docMk/>
            <pc:sldMk cId="3987360942" sldId="376"/>
            <ac:spMk id="7" creationId="{E243FD84-8177-51D2-E7A4-1DD8C9F22768}"/>
          </ac:spMkLst>
        </pc:spChg>
        <pc:spChg chg="del">
          <ac:chgData name="Jordan, Stuart" userId="1bf9a496-f356-4f9c-b15f-a24cde0408c2" providerId="ADAL" clId="{E158FC76-EDCA-4491-957A-95DD526F371D}" dt="2025-04-07T14:03:19.601" v="1803" actId="478"/>
          <ac:spMkLst>
            <pc:docMk/>
            <pc:sldMk cId="3987360942" sldId="376"/>
            <ac:spMk id="11" creationId="{7599BD43-0678-9B74-6088-C921F75EA4B1}"/>
          </ac:spMkLst>
        </pc:spChg>
        <pc:spChg chg="mod">
          <ac:chgData name="Jordan, Stuart" userId="1bf9a496-f356-4f9c-b15f-a24cde0408c2" providerId="ADAL" clId="{E158FC76-EDCA-4491-957A-95DD526F371D}" dt="2025-04-07T14:03:11.973" v="1801" actId="20577"/>
          <ac:spMkLst>
            <pc:docMk/>
            <pc:sldMk cId="3987360942" sldId="376"/>
            <ac:spMk id="12" creationId="{74198288-066E-BF18-200D-562A1F1DAD50}"/>
          </ac:spMkLst>
        </pc:spChg>
      </pc:sldChg>
      <pc:sldChg chg="addSp modSp add del mod">
        <pc:chgData name="Jordan, Stuart" userId="1bf9a496-f356-4f9c-b15f-a24cde0408c2" providerId="ADAL" clId="{E158FC76-EDCA-4491-957A-95DD526F371D}" dt="2025-04-07T14:36:21.330" v="3629" actId="2696"/>
        <pc:sldMkLst>
          <pc:docMk/>
          <pc:sldMk cId="3572392790" sldId="377"/>
        </pc:sldMkLst>
        <pc:spChg chg="add mod">
          <ac:chgData name="Jordan, Stuart" userId="1bf9a496-f356-4f9c-b15f-a24cde0408c2" providerId="ADAL" clId="{E158FC76-EDCA-4491-957A-95DD526F371D}" dt="2025-04-07T14:07:24.663" v="2005" actId="14100"/>
          <ac:spMkLst>
            <pc:docMk/>
            <pc:sldMk cId="3572392790" sldId="377"/>
            <ac:spMk id="7" creationId="{D2B46515-EC04-A975-35B7-4E854523AE22}"/>
          </ac:spMkLst>
        </pc:spChg>
        <pc:spChg chg="add mod">
          <ac:chgData name="Jordan, Stuart" userId="1bf9a496-f356-4f9c-b15f-a24cde0408c2" providerId="ADAL" clId="{E158FC76-EDCA-4491-957A-95DD526F371D}" dt="2025-04-07T14:07:24.663" v="2005" actId="14100"/>
          <ac:spMkLst>
            <pc:docMk/>
            <pc:sldMk cId="3572392790" sldId="377"/>
            <ac:spMk id="11" creationId="{8236A583-B5FB-28BA-CB97-061C3FB58246}"/>
          </ac:spMkLst>
        </pc:spChg>
        <pc:spChg chg="mod ord">
          <ac:chgData name="Jordan, Stuart" userId="1bf9a496-f356-4f9c-b15f-a24cde0408c2" providerId="ADAL" clId="{E158FC76-EDCA-4491-957A-95DD526F371D}" dt="2025-04-07T14:05:27.960" v="1979" actId="1076"/>
          <ac:spMkLst>
            <pc:docMk/>
            <pc:sldMk cId="3572392790" sldId="377"/>
            <ac:spMk id="12" creationId="{6597CB2A-ABF2-CA48-19DF-9282E604D733}"/>
          </ac:spMkLst>
        </pc:spChg>
        <pc:spChg chg="add mod">
          <ac:chgData name="Jordan, Stuart" userId="1bf9a496-f356-4f9c-b15f-a24cde0408c2" providerId="ADAL" clId="{E158FC76-EDCA-4491-957A-95DD526F371D}" dt="2025-04-07T14:07:24.663" v="2005" actId="14100"/>
          <ac:spMkLst>
            <pc:docMk/>
            <pc:sldMk cId="3572392790" sldId="377"/>
            <ac:spMk id="13" creationId="{A982083A-A289-58C5-DF10-B273CF3A26E2}"/>
          </ac:spMkLst>
        </pc:spChg>
        <pc:spChg chg="add mod">
          <ac:chgData name="Jordan, Stuart" userId="1bf9a496-f356-4f9c-b15f-a24cde0408c2" providerId="ADAL" clId="{E158FC76-EDCA-4491-957A-95DD526F371D}" dt="2025-04-07T14:07:24.663" v="2005" actId="14100"/>
          <ac:spMkLst>
            <pc:docMk/>
            <pc:sldMk cId="3572392790" sldId="377"/>
            <ac:spMk id="14" creationId="{71CF8020-AC79-E144-9CA0-DD309D20C187}"/>
          </ac:spMkLst>
        </pc:spChg>
      </pc:sldChg>
      <pc:sldChg chg="addSp delSp modSp add del mod">
        <pc:chgData name="Jordan, Stuart" userId="1bf9a496-f356-4f9c-b15f-a24cde0408c2" providerId="ADAL" clId="{E158FC76-EDCA-4491-957A-95DD526F371D}" dt="2025-04-07T14:36:21.330" v="3629" actId="2696"/>
        <pc:sldMkLst>
          <pc:docMk/>
          <pc:sldMk cId="4087495697" sldId="378"/>
        </pc:sldMkLst>
        <pc:spChg chg="del">
          <ac:chgData name="Jordan, Stuart" userId="1bf9a496-f356-4f9c-b15f-a24cde0408c2" providerId="ADAL" clId="{E158FC76-EDCA-4491-957A-95DD526F371D}" dt="2025-04-07T14:07:31.627" v="2006" actId="478"/>
          <ac:spMkLst>
            <pc:docMk/>
            <pc:sldMk cId="4087495697" sldId="378"/>
            <ac:spMk id="7" creationId="{7B1619AF-38B7-C2EC-B813-30776E90291E}"/>
          </ac:spMkLst>
        </pc:spChg>
        <pc:spChg chg="del">
          <ac:chgData name="Jordan, Stuart" userId="1bf9a496-f356-4f9c-b15f-a24cde0408c2" providerId="ADAL" clId="{E158FC76-EDCA-4491-957A-95DD526F371D}" dt="2025-04-07T14:07:32.642" v="2007" actId="478"/>
          <ac:spMkLst>
            <pc:docMk/>
            <pc:sldMk cId="4087495697" sldId="378"/>
            <ac:spMk id="11" creationId="{1C658438-6E92-00E9-88A7-294B3FD54E28}"/>
          </ac:spMkLst>
        </pc:spChg>
        <pc:spChg chg="del">
          <ac:chgData name="Jordan, Stuart" userId="1bf9a496-f356-4f9c-b15f-a24cde0408c2" providerId="ADAL" clId="{E158FC76-EDCA-4491-957A-95DD526F371D}" dt="2025-04-07T14:07:33.784" v="2008" actId="478"/>
          <ac:spMkLst>
            <pc:docMk/>
            <pc:sldMk cId="4087495697" sldId="378"/>
            <ac:spMk id="13" creationId="{41FBE782-20C7-205E-2524-D54E45E435C8}"/>
          </ac:spMkLst>
        </pc:spChg>
        <pc:spChg chg="del">
          <ac:chgData name="Jordan, Stuart" userId="1bf9a496-f356-4f9c-b15f-a24cde0408c2" providerId="ADAL" clId="{E158FC76-EDCA-4491-957A-95DD526F371D}" dt="2025-04-07T14:07:35.482" v="2009" actId="478"/>
          <ac:spMkLst>
            <pc:docMk/>
            <pc:sldMk cId="4087495697" sldId="378"/>
            <ac:spMk id="14" creationId="{D30A2298-ACCD-8797-1A06-2198CCC39E56}"/>
          </ac:spMkLst>
        </pc:spChg>
        <pc:spChg chg="add mod">
          <ac:chgData name="Jordan, Stuart" userId="1bf9a496-f356-4f9c-b15f-a24cde0408c2" providerId="ADAL" clId="{E158FC76-EDCA-4491-957A-95DD526F371D}" dt="2025-04-07T14:07:36.577" v="2010"/>
          <ac:spMkLst>
            <pc:docMk/>
            <pc:sldMk cId="4087495697" sldId="378"/>
            <ac:spMk id="15" creationId="{31F3A207-1751-2F37-6E58-C15D6EC90519}"/>
          </ac:spMkLst>
        </pc:spChg>
        <pc:spChg chg="add mod">
          <ac:chgData name="Jordan, Stuart" userId="1bf9a496-f356-4f9c-b15f-a24cde0408c2" providerId="ADAL" clId="{E158FC76-EDCA-4491-957A-95DD526F371D}" dt="2025-04-07T14:07:36.577" v="2010"/>
          <ac:spMkLst>
            <pc:docMk/>
            <pc:sldMk cId="4087495697" sldId="378"/>
            <ac:spMk id="16" creationId="{813EB4B3-7B1F-41C4-9E02-C15ED26C2DCD}"/>
          </ac:spMkLst>
        </pc:spChg>
        <pc:spChg chg="add mod">
          <ac:chgData name="Jordan, Stuart" userId="1bf9a496-f356-4f9c-b15f-a24cde0408c2" providerId="ADAL" clId="{E158FC76-EDCA-4491-957A-95DD526F371D}" dt="2025-04-07T14:07:36.577" v="2010"/>
          <ac:spMkLst>
            <pc:docMk/>
            <pc:sldMk cId="4087495697" sldId="378"/>
            <ac:spMk id="17" creationId="{1F1C080C-8F88-884F-2956-1EFF3607724D}"/>
          </ac:spMkLst>
        </pc:spChg>
        <pc:spChg chg="add mod">
          <ac:chgData name="Jordan, Stuart" userId="1bf9a496-f356-4f9c-b15f-a24cde0408c2" providerId="ADAL" clId="{E158FC76-EDCA-4491-957A-95DD526F371D}" dt="2025-04-07T14:07:36.577" v="2010"/>
          <ac:spMkLst>
            <pc:docMk/>
            <pc:sldMk cId="4087495697" sldId="378"/>
            <ac:spMk id="18" creationId="{C500B32B-17CD-B3B1-050C-763E21EDF766}"/>
          </ac:spMkLst>
        </pc:spChg>
        <pc:graphicFrameChg chg="modGraphic">
          <ac:chgData name="Jordan, Stuart" userId="1bf9a496-f356-4f9c-b15f-a24cde0408c2" providerId="ADAL" clId="{E158FC76-EDCA-4491-957A-95DD526F371D}" dt="2025-04-07T14:05:49.419" v="1984" actId="20577"/>
          <ac:graphicFrameMkLst>
            <pc:docMk/>
            <pc:sldMk cId="4087495697" sldId="378"/>
            <ac:graphicFrameMk id="10" creationId="{A9A79C86-2BB8-98F0-DD76-6CA04FCD2995}"/>
          </ac:graphicFrameMkLst>
        </pc:graphicFrameChg>
      </pc:sldChg>
      <pc:sldChg chg="modSp add del mod">
        <pc:chgData name="Jordan, Stuart" userId="1bf9a496-f356-4f9c-b15f-a24cde0408c2" providerId="ADAL" clId="{E158FC76-EDCA-4491-957A-95DD526F371D}" dt="2025-04-07T14:36:21.330" v="3629" actId="2696"/>
        <pc:sldMkLst>
          <pc:docMk/>
          <pc:sldMk cId="3732109652" sldId="379"/>
        </pc:sldMkLst>
        <pc:spChg chg="mod">
          <ac:chgData name="Jordan, Stuart" userId="1bf9a496-f356-4f9c-b15f-a24cde0408c2" providerId="ADAL" clId="{E158FC76-EDCA-4491-957A-95DD526F371D}" dt="2025-04-07T14:08:09.601" v="2012" actId="208"/>
          <ac:spMkLst>
            <pc:docMk/>
            <pc:sldMk cId="3732109652" sldId="379"/>
            <ac:spMk id="7" creationId="{8E19A51E-8EB7-7540-D50E-A94A97BB1905}"/>
          </ac:spMkLst>
        </pc:spChg>
        <pc:spChg chg="mod">
          <ac:chgData name="Jordan, Stuart" userId="1bf9a496-f356-4f9c-b15f-a24cde0408c2" providerId="ADAL" clId="{E158FC76-EDCA-4491-957A-95DD526F371D}" dt="2025-04-07T14:08:09.601" v="2012" actId="208"/>
          <ac:spMkLst>
            <pc:docMk/>
            <pc:sldMk cId="3732109652" sldId="379"/>
            <ac:spMk id="11" creationId="{F7AE7CA8-2564-59C0-4AFB-455043D67109}"/>
          </ac:spMkLst>
        </pc:spChg>
        <pc:spChg chg="mod">
          <ac:chgData name="Jordan, Stuart" userId="1bf9a496-f356-4f9c-b15f-a24cde0408c2" providerId="ADAL" clId="{E158FC76-EDCA-4491-957A-95DD526F371D}" dt="2025-04-07T14:06:30.922" v="1997" actId="20577"/>
          <ac:spMkLst>
            <pc:docMk/>
            <pc:sldMk cId="3732109652" sldId="379"/>
            <ac:spMk id="12" creationId="{0A9C4A51-9923-74FA-C00C-3AF907C0260C}"/>
          </ac:spMkLst>
        </pc:spChg>
        <pc:spChg chg="mod">
          <ac:chgData name="Jordan, Stuart" userId="1bf9a496-f356-4f9c-b15f-a24cde0408c2" providerId="ADAL" clId="{E158FC76-EDCA-4491-957A-95DD526F371D}" dt="2025-04-07T14:08:09.601" v="2012" actId="208"/>
          <ac:spMkLst>
            <pc:docMk/>
            <pc:sldMk cId="3732109652" sldId="379"/>
            <ac:spMk id="13" creationId="{E5EF4D8B-974E-0666-FA44-26FAE874E95B}"/>
          </ac:spMkLst>
        </pc:spChg>
        <pc:spChg chg="mod">
          <ac:chgData name="Jordan, Stuart" userId="1bf9a496-f356-4f9c-b15f-a24cde0408c2" providerId="ADAL" clId="{E158FC76-EDCA-4491-957A-95DD526F371D}" dt="2025-04-07T14:08:09.601" v="2012" actId="208"/>
          <ac:spMkLst>
            <pc:docMk/>
            <pc:sldMk cId="3732109652" sldId="379"/>
            <ac:spMk id="14" creationId="{1203DB8C-53E7-14ED-20F9-5A0352333329}"/>
          </ac:spMkLst>
        </pc:spChg>
      </pc:sldChg>
      <pc:sldChg chg="modSp add del mod">
        <pc:chgData name="Jordan, Stuart" userId="1bf9a496-f356-4f9c-b15f-a24cde0408c2" providerId="ADAL" clId="{E158FC76-EDCA-4491-957A-95DD526F371D}" dt="2025-04-07T14:08:21.468" v="2014" actId="47"/>
        <pc:sldMkLst>
          <pc:docMk/>
          <pc:sldMk cId="509419877" sldId="380"/>
        </pc:sldMkLst>
        <pc:graphicFrameChg chg="modGraphic">
          <ac:chgData name="Jordan, Stuart" userId="1bf9a496-f356-4f9c-b15f-a24cde0408c2" providerId="ADAL" clId="{E158FC76-EDCA-4491-957A-95DD526F371D}" dt="2025-04-07T14:06:53.927" v="2002" actId="20577"/>
          <ac:graphicFrameMkLst>
            <pc:docMk/>
            <pc:sldMk cId="509419877" sldId="380"/>
            <ac:graphicFrameMk id="10" creationId="{DE33A509-81C1-7F5E-0C85-1365DFBAFA40}"/>
          </ac:graphicFrameMkLst>
        </pc:graphicFrameChg>
      </pc:sldChg>
      <pc:sldChg chg="modSp add del mod">
        <pc:chgData name="Jordan, Stuart" userId="1bf9a496-f356-4f9c-b15f-a24cde0408c2" providerId="ADAL" clId="{E158FC76-EDCA-4491-957A-95DD526F371D}" dt="2025-04-07T14:36:21.330" v="3629" actId="2696"/>
        <pc:sldMkLst>
          <pc:docMk/>
          <pc:sldMk cId="3449217128" sldId="381"/>
        </pc:sldMkLst>
        <pc:graphicFrameChg chg="modGraphic">
          <ac:chgData name="Jordan, Stuart" userId="1bf9a496-f356-4f9c-b15f-a24cde0408c2" providerId="ADAL" clId="{E158FC76-EDCA-4491-957A-95DD526F371D}" dt="2025-04-07T14:08:37.832" v="2018" actId="20577"/>
          <ac:graphicFrameMkLst>
            <pc:docMk/>
            <pc:sldMk cId="3449217128" sldId="381"/>
            <ac:graphicFrameMk id="10" creationId="{D9774D7C-4311-AC0E-F8A3-A5039E0BED57}"/>
          </ac:graphicFrameMkLst>
        </pc:graphicFrameChg>
      </pc:sldChg>
      <pc:sldChg chg="modSp add del mod">
        <pc:chgData name="Jordan, Stuart" userId="1bf9a496-f356-4f9c-b15f-a24cde0408c2" providerId="ADAL" clId="{E158FC76-EDCA-4491-957A-95DD526F371D}" dt="2025-04-07T14:36:21.330" v="3629" actId="2696"/>
        <pc:sldMkLst>
          <pc:docMk/>
          <pc:sldMk cId="2804869641" sldId="382"/>
        </pc:sldMkLst>
        <pc:spChg chg="mod">
          <ac:chgData name="Jordan, Stuart" userId="1bf9a496-f356-4f9c-b15f-a24cde0408c2" providerId="ADAL" clId="{E158FC76-EDCA-4491-957A-95DD526F371D}" dt="2025-04-07T14:09:09.739" v="2062" actId="1036"/>
          <ac:spMkLst>
            <pc:docMk/>
            <pc:sldMk cId="2804869641" sldId="382"/>
            <ac:spMk id="7" creationId="{2CF8ED58-2F5C-33D2-AD7D-C45A8660589C}"/>
          </ac:spMkLst>
        </pc:spChg>
        <pc:spChg chg="mod">
          <ac:chgData name="Jordan, Stuart" userId="1bf9a496-f356-4f9c-b15f-a24cde0408c2" providerId="ADAL" clId="{E158FC76-EDCA-4491-957A-95DD526F371D}" dt="2025-04-07T14:09:09.739" v="2062" actId="1036"/>
          <ac:spMkLst>
            <pc:docMk/>
            <pc:sldMk cId="2804869641" sldId="382"/>
            <ac:spMk id="11" creationId="{13F672EE-D6CA-3570-34A9-85E4C90C9D9A}"/>
          </ac:spMkLst>
        </pc:spChg>
        <pc:spChg chg="mod">
          <ac:chgData name="Jordan, Stuart" userId="1bf9a496-f356-4f9c-b15f-a24cde0408c2" providerId="ADAL" clId="{E158FC76-EDCA-4491-957A-95DD526F371D}" dt="2025-04-07T14:09:09.739" v="2062" actId="1036"/>
          <ac:spMkLst>
            <pc:docMk/>
            <pc:sldMk cId="2804869641" sldId="382"/>
            <ac:spMk id="12" creationId="{1791C26B-6D40-A2D0-1509-F5D96CD5493B}"/>
          </ac:spMkLst>
        </pc:spChg>
        <pc:spChg chg="mod">
          <ac:chgData name="Jordan, Stuart" userId="1bf9a496-f356-4f9c-b15f-a24cde0408c2" providerId="ADAL" clId="{E158FC76-EDCA-4491-957A-95DD526F371D}" dt="2025-04-07T14:09:09.739" v="2062" actId="1036"/>
          <ac:spMkLst>
            <pc:docMk/>
            <pc:sldMk cId="2804869641" sldId="382"/>
            <ac:spMk id="13" creationId="{060D80BA-6E49-7B64-3956-EF0772A51EBE}"/>
          </ac:spMkLst>
        </pc:spChg>
        <pc:spChg chg="mod">
          <ac:chgData name="Jordan, Stuart" userId="1bf9a496-f356-4f9c-b15f-a24cde0408c2" providerId="ADAL" clId="{E158FC76-EDCA-4491-957A-95DD526F371D}" dt="2025-04-07T14:09:09.739" v="2062" actId="1036"/>
          <ac:spMkLst>
            <pc:docMk/>
            <pc:sldMk cId="2804869641" sldId="382"/>
            <ac:spMk id="14" creationId="{E64222FA-D863-1B23-1BBF-105032B448E6}"/>
          </ac:spMkLst>
        </pc:spChg>
      </pc:sldChg>
      <pc:sldChg chg="modSp add del mod">
        <pc:chgData name="Jordan, Stuart" userId="1bf9a496-f356-4f9c-b15f-a24cde0408c2" providerId="ADAL" clId="{E158FC76-EDCA-4491-957A-95DD526F371D}" dt="2025-04-07T14:36:21.330" v="3629" actId="2696"/>
        <pc:sldMkLst>
          <pc:docMk/>
          <pc:sldMk cId="3593471080" sldId="383"/>
        </pc:sldMkLst>
        <pc:graphicFrameChg chg="modGraphic">
          <ac:chgData name="Jordan, Stuart" userId="1bf9a496-f356-4f9c-b15f-a24cde0408c2" providerId="ADAL" clId="{E158FC76-EDCA-4491-957A-95DD526F371D}" dt="2025-04-07T14:09:25.867" v="2069" actId="20577"/>
          <ac:graphicFrameMkLst>
            <pc:docMk/>
            <pc:sldMk cId="3593471080" sldId="383"/>
            <ac:graphicFrameMk id="10" creationId="{7FCF55BA-6B55-F503-20A4-DC93141F9D3E}"/>
          </ac:graphicFrameMkLst>
        </pc:graphicFrameChg>
      </pc:sldChg>
      <pc:sldChg chg="modSp add del mod">
        <pc:chgData name="Jordan, Stuart" userId="1bf9a496-f356-4f9c-b15f-a24cde0408c2" providerId="ADAL" clId="{E158FC76-EDCA-4491-957A-95DD526F371D}" dt="2025-04-07T14:36:21.330" v="3629" actId="2696"/>
        <pc:sldMkLst>
          <pc:docMk/>
          <pc:sldMk cId="3211249115" sldId="384"/>
        </pc:sldMkLst>
        <pc:spChg chg="mod">
          <ac:chgData name="Jordan, Stuart" userId="1bf9a496-f356-4f9c-b15f-a24cde0408c2" providerId="ADAL" clId="{E158FC76-EDCA-4491-957A-95DD526F371D}" dt="2025-04-07T14:10:14.271" v="2100" actId="1036"/>
          <ac:spMkLst>
            <pc:docMk/>
            <pc:sldMk cId="3211249115" sldId="384"/>
            <ac:spMk id="7" creationId="{C0E9102A-B0B0-D486-FA25-AD267238E546}"/>
          </ac:spMkLst>
        </pc:spChg>
        <pc:spChg chg="mod">
          <ac:chgData name="Jordan, Stuart" userId="1bf9a496-f356-4f9c-b15f-a24cde0408c2" providerId="ADAL" clId="{E158FC76-EDCA-4491-957A-95DD526F371D}" dt="2025-04-07T14:10:14.271" v="2100" actId="1036"/>
          <ac:spMkLst>
            <pc:docMk/>
            <pc:sldMk cId="3211249115" sldId="384"/>
            <ac:spMk id="11" creationId="{9D009780-8710-BF84-BE33-8A3D5F095DD3}"/>
          </ac:spMkLst>
        </pc:spChg>
        <pc:spChg chg="mod">
          <ac:chgData name="Jordan, Stuart" userId="1bf9a496-f356-4f9c-b15f-a24cde0408c2" providerId="ADAL" clId="{E158FC76-EDCA-4491-957A-95DD526F371D}" dt="2025-04-07T14:10:02.096" v="2076" actId="20577"/>
          <ac:spMkLst>
            <pc:docMk/>
            <pc:sldMk cId="3211249115" sldId="384"/>
            <ac:spMk id="12" creationId="{45162EAD-6010-48A6-D456-BBA3C17F839F}"/>
          </ac:spMkLst>
        </pc:spChg>
        <pc:spChg chg="mod">
          <ac:chgData name="Jordan, Stuart" userId="1bf9a496-f356-4f9c-b15f-a24cde0408c2" providerId="ADAL" clId="{E158FC76-EDCA-4491-957A-95DD526F371D}" dt="2025-04-07T14:10:14.271" v="2100" actId="1036"/>
          <ac:spMkLst>
            <pc:docMk/>
            <pc:sldMk cId="3211249115" sldId="384"/>
            <ac:spMk id="13" creationId="{DBA52F62-9F7C-03F1-04D7-B6A82B834AF4}"/>
          </ac:spMkLst>
        </pc:spChg>
        <pc:spChg chg="mod">
          <ac:chgData name="Jordan, Stuart" userId="1bf9a496-f356-4f9c-b15f-a24cde0408c2" providerId="ADAL" clId="{E158FC76-EDCA-4491-957A-95DD526F371D}" dt="2025-04-07T14:10:14.271" v="2100" actId="1036"/>
          <ac:spMkLst>
            <pc:docMk/>
            <pc:sldMk cId="3211249115" sldId="384"/>
            <ac:spMk id="14" creationId="{EE85FE78-8BBD-23BD-B91B-DF9D63FDFE9C}"/>
          </ac:spMkLst>
        </pc:spChg>
      </pc:sldChg>
      <pc:sldChg chg="modSp add del mod">
        <pc:chgData name="Jordan, Stuart" userId="1bf9a496-f356-4f9c-b15f-a24cde0408c2" providerId="ADAL" clId="{E158FC76-EDCA-4491-957A-95DD526F371D}" dt="2025-04-07T14:36:21.330" v="3629" actId="2696"/>
        <pc:sldMkLst>
          <pc:docMk/>
          <pc:sldMk cId="1764517691" sldId="385"/>
        </pc:sldMkLst>
        <pc:graphicFrameChg chg="modGraphic">
          <ac:chgData name="Jordan, Stuart" userId="1bf9a496-f356-4f9c-b15f-a24cde0408c2" providerId="ADAL" clId="{E158FC76-EDCA-4491-957A-95DD526F371D}" dt="2025-04-07T14:10:26.915" v="2105" actId="20577"/>
          <ac:graphicFrameMkLst>
            <pc:docMk/>
            <pc:sldMk cId="1764517691" sldId="385"/>
            <ac:graphicFrameMk id="10" creationId="{27910538-9AC7-B61F-6B37-D564F3053927}"/>
          </ac:graphicFrameMkLst>
        </pc:graphicFrameChg>
      </pc:sldChg>
      <pc:sldChg chg="delSp add del mod">
        <pc:chgData name="Jordan, Stuart" userId="1bf9a496-f356-4f9c-b15f-a24cde0408c2" providerId="ADAL" clId="{E158FC76-EDCA-4491-957A-95DD526F371D}" dt="2025-04-07T14:36:21.330" v="3629" actId="2696"/>
        <pc:sldMkLst>
          <pc:docMk/>
          <pc:sldMk cId="3924973037" sldId="386"/>
        </pc:sldMkLst>
        <pc:spChg chg="del">
          <ac:chgData name="Jordan, Stuart" userId="1bf9a496-f356-4f9c-b15f-a24cde0408c2" providerId="ADAL" clId="{E158FC76-EDCA-4491-957A-95DD526F371D}" dt="2025-04-07T14:10:38.075" v="2108" actId="478"/>
          <ac:spMkLst>
            <pc:docMk/>
            <pc:sldMk cId="3924973037" sldId="386"/>
            <ac:spMk id="7" creationId="{45535B4C-6473-8694-CD79-6FC0A3C1C6B9}"/>
          </ac:spMkLst>
        </pc:spChg>
        <pc:spChg chg="del">
          <ac:chgData name="Jordan, Stuart" userId="1bf9a496-f356-4f9c-b15f-a24cde0408c2" providerId="ADAL" clId="{E158FC76-EDCA-4491-957A-95DD526F371D}" dt="2025-04-07T14:10:39.290" v="2109" actId="478"/>
          <ac:spMkLst>
            <pc:docMk/>
            <pc:sldMk cId="3924973037" sldId="386"/>
            <ac:spMk id="11" creationId="{62AD173F-7223-0E26-3D8D-C74A57ED6058}"/>
          </ac:spMkLst>
        </pc:spChg>
        <pc:spChg chg="del">
          <ac:chgData name="Jordan, Stuart" userId="1bf9a496-f356-4f9c-b15f-a24cde0408c2" providerId="ADAL" clId="{E158FC76-EDCA-4491-957A-95DD526F371D}" dt="2025-04-07T14:10:35.538" v="2107" actId="478"/>
          <ac:spMkLst>
            <pc:docMk/>
            <pc:sldMk cId="3924973037" sldId="386"/>
            <ac:spMk id="12" creationId="{558B4192-1570-5CDD-1197-F61C8577BB2B}"/>
          </ac:spMkLst>
        </pc:spChg>
        <pc:spChg chg="del">
          <ac:chgData name="Jordan, Stuart" userId="1bf9a496-f356-4f9c-b15f-a24cde0408c2" providerId="ADAL" clId="{E158FC76-EDCA-4491-957A-95DD526F371D}" dt="2025-04-07T14:10:40.522" v="2110" actId="478"/>
          <ac:spMkLst>
            <pc:docMk/>
            <pc:sldMk cId="3924973037" sldId="386"/>
            <ac:spMk id="13" creationId="{E3173E51-4C68-586B-14D8-33E594D02B84}"/>
          </ac:spMkLst>
        </pc:spChg>
        <pc:spChg chg="del">
          <ac:chgData name="Jordan, Stuart" userId="1bf9a496-f356-4f9c-b15f-a24cde0408c2" providerId="ADAL" clId="{E158FC76-EDCA-4491-957A-95DD526F371D}" dt="2025-04-07T14:10:41.906" v="2111" actId="478"/>
          <ac:spMkLst>
            <pc:docMk/>
            <pc:sldMk cId="3924973037" sldId="386"/>
            <ac:spMk id="14" creationId="{7710829B-D05A-42ED-7F66-E51FA332BC7F}"/>
          </ac:spMkLst>
        </pc:spChg>
      </pc:sldChg>
      <pc:sldChg chg="addSp modSp add del mod">
        <pc:chgData name="Jordan, Stuart" userId="1bf9a496-f356-4f9c-b15f-a24cde0408c2" providerId="ADAL" clId="{E158FC76-EDCA-4491-957A-95DD526F371D}" dt="2025-04-07T14:36:21.330" v="3629" actId="2696"/>
        <pc:sldMkLst>
          <pc:docMk/>
          <pc:sldMk cId="3556905597" sldId="387"/>
        </pc:sldMkLst>
        <pc:spChg chg="add mod">
          <ac:chgData name="Jordan, Stuart" userId="1bf9a496-f356-4f9c-b15f-a24cde0408c2" providerId="ADAL" clId="{E158FC76-EDCA-4491-957A-95DD526F371D}" dt="2025-04-07T14:14:58.326" v="2763" actId="20577"/>
          <ac:spMkLst>
            <pc:docMk/>
            <pc:sldMk cId="3556905597" sldId="387"/>
            <ac:spMk id="7" creationId="{E71FA42D-EF8E-AF48-B86F-E1684A4BC81A}"/>
          </ac:spMkLst>
        </pc:spChg>
      </pc:sldChg>
      <pc:sldChg chg="modSp add del mod">
        <pc:chgData name="Jordan, Stuart" userId="1bf9a496-f356-4f9c-b15f-a24cde0408c2" providerId="ADAL" clId="{E158FC76-EDCA-4491-957A-95DD526F371D}" dt="2025-04-07T14:36:21.330" v="3629" actId="2696"/>
        <pc:sldMkLst>
          <pc:docMk/>
          <pc:sldMk cId="1930331546" sldId="388"/>
        </pc:sldMkLst>
        <pc:spChg chg="mod">
          <ac:chgData name="Jordan, Stuart" userId="1bf9a496-f356-4f9c-b15f-a24cde0408c2" providerId="ADAL" clId="{E158FC76-EDCA-4491-957A-95DD526F371D}" dt="2025-04-07T14:14:13.391" v="2744" actId="20577"/>
          <ac:spMkLst>
            <pc:docMk/>
            <pc:sldMk cId="1930331546" sldId="388"/>
            <ac:spMk id="7" creationId="{8E782C57-7E07-B850-0516-EB41C2EBA702}"/>
          </ac:spMkLst>
        </pc:spChg>
      </pc:sldChg>
      <pc:sldChg chg="modSp add del mod">
        <pc:chgData name="Jordan, Stuart" userId="1bf9a496-f356-4f9c-b15f-a24cde0408c2" providerId="ADAL" clId="{E158FC76-EDCA-4491-957A-95DD526F371D}" dt="2025-04-07T14:36:21.330" v="3629" actId="2696"/>
        <pc:sldMkLst>
          <pc:docMk/>
          <pc:sldMk cId="2342418171" sldId="389"/>
        </pc:sldMkLst>
        <pc:spChg chg="mod">
          <ac:chgData name="Jordan, Stuart" userId="1bf9a496-f356-4f9c-b15f-a24cde0408c2" providerId="ADAL" clId="{E158FC76-EDCA-4491-957A-95DD526F371D}" dt="2025-04-07T14:14:27.994" v="2760" actId="20577"/>
          <ac:spMkLst>
            <pc:docMk/>
            <pc:sldMk cId="2342418171" sldId="389"/>
            <ac:spMk id="7" creationId="{CAEE807F-EB74-D2E0-5054-C3A0D39B06DA}"/>
          </ac:spMkLst>
        </pc:spChg>
      </pc:sldChg>
      <pc:sldChg chg="addSp modSp add del mod">
        <pc:chgData name="Jordan, Stuart" userId="1bf9a496-f356-4f9c-b15f-a24cde0408c2" providerId="ADAL" clId="{E158FC76-EDCA-4491-957A-95DD526F371D}" dt="2025-04-07T14:36:21.330" v="3629" actId="2696"/>
        <pc:sldMkLst>
          <pc:docMk/>
          <pc:sldMk cId="3690543308" sldId="390"/>
        </pc:sldMkLst>
        <pc:spChg chg="mod">
          <ac:chgData name="Jordan, Stuart" userId="1bf9a496-f356-4f9c-b15f-a24cde0408c2" providerId="ADAL" clId="{E158FC76-EDCA-4491-957A-95DD526F371D}" dt="2025-04-07T14:20:50.614" v="3240" actId="20577"/>
          <ac:spMkLst>
            <pc:docMk/>
            <pc:sldMk cId="3690543308" sldId="390"/>
            <ac:spMk id="7" creationId="{B99CD7F1-5D61-77B8-B71C-2E49A34BA4E9}"/>
          </ac:spMkLst>
        </pc:spChg>
        <pc:spChg chg="add mod">
          <ac:chgData name="Jordan, Stuart" userId="1bf9a496-f356-4f9c-b15f-a24cde0408c2" providerId="ADAL" clId="{E158FC76-EDCA-4491-957A-95DD526F371D}" dt="2025-04-07T14:15:36.793" v="2770" actId="14100"/>
          <ac:spMkLst>
            <pc:docMk/>
            <pc:sldMk cId="3690543308" sldId="390"/>
            <ac:spMk id="11" creationId="{077D99EC-FDB2-0FFA-9155-38D3B788479A}"/>
          </ac:spMkLst>
        </pc:spChg>
        <pc:spChg chg="add mod">
          <ac:chgData name="Jordan, Stuart" userId="1bf9a496-f356-4f9c-b15f-a24cde0408c2" providerId="ADAL" clId="{E158FC76-EDCA-4491-957A-95DD526F371D}" dt="2025-04-07T14:15:33.692" v="2769" actId="14100"/>
          <ac:spMkLst>
            <pc:docMk/>
            <pc:sldMk cId="3690543308" sldId="390"/>
            <ac:spMk id="12" creationId="{83BEE88E-4002-A6A5-A0F7-95AABE0E0AEC}"/>
          </ac:spMkLst>
        </pc:spChg>
      </pc:sldChg>
      <pc:sldChg chg="modSp add del mod">
        <pc:chgData name="Jordan, Stuart" userId="1bf9a496-f356-4f9c-b15f-a24cde0408c2" providerId="ADAL" clId="{E158FC76-EDCA-4491-957A-95DD526F371D}" dt="2025-04-07T14:36:21.330" v="3629" actId="2696"/>
        <pc:sldMkLst>
          <pc:docMk/>
          <pc:sldMk cId="1315660920" sldId="391"/>
        </pc:sldMkLst>
        <pc:spChg chg="mod">
          <ac:chgData name="Jordan, Stuart" userId="1bf9a496-f356-4f9c-b15f-a24cde0408c2" providerId="ADAL" clId="{E158FC76-EDCA-4491-957A-95DD526F371D}" dt="2025-04-07T14:20:46.432" v="3233" actId="20577"/>
          <ac:spMkLst>
            <pc:docMk/>
            <pc:sldMk cId="1315660920" sldId="391"/>
            <ac:spMk id="7" creationId="{C1AA5039-EBDD-E484-D845-A94CD3D96FEB}"/>
          </ac:spMkLst>
        </pc:spChg>
        <pc:spChg chg="mod">
          <ac:chgData name="Jordan, Stuart" userId="1bf9a496-f356-4f9c-b15f-a24cde0408c2" providerId="ADAL" clId="{E158FC76-EDCA-4491-957A-95DD526F371D}" dt="2025-04-07T14:16:38.538" v="2887" actId="1076"/>
          <ac:spMkLst>
            <pc:docMk/>
            <pc:sldMk cId="1315660920" sldId="391"/>
            <ac:spMk id="11" creationId="{F459DEB0-0BE3-9C35-CDBC-05E3B80F5E40}"/>
          </ac:spMkLst>
        </pc:spChg>
        <pc:spChg chg="mod">
          <ac:chgData name="Jordan, Stuart" userId="1bf9a496-f356-4f9c-b15f-a24cde0408c2" providerId="ADAL" clId="{E158FC76-EDCA-4491-957A-95DD526F371D}" dt="2025-04-07T14:16:42.074" v="2888" actId="1076"/>
          <ac:spMkLst>
            <pc:docMk/>
            <pc:sldMk cId="1315660920" sldId="391"/>
            <ac:spMk id="12" creationId="{F04D3A74-1758-041C-7E9E-F91EA5BF0472}"/>
          </ac:spMkLst>
        </pc:spChg>
      </pc:sldChg>
      <pc:sldChg chg="addSp delSp modSp add del mod">
        <pc:chgData name="Jordan, Stuart" userId="1bf9a496-f356-4f9c-b15f-a24cde0408c2" providerId="ADAL" clId="{E158FC76-EDCA-4491-957A-95DD526F371D}" dt="2025-04-07T14:36:21.330" v="3629" actId="2696"/>
        <pc:sldMkLst>
          <pc:docMk/>
          <pc:sldMk cId="3423367109" sldId="392"/>
        </pc:sldMkLst>
        <pc:spChg chg="mod">
          <ac:chgData name="Jordan, Stuart" userId="1bf9a496-f356-4f9c-b15f-a24cde0408c2" providerId="ADAL" clId="{E158FC76-EDCA-4491-957A-95DD526F371D}" dt="2025-04-07T14:20:41.864" v="3226" actId="20577"/>
          <ac:spMkLst>
            <pc:docMk/>
            <pc:sldMk cId="3423367109" sldId="392"/>
            <ac:spMk id="7" creationId="{D20F7699-BB00-1403-1149-DE1D00598AD1}"/>
          </ac:spMkLst>
        </pc:spChg>
        <pc:spChg chg="del">
          <ac:chgData name="Jordan, Stuart" userId="1bf9a496-f356-4f9c-b15f-a24cde0408c2" providerId="ADAL" clId="{E158FC76-EDCA-4491-957A-95DD526F371D}" dt="2025-04-07T14:17:43.018" v="3026" actId="478"/>
          <ac:spMkLst>
            <pc:docMk/>
            <pc:sldMk cId="3423367109" sldId="392"/>
            <ac:spMk id="11" creationId="{148FC6BF-1148-39FB-C25D-4DFAFD3D0A86}"/>
          </ac:spMkLst>
        </pc:spChg>
        <pc:spChg chg="del">
          <ac:chgData name="Jordan, Stuart" userId="1bf9a496-f356-4f9c-b15f-a24cde0408c2" providerId="ADAL" clId="{E158FC76-EDCA-4491-957A-95DD526F371D}" dt="2025-04-07T14:17:41.937" v="3025" actId="478"/>
          <ac:spMkLst>
            <pc:docMk/>
            <pc:sldMk cId="3423367109" sldId="392"/>
            <ac:spMk id="12" creationId="{73E31A8A-19E3-6F44-481B-0D2E7166A994}"/>
          </ac:spMkLst>
        </pc:spChg>
        <pc:spChg chg="add mod">
          <ac:chgData name="Jordan, Stuart" userId="1bf9a496-f356-4f9c-b15f-a24cde0408c2" providerId="ADAL" clId="{E158FC76-EDCA-4491-957A-95DD526F371D}" dt="2025-04-07T14:19:01.231" v="3113" actId="20577"/>
          <ac:spMkLst>
            <pc:docMk/>
            <pc:sldMk cId="3423367109" sldId="392"/>
            <ac:spMk id="21" creationId="{3AF1CCC7-FF8A-3FCF-1A9C-3B81626DA271}"/>
          </ac:spMkLst>
        </pc:spChg>
        <pc:cxnChg chg="add del mod">
          <ac:chgData name="Jordan, Stuart" userId="1bf9a496-f356-4f9c-b15f-a24cde0408c2" providerId="ADAL" clId="{E158FC76-EDCA-4491-957A-95DD526F371D}" dt="2025-04-07T14:19:43.976" v="3143" actId="478"/>
          <ac:cxnSpMkLst>
            <pc:docMk/>
            <pc:sldMk cId="3423367109" sldId="392"/>
            <ac:cxnSpMk id="14" creationId="{678E0B1E-6488-8AED-1ADD-E5A01AD7CF9D}"/>
          </ac:cxnSpMkLst>
        </pc:cxnChg>
        <pc:cxnChg chg="add mod">
          <ac:chgData name="Jordan, Stuart" userId="1bf9a496-f356-4f9c-b15f-a24cde0408c2" providerId="ADAL" clId="{E158FC76-EDCA-4491-957A-95DD526F371D}" dt="2025-04-07T14:19:41.562" v="3142" actId="14100"/>
          <ac:cxnSpMkLst>
            <pc:docMk/>
            <pc:sldMk cId="3423367109" sldId="392"/>
            <ac:cxnSpMk id="15" creationId="{3828C0BF-502E-8817-35AD-DC9378BCC638}"/>
          </ac:cxnSpMkLst>
        </pc:cxnChg>
        <pc:cxnChg chg="add del mod">
          <ac:chgData name="Jordan, Stuart" userId="1bf9a496-f356-4f9c-b15f-a24cde0408c2" providerId="ADAL" clId="{E158FC76-EDCA-4491-957A-95DD526F371D}" dt="2025-04-07T14:19:44.975" v="3144" actId="478"/>
          <ac:cxnSpMkLst>
            <pc:docMk/>
            <pc:sldMk cId="3423367109" sldId="392"/>
            <ac:cxnSpMk id="17" creationId="{104067F6-B987-C413-63A3-362270B0AFFA}"/>
          </ac:cxnSpMkLst>
        </pc:cxnChg>
        <pc:cxnChg chg="add mod">
          <ac:chgData name="Jordan, Stuart" userId="1bf9a496-f356-4f9c-b15f-a24cde0408c2" providerId="ADAL" clId="{E158FC76-EDCA-4491-957A-95DD526F371D}" dt="2025-04-07T14:19:47.180" v="3145" actId="1076"/>
          <ac:cxnSpMkLst>
            <pc:docMk/>
            <pc:sldMk cId="3423367109" sldId="392"/>
            <ac:cxnSpMk id="19" creationId="{14C392F8-AABC-B712-9B29-2EC4B42AFF07}"/>
          </ac:cxnSpMkLst>
        </pc:cxnChg>
      </pc:sldChg>
      <pc:sldChg chg="addSp delSp modSp add del mod">
        <pc:chgData name="Jordan, Stuart" userId="1bf9a496-f356-4f9c-b15f-a24cde0408c2" providerId="ADAL" clId="{E158FC76-EDCA-4491-957A-95DD526F371D}" dt="2025-04-07T14:36:21.330" v="3629" actId="2696"/>
        <pc:sldMkLst>
          <pc:docMk/>
          <pc:sldMk cId="4222276409" sldId="393"/>
        </pc:sldMkLst>
        <pc:spChg chg="mod">
          <ac:chgData name="Jordan, Stuart" userId="1bf9a496-f356-4f9c-b15f-a24cde0408c2" providerId="ADAL" clId="{E158FC76-EDCA-4491-957A-95DD526F371D}" dt="2025-04-07T14:22:17.825" v="3321" actId="20577"/>
          <ac:spMkLst>
            <pc:docMk/>
            <pc:sldMk cId="4222276409" sldId="393"/>
            <ac:spMk id="7" creationId="{59F9C8F3-B177-A23A-534E-5AA7159D6692}"/>
          </ac:spMkLst>
        </pc:spChg>
        <pc:spChg chg="add del mod">
          <ac:chgData name="Jordan, Stuart" userId="1bf9a496-f356-4f9c-b15f-a24cde0408c2" providerId="ADAL" clId="{E158FC76-EDCA-4491-957A-95DD526F371D}" dt="2025-04-07T14:22:26.569" v="3322" actId="21"/>
          <ac:spMkLst>
            <pc:docMk/>
            <pc:sldMk cId="4222276409" sldId="393"/>
            <ac:spMk id="11" creationId="{6132DF8D-EBFE-AC45-943E-95081B91E3B9}"/>
          </ac:spMkLst>
        </pc:spChg>
        <pc:spChg chg="add del mod">
          <ac:chgData name="Jordan, Stuart" userId="1bf9a496-f356-4f9c-b15f-a24cde0408c2" providerId="ADAL" clId="{E158FC76-EDCA-4491-957A-95DD526F371D}" dt="2025-04-07T14:22:26.569" v="3322" actId="21"/>
          <ac:spMkLst>
            <pc:docMk/>
            <pc:sldMk cId="4222276409" sldId="393"/>
            <ac:spMk id="12" creationId="{D5F58B97-1243-2E9B-477A-B903B9691374}"/>
          </ac:spMkLst>
        </pc:spChg>
        <pc:spChg chg="del">
          <ac:chgData name="Jordan, Stuart" userId="1bf9a496-f356-4f9c-b15f-a24cde0408c2" providerId="ADAL" clId="{E158FC76-EDCA-4491-957A-95DD526F371D}" dt="2025-04-07T14:19:58.346" v="3147" actId="478"/>
          <ac:spMkLst>
            <pc:docMk/>
            <pc:sldMk cId="4222276409" sldId="393"/>
            <ac:spMk id="21" creationId="{D4AE8158-55F8-E188-B86A-EB95F628CC04}"/>
          </ac:spMkLst>
        </pc:spChg>
        <pc:cxnChg chg="del">
          <ac:chgData name="Jordan, Stuart" userId="1bf9a496-f356-4f9c-b15f-a24cde0408c2" providerId="ADAL" clId="{E158FC76-EDCA-4491-957A-95DD526F371D}" dt="2025-04-07T14:20:00.688" v="3149" actId="478"/>
          <ac:cxnSpMkLst>
            <pc:docMk/>
            <pc:sldMk cId="4222276409" sldId="393"/>
            <ac:cxnSpMk id="15" creationId="{DE56275F-03B9-4DF4-150C-65D6F4EEC6DB}"/>
          </ac:cxnSpMkLst>
        </pc:cxnChg>
        <pc:cxnChg chg="del">
          <ac:chgData name="Jordan, Stuart" userId="1bf9a496-f356-4f9c-b15f-a24cde0408c2" providerId="ADAL" clId="{E158FC76-EDCA-4491-957A-95DD526F371D}" dt="2025-04-07T14:19:59.678" v="3148" actId="478"/>
          <ac:cxnSpMkLst>
            <pc:docMk/>
            <pc:sldMk cId="4222276409" sldId="393"/>
            <ac:cxnSpMk id="19" creationId="{260D5904-2891-CD31-7FF4-26FBAAF90ED0}"/>
          </ac:cxnSpMkLst>
        </pc:cxnChg>
      </pc:sldChg>
      <pc:sldChg chg="addSp modSp add del mod">
        <pc:chgData name="Jordan, Stuart" userId="1bf9a496-f356-4f9c-b15f-a24cde0408c2" providerId="ADAL" clId="{E158FC76-EDCA-4491-957A-95DD526F371D}" dt="2025-04-07T14:36:21.330" v="3629" actId="2696"/>
        <pc:sldMkLst>
          <pc:docMk/>
          <pc:sldMk cId="2738724980" sldId="394"/>
        </pc:sldMkLst>
        <pc:spChg chg="mod">
          <ac:chgData name="Jordan, Stuart" userId="1bf9a496-f356-4f9c-b15f-a24cde0408c2" providerId="ADAL" clId="{E158FC76-EDCA-4491-957A-95DD526F371D}" dt="2025-04-07T14:25:41.454" v="3466" actId="20577"/>
          <ac:spMkLst>
            <pc:docMk/>
            <pc:sldMk cId="2738724980" sldId="394"/>
            <ac:spMk id="7" creationId="{5DF9C050-4703-3DD4-07E1-A1D2AFB1193B}"/>
          </ac:spMkLst>
        </pc:spChg>
        <pc:spChg chg="add mod">
          <ac:chgData name="Jordan, Stuart" userId="1bf9a496-f356-4f9c-b15f-a24cde0408c2" providerId="ADAL" clId="{E158FC76-EDCA-4491-957A-95DD526F371D}" dt="2025-04-07T14:22:48.104" v="3324" actId="1076"/>
          <ac:spMkLst>
            <pc:docMk/>
            <pc:sldMk cId="2738724980" sldId="394"/>
            <ac:spMk id="11" creationId="{6132DF8D-EBFE-AC45-943E-95081B91E3B9}"/>
          </ac:spMkLst>
        </pc:spChg>
        <pc:spChg chg="add mod">
          <ac:chgData name="Jordan, Stuart" userId="1bf9a496-f356-4f9c-b15f-a24cde0408c2" providerId="ADAL" clId="{E158FC76-EDCA-4491-957A-95DD526F371D}" dt="2025-04-07T14:23:23.690" v="3343" actId="1035"/>
          <ac:spMkLst>
            <pc:docMk/>
            <pc:sldMk cId="2738724980" sldId="394"/>
            <ac:spMk id="12" creationId="{D5F58B97-1243-2E9B-477A-B903B9691374}"/>
          </ac:spMkLst>
        </pc:spChg>
        <pc:spChg chg="add mod">
          <ac:chgData name="Jordan, Stuart" userId="1bf9a496-f356-4f9c-b15f-a24cde0408c2" providerId="ADAL" clId="{E158FC76-EDCA-4491-957A-95DD526F371D}" dt="2025-04-07T14:23:14.654" v="3334" actId="1076"/>
          <ac:spMkLst>
            <pc:docMk/>
            <pc:sldMk cId="2738724980" sldId="394"/>
            <ac:spMk id="13" creationId="{7F1AC99A-7CF8-0413-428E-BF1C35E3AD2B}"/>
          </ac:spMkLst>
        </pc:spChg>
        <pc:spChg chg="add mod">
          <ac:chgData name="Jordan, Stuart" userId="1bf9a496-f356-4f9c-b15f-a24cde0408c2" providerId="ADAL" clId="{E158FC76-EDCA-4491-957A-95DD526F371D}" dt="2025-04-07T14:23:18.975" v="3336" actId="1076"/>
          <ac:spMkLst>
            <pc:docMk/>
            <pc:sldMk cId="2738724980" sldId="394"/>
            <ac:spMk id="14" creationId="{C4088499-BC34-9B9C-A890-7E3FF862E33F}"/>
          </ac:spMkLst>
        </pc:spChg>
        <pc:graphicFrameChg chg="mod">
          <ac:chgData name="Jordan, Stuart" userId="1bf9a496-f356-4f9c-b15f-a24cde0408c2" providerId="ADAL" clId="{E158FC76-EDCA-4491-957A-95DD526F371D}" dt="2025-04-07T14:23:12.421" v="3333" actId="1076"/>
          <ac:graphicFrameMkLst>
            <pc:docMk/>
            <pc:sldMk cId="2738724980" sldId="394"/>
            <ac:graphicFrameMk id="10" creationId="{553C1D89-AC79-088D-FE97-DEC49F832367}"/>
          </ac:graphicFrameMkLst>
        </pc:graphicFrameChg>
      </pc:sldChg>
      <pc:sldChg chg="modSp add del mod">
        <pc:chgData name="Jordan, Stuart" userId="1bf9a496-f356-4f9c-b15f-a24cde0408c2" providerId="ADAL" clId="{E158FC76-EDCA-4491-957A-95DD526F371D}" dt="2025-04-07T14:36:21.330" v="3629" actId="2696"/>
        <pc:sldMkLst>
          <pc:docMk/>
          <pc:sldMk cId="2025667999" sldId="395"/>
        </pc:sldMkLst>
        <pc:spChg chg="mod">
          <ac:chgData name="Jordan, Stuart" userId="1bf9a496-f356-4f9c-b15f-a24cde0408c2" providerId="ADAL" clId="{E158FC76-EDCA-4491-957A-95DD526F371D}" dt="2025-04-07T14:25:48.217" v="3469" actId="20577"/>
          <ac:spMkLst>
            <pc:docMk/>
            <pc:sldMk cId="2025667999" sldId="395"/>
            <ac:spMk id="7" creationId="{09DF99D4-0B00-74BF-62E5-16629C8984EE}"/>
          </ac:spMkLst>
        </pc:spChg>
        <pc:spChg chg="mod">
          <ac:chgData name="Jordan, Stuart" userId="1bf9a496-f356-4f9c-b15f-a24cde0408c2" providerId="ADAL" clId="{E158FC76-EDCA-4491-957A-95DD526F371D}" dt="2025-04-07T14:24:15.446" v="3433" actId="1076"/>
          <ac:spMkLst>
            <pc:docMk/>
            <pc:sldMk cId="2025667999" sldId="395"/>
            <ac:spMk id="11" creationId="{59401AC7-F32C-514F-D6EF-403F48FBD61D}"/>
          </ac:spMkLst>
        </pc:spChg>
        <pc:spChg chg="mod">
          <ac:chgData name="Jordan, Stuart" userId="1bf9a496-f356-4f9c-b15f-a24cde0408c2" providerId="ADAL" clId="{E158FC76-EDCA-4491-957A-95DD526F371D}" dt="2025-04-07T14:24:15.446" v="3433" actId="1076"/>
          <ac:spMkLst>
            <pc:docMk/>
            <pc:sldMk cId="2025667999" sldId="395"/>
            <ac:spMk id="12" creationId="{A65B5A83-4C56-1B3D-847C-12563F0FD47D}"/>
          </ac:spMkLst>
        </pc:spChg>
        <pc:spChg chg="mod">
          <ac:chgData name="Jordan, Stuart" userId="1bf9a496-f356-4f9c-b15f-a24cde0408c2" providerId="ADAL" clId="{E158FC76-EDCA-4491-957A-95DD526F371D}" dt="2025-04-07T14:24:15.446" v="3433" actId="1076"/>
          <ac:spMkLst>
            <pc:docMk/>
            <pc:sldMk cId="2025667999" sldId="395"/>
            <ac:spMk id="13" creationId="{895B00ED-D0D7-CEB1-01AD-2690BF0F06CA}"/>
          </ac:spMkLst>
        </pc:spChg>
        <pc:spChg chg="mod">
          <ac:chgData name="Jordan, Stuart" userId="1bf9a496-f356-4f9c-b15f-a24cde0408c2" providerId="ADAL" clId="{E158FC76-EDCA-4491-957A-95DD526F371D}" dt="2025-04-07T14:24:15.446" v="3433" actId="1076"/>
          <ac:spMkLst>
            <pc:docMk/>
            <pc:sldMk cId="2025667999" sldId="395"/>
            <ac:spMk id="14" creationId="{761132B4-D3DF-3036-F5E7-28282F248249}"/>
          </ac:spMkLst>
        </pc:spChg>
      </pc:sldChg>
      <pc:sldChg chg="addSp delSp modSp add del mod">
        <pc:chgData name="Jordan, Stuart" userId="1bf9a496-f356-4f9c-b15f-a24cde0408c2" providerId="ADAL" clId="{E158FC76-EDCA-4491-957A-95DD526F371D}" dt="2025-04-07T14:36:21.330" v="3629" actId="2696"/>
        <pc:sldMkLst>
          <pc:docMk/>
          <pc:sldMk cId="2620126024" sldId="396"/>
        </pc:sldMkLst>
        <pc:spChg chg="mod">
          <ac:chgData name="Jordan, Stuart" userId="1bf9a496-f356-4f9c-b15f-a24cde0408c2" providerId="ADAL" clId="{E158FC76-EDCA-4491-957A-95DD526F371D}" dt="2025-04-07T14:25:09.023" v="3454" actId="20577"/>
          <ac:spMkLst>
            <pc:docMk/>
            <pc:sldMk cId="2620126024" sldId="396"/>
            <ac:spMk id="7" creationId="{2DDC0FEA-E9BA-F6F6-C42D-58F33386B480}"/>
          </ac:spMkLst>
        </pc:spChg>
        <pc:spChg chg="del">
          <ac:chgData name="Jordan, Stuart" userId="1bf9a496-f356-4f9c-b15f-a24cde0408c2" providerId="ADAL" clId="{E158FC76-EDCA-4491-957A-95DD526F371D}" dt="2025-04-07T14:25:29.888" v="3459" actId="478"/>
          <ac:spMkLst>
            <pc:docMk/>
            <pc:sldMk cId="2620126024" sldId="396"/>
            <ac:spMk id="11" creationId="{26E7572C-5E9E-25ED-25C3-AE67CF316DAA}"/>
          </ac:spMkLst>
        </pc:spChg>
        <pc:spChg chg="del">
          <ac:chgData name="Jordan, Stuart" userId="1bf9a496-f356-4f9c-b15f-a24cde0408c2" providerId="ADAL" clId="{E158FC76-EDCA-4491-957A-95DD526F371D}" dt="2025-04-07T14:25:29.888" v="3459" actId="478"/>
          <ac:spMkLst>
            <pc:docMk/>
            <pc:sldMk cId="2620126024" sldId="396"/>
            <ac:spMk id="12" creationId="{63DECD20-C026-FEBC-6CEB-EE6AC85722B5}"/>
          </ac:spMkLst>
        </pc:spChg>
        <pc:spChg chg="del">
          <ac:chgData name="Jordan, Stuart" userId="1bf9a496-f356-4f9c-b15f-a24cde0408c2" providerId="ADAL" clId="{E158FC76-EDCA-4491-957A-95DD526F371D}" dt="2025-04-07T14:25:29.888" v="3459" actId="478"/>
          <ac:spMkLst>
            <pc:docMk/>
            <pc:sldMk cId="2620126024" sldId="396"/>
            <ac:spMk id="13" creationId="{84CCBAC1-E754-90DB-D7AC-E74FB7653A31}"/>
          </ac:spMkLst>
        </pc:spChg>
        <pc:spChg chg="del">
          <ac:chgData name="Jordan, Stuart" userId="1bf9a496-f356-4f9c-b15f-a24cde0408c2" providerId="ADAL" clId="{E158FC76-EDCA-4491-957A-95DD526F371D}" dt="2025-04-07T14:25:29.888" v="3459" actId="478"/>
          <ac:spMkLst>
            <pc:docMk/>
            <pc:sldMk cId="2620126024" sldId="396"/>
            <ac:spMk id="14" creationId="{60217143-D5E7-6A27-F20E-1F5557B2A1AB}"/>
          </ac:spMkLst>
        </pc:spChg>
        <pc:spChg chg="add mod">
          <ac:chgData name="Jordan, Stuart" userId="1bf9a496-f356-4f9c-b15f-a24cde0408c2" providerId="ADAL" clId="{E158FC76-EDCA-4491-957A-95DD526F371D}" dt="2025-04-07T14:25:21.381" v="3458" actId="1076"/>
          <ac:spMkLst>
            <pc:docMk/>
            <pc:sldMk cId="2620126024" sldId="396"/>
            <ac:spMk id="17" creationId="{FB3160C4-F5DD-18C9-E8A0-44E9E5BC5B57}"/>
          </ac:spMkLst>
        </pc:spChg>
        <pc:cxnChg chg="add mod">
          <ac:chgData name="Jordan, Stuart" userId="1bf9a496-f356-4f9c-b15f-a24cde0408c2" providerId="ADAL" clId="{E158FC76-EDCA-4491-957A-95DD526F371D}" dt="2025-04-07T14:25:12.117" v="3455" actId="1076"/>
          <ac:cxnSpMkLst>
            <pc:docMk/>
            <pc:sldMk cId="2620126024" sldId="396"/>
            <ac:cxnSpMk id="15" creationId="{60FB333B-5A30-B134-E344-2DCDF0F0E084}"/>
          </ac:cxnSpMkLst>
        </pc:cxnChg>
        <pc:cxnChg chg="add mod">
          <ac:chgData name="Jordan, Stuart" userId="1bf9a496-f356-4f9c-b15f-a24cde0408c2" providerId="ADAL" clId="{E158FC76-EDCA-4491-957A-95DD526F371D}" dt="2025-04-07T14:25:14.746" v="3456" actId="1076"/>
          <ac:cxnSpMkLst>
            <pc:docMk/>
            <pc:sldMk cId="2620126024" sldId="396"/>
            <ac:cxnSpMk id="16" creationId="{7E2A63BB-5405-023E-6161-12A01C576F62}"/>
          </ac:cxnSpMkLst>
        </pc:cxnChg>
      </pc:sldChg>
      <pc:sldChg chg="addSp delSp modSp add del mod">
        <pc:chgData name="Jordan, Stuart" userId="1bf9a496-f356-4f9c-b15f-a24cde0408c2" providerId="ADAL" clId="{E158FC76-EDCA-4491-957A-95DD526F371D}" dt="2025-04-07T14:36:21.330" v="3629" actId="2696"/>
        <pc:sldMkLst>
          <pc:docMk/>
          <pc:sldMk cId="832566143" sldId="397"/>
        </pc:sldMkLst>
        <pc:spChg chg="add mod">
          <ac:chgData name="Jordan, Stuart" userId="1bf9a496-f356-4f9c-b15f-a24cde0408c2" providerId="ADAL" clId="{E158FC76-EDCA-4491-957A-95DD526F371D}" dt="2025-04-07T14:26:52.576" v="3478" actId="692"/>
          <ac:spMkLst>
            <pc:docMk/>
            <pc:sldMk cId="832566143" sldId="397"/>
            <ac:spMk id="11" creationId="{8D2EEE2D-5FE0-588D-71DA-5944D217ADBD}"/>
          </ac:spMkLst>
        </pc:spChg>
        <pc:spChg chg="add mod">
          <ac:chgData name="Jordan, Stuart" userId="1bf9a496-f356-4f9c-b15f-a24cde0408c2" providerId="ADAL" clId="{E158FC76-EDCA-4491-957A-95DD526F371D}" dt="2025-04-07T14:27:30.823" v="3538" actId="1076"/>
          <ac:spMkLst>
            <pc:docMk/>
            <pc:sldMk cId="832566143" sldId="397"/>
            <ac:spMk id="12" creationId="{68710382-FEA2-89D5-182E-C3CB887797CC}"/>
          </ac:spMkLst>
        </pc:spChg>
        <pc:spChg chg="del">
          <ac:chgData name="Jordan, Stuart" userId="1bf9a496-f356-4f9c-b15f-a24cde0408c2" providerId="ADAL" clId="{E158FC76-EDCA-4491-957A-95DD526F371D}" dt="2025-04-07T14:26:12.672" v="3471" actId="478"/>
          <ac:spMkLst>
            <pc:docMk/>
            <pc:sldMk cId="832566143" sldId="397"/>
            <ac:spMk id="17" creationId="{0093A5EA-3EDA-88A9-4C85-5DA850497314}"/>
          </ac:spMkLst>
        </pc:spChg>
        <pc:cxnChg chg="del">
          <ac:chgData name="Jordan, Stuart" userId="1bf9a496-f356-4f9c-b15f-a24cde0408c2" providerId="ADAL" clId="{E158FC76-EDCA-4491-957A-95DD526F371D}" dt="2025-04-07T14:26:14.301" v="3472" actId="478"/>
          <ac:cxnSpMkLst>
            <pc:docMk/>
            <pc:sldMk cId="832566143" sldId="397"/>
            <ac:cxnSpMk id="15" creationId="{EE599E5B-AE79-AB85-774D-F431193E0D78}"/>
          </ac:cxnSpMkLst>
        </pc:cxnChg>
        <pc:cxnChg chg="del">
          <ac:chgData name="Jordan, Stuart" userId="1bf9a496-f356-4f9c-b15f-a24cde0408c2" providerId="ADAL" clId="{E158FC76-EDCA-4491-957A-95DD526F371D}" dt="2025-04-07T14:26:15.182" v="3473" actId="478"/>
          <ac:cxnSpMkLst>
            <pc:docMk/>
            <pc:sldMk cId="832566143" sldId="397"/>
            <ac:cxnSpMk id="16" creationId="{1C6BE460-A892-7AD0-F0E2-A1B1A5CF7211}"/>
          </ac:cxnSpMkLst>
        </pc:cxnChg>
      </pc:sldChg>
      <pc:sldChg chg="addSp delSp modSp add del mod">
        <pc:chgData name="Jordan, Stuart" userId="1bf9a496-f356-4f9c-b15f-a24cde0408c2" providerId="ADAL" clId="{E158FC76-EDCA-4491-957A-95DD526F371D}" dt="2025-04-07T14:36:21.330" v="3629" actId="2696"/>
        <pc:sldMkLst>
          <pc:docMk/>
          <pc:sldMk cId="3444264689" sldId="398"/>
        </pc:sldMkLst>
        <pc:graphicFrameChg chg="add del">
          <ac:chgData name="Jordan, Stuart" userId="1bf9a496-f356-4f9c-b15f-a24cde0408c2" providerId="ADAL" clId="{E158FC76-EDCA-4491-957A-95DD526F371D}" dt="2025-04-07T14:28:19.290" v="3541" actId="21"/>
          <ac:graphicFrameMkLst>
            <pc:docMk/>
            <pc:sldMk cId="3444264689" sldId="398"/>
            <ac:graphicFrameMk id="7" creationId="{F4ACA4E8-BDF7-A129-EA95-8520992CFB22}"/>
          </ac:graphicFrameMkLst>
        </pc:graphicFrameChg>
        <pc:graphicFrameChg chg="mod modGraphic">
          <ac:chgData name="Jordan, Stuart" userId="1bf9a496-f356-4f9c-b15f-a24cde0408c2" providerId="ADAL" clId="{E158FC76-EDCA-4491-957A-95DD526F371D}" dt="2025-04-07T14:28:44.272" v="3557"/>
          <ac:graphicFrameMkLst>
            <pc:docMk/>
            <pc:sldMk cId="3444264689" sldId="398"/>
            <ac:graphicFrameMk id="10" creationId="{AA886739-58C5-1DDC-48AF-E9C87D7A6DB6}"/>
          </ac:graphicFrameMkLst>
        </pc:graphicFrameChg>
        <pc:graphicFrameChg chg="add mod">
          <ac:chgData name="Jordan, Stuart" userId="1bf9a496-f356-4f9c-b15f-a24cde0408c2" providerId="ADAL" clId="{E158FC76-EDCA-4491-957A-95DD526F371D}" dt="2025-04-07T14:28:20.827" v="3542"/>
          <ac:graphicFrameMkLst>
            <pc:docMk/>
            <pc:sldMk cId="3444264689" sldId="398"/>
            <ac:graphicFrameMk id="11" creationId="{F4ACA4E8-BDF7-A129-EA95-8520992CFB22}"/>
          </ac:graphicFrameMkLst>
        </pc:graphicFrameChg>
      </pc:sldChg>
      <pc:sldChg chg="addSp modSp new mod">
        <pc:chgData name="Jordan, Stuart" userId="1bf9a496-f356-4f9c-b15f-a24cde0408c2" providerId="ADAL" clId="{E158FC76-EDCA-4491-957A-95DD526F371D}" dt="2025-04-07T14:36:01.690" v="3628" actId="1076"/>
        <pc:sldMkLst>
          <pc:docMk/>
          <pc:sldMk cId="1469103970" sldId="399"/>
        </pc:sldMkLst>
        <pc:spChg chg="add mod">
          <ac:chgData name="Jordan, Stuart" userId="1bf9a496-f356-4f9c-b15f-a24cde0408c2" providerId="ADAL" clId="{E158FC76-EDCA-4491-957A-95DD526F371D}" dt="2025-04-07T14:36:01.690" v="3628" actId="1076"/>
          <ac:spMkLst>
            <pc:docMk/>
            <pc:sldMk cId="1469103970" sldId="399"/>
            <ac:spMk id="2" creationId="{7BB801D6-C8A5-1726-C2D0-D9D840E74EDD}"/>
          </ac:spMkLst>
        </pc:spChg>
      </pc:sldChg>
    </pc:docChg>
  </pc:docChgLst>
  <pc:docChgLst>
    <pc:chgData name="Jordan, Stuart" userId="1bf9a496-f356-4f9c-b15f-a24cde0408c2" providerId="ADAL" clId="{531348F1-845A-4D7A-824D-A680612EFD6E}"/>
    <pc:docChg chg="undo custSel addSld delSld modSld">
      <pc:chgData name="Jordan, Stuart" userId="1bf9a496-f356-4f9c-b15f-a24cde0408c2" providerId="ADAL" clId="{531348F1-845A-4D7A-824D-A680612EFD6E}" dt="2025-04-08T21:04:29.859" v="1095" actId="478"/>
      <pc:docMkLst>
        <pc:docMk/>
      </pc:docMkLst>
      <pc:sldChg chg="modSp mod">
        <pc:chgData name="Jordan, Stuart" userId="1bf9a496-f356-4f9c-b15f-a24cde0408c2" providerId="ADAL" clId="{531348F1-845A-4D7A-824D-A680612EFD6E}" dt="2025-04-08T19:49:31.566" v="6" actId="20577"/>
        <pc:sldMkLst>
          <pc:docMk/>
          <pc:sldMk cId="1257350819" sldId="256"/>
        </pc:sldMkLst>
        <pc:spChg chg="mod">
          <ac:chgData name="Jordan, Stuart" userId="1bf9a496-f356-4f9c-b15f-a24cde0408c2" providerId="ADAL" clId="{531348F1-845A-4D7A-824D-A680612EFD6E}" dt="2025-04-08T19:49:31.566" v="6" actId="20577"/>
          <ac:spMkLst>
            <pc:docMk/>
            <pc:sldMk cId="1257350819" sldId="256"/>
            <ac:spMk id="5" creationId="{25860DA2-F28F-A2EC-33FF-7D396A2E7252}"/>
          </ac:spMkLst>
        </pc:spChg>
      </pc:sldChg>
      <pc:sldChg chg="modSp del mod">
        <pc:chgData name="Jordan, Stuart" userId="1bf9a496-f356-4f9c-b15f-a24cde0408c2" providerId="ADAL" clId="{531348F1-845A-4D7A-824D-A680612EFD6E}" dt="2025-04-08T19:52:39.907" v="30" actId="47"/>
        <pc:sldMkLst>
          <pc:docMk/>
          <pc:sldMk cId="2367824709" sldId="282"/>
        </pc:sldMkLst>
        <pc:spChg chg="mod">
          <ac:chgData name="Jordan, Stuart" userId="1bf9a496-f356-4f9c-b15f-a24cde0408c2" providerId="ADAL" clId="{531348F1-845A-4D7A-824D-A680612EFD6E}" dt="2025-04-08T19:52:19.491" v="29" actId="20577"/>
          <ac:spMkLst>
            <pc:docMk/>
            <pc:sldMk cId="2367824709" sldId="282"/>
            <ac:spMk id="3" creationId="{5F19065A-7F8F-C2E0-7D29-3621005D9EF6}"/>
          </ac:spMkLst>
        </pc:spChg>
      </pc:sldChg>
      <pc:sldChg chg="delSp mod">
        <pc:chgData name="Jordan, Stuart" userId="1bf9a496-f356-4f9c-b15f-a24cde0408c2" providerId="ADAL" clId="{531348F1-845A-4D7A-824D-A680612EFD6E}" dt="2025-04-08T19:52:53.645" v="32" actId="478"/>
        <pc:sldMkLst>
          <pc:docMk/>
          <pc:sldMk cId="2126340899" sldId="283"/>
        </pc:sldMkLst>
        <pc:spChg chg="del">
          <ac:chgData name="Jordan, Stuart" userId="1bf9a496-f356-4f9c-b15f-a24cde0408c2" providerId="ADAL" clId="{531348F1-845A-4D7A-824D-A680612EFD6E}" dt="2025-04-08T19:52:53.645" v="32" actId="478"/>
          <ac:spMkLst>
            <pc:docMk/>
            <pc:sldMk cId="2126340899" sldId="283"/>
            <ac:spMk id="4" creationId="{4D72610D-AEC2-CBF1-5B3D-866B6C97D2DD}"/>
          </ac:spMkLst>
        </pc:spChg>
      </pc:sldChg>
      <pc:sldChg chg="delSp modSp mod">
        <pc:chgData name="Jordan, Stuart" userId="1bf9a496-f356-4f9c-b15f-a24cde0408c2" providerId="ADAL" clId="{531348F1-845A-4D7A-824D-A680612EFD6E}" dt="2025-04-08T19:53:27.351" v="42" actId="478"/>
        <pc:sldMkLst>
          <pc:docMk/>
          <pc:sldMk cId="2157740526" sldId="284"/>
        </pc:sldMkLst>
        <pc:spChg chg="del mod">
          <ac:chgData name="Jordan, Stuart" userId="1bf9a496-f356-4f9c-b15f-a24cde0408c2" providerId="ADAL" clId="{531348F1-845A-4D7A-824D-A680612EFD6E}" dt="2025-04-08T19:53:27.351" v="42" actId="478"/>
          <ac:spMkLst>
            <pc:docMk/>
            <pc:sldMk cId="2157740526" sldId="284"/>
            <ac:spMk id="4" creationId="{4D72610D-AEC2-CBF1-5B3D-866B6C97D2DD}"/>
          </ac:spMkLst>
        </pc:spChg>
      </pc:sldChg>
      <pc:sldChg chg="addSp delSp modSp mod">
        <pc:chgData name="Jordan, Stuart" userId="1bf9a496-f356-4f9c-b15f-a24cde0408c2" providerId="ADAL" clId="{531348F1-845A-4D7A-824D-A680612EFD6E}" dt="2025-04-08T19:53:32.107" v="43" actId="478"/>
        <pc:sldMkLst>
          <pc:docMk/>
          <pc:sldMk cId="2640026467" sldId="285"/>
        </pc:sldMkLst>
        <pc:spChg chg="del">
          <ac:chgData name="Jordan, Stuart" userId="1bf9a496-f356-4f9c-b15f-a24cde0408c2" providerId="ADAL" clId="{531348F1-845A-4D7A-824D-A680612EFD6E}" dt="2025-04-08T19:53:16.718" v="39" actId="478"/>
          <ac:spMkLst>
            <pc:docMk/>
            <pc:sldMk cId="2640026467" sldId="285"/>
            <ac:spMk id="4" creationId="{4D72610D-AEC2-CBF1-5B3D-866B6C97D2DD}"/>
          </ac:spMkLst>
        </pc:spChg>
        <pc:spChg chg="add del mod">
          <ac:chgData name="Jordan, Stuart" userId="1bf9a496-f356-4f9c-b15f-a24cde0408c2" providerId="ADAL" clId="{531348F1-845A-4D7A-824D-A680612EFD6E}" dt="2025-04-08T19:53:32.107" v="43" actId="478"/>
          <ac:spMkLst>
            <pc:docMk/>
            <pc:sldMk cId="2640026467" sldId="285"/>
            <ac:spMk id="14" creationId="{224E852A-0C30-F151-C48B-D0CFA7F556AE}"/>
          </ac:spMkLst>
        </pc:spChg>
      </pc:sldChg>
      <pc:sldChg chg="delSp mod">
        <pc:chgData name="Jordan, Stuart" userId="1bf9a496-f356-4f9c-b15f-a24cde0408c2" providerId="ADAL" clId="{531348F1-845A-4D7A-824D-A680612EFD6E}" dt="2025-04-08T19:53:41.400" v="44" actId="478"/>
        <pc:sldMkLst>
          <pc:docMk/>
          <pc:sldMk cId="2729617422" sldId="286"/>
        </pc:sldMkLst>
        <pc:spChg chg="del">
          <ac:chgData name="Jordan, Stuart" userId="1bf9a496-f356-4f9c-b15f-a24cde0408c2" providerId="ADAL" clId="{531348F1-845A-4D7A-824D-A680612EFD6E}" dt="2025-04-08T19:53:41.400" v="44" actId="478"/>
          <ac:spMkLst>
            <pc:docMk/>
            <pc:sldMk cId="2729617422" sldId="286"/>
            <ac:spMk id="4" creationId="{4D72610D-AEC2-CBF1-5B3D-866B6C97D2DD}"/>
          </ac:spMkLst>
        </pc:spChg>
      </pc:sldChg>
      <pc:sldChg chg="delSp mod">
        <pc:chgData name="Jordan, Stuart" userId="1bf9a496-f356-4f9c-b15f-a24cde0408c2" providerId="ADAL" clId="{531348F1-845A-4D7A-824D-A680612EFD6E}" dt="2025-04-08T19:54:08.888" v="45" actId="478"/>
        <pc:sldMkLst>
          <pc:docMk/>
          <pc:sldMk cId="2391993606" sldId="287"/>
        </pc:sldMkLst>
        <pc:spChg chg="del">
          <ac:chgData name="Jordan, Stuart" userId="1bf9a496-f356-4f9c-b15f-a24cde0408c2" providerId="ADAL" clId="{531348F1-845A-4D7A-824D-A680612EFD6E}" dt="2025-04-08T19:54:08.888" v="45" actId="478"/>
          <ac:spMkLst>
            <pc:docMk/>
            <pc:sldMk cId="2391993606" sldId="287"/>
            <ac:spMk id="4" creationId="{4D72610D-AEC2-CBF1-5B3D-866B6C97D2DD}"/>
          </ac:spMkLst>
        </pc:spChg>
      </pc:sldChg>
      <pc:sldChg chg="delSp mod">
        <pc:chgData name="Jordan, Stuart" userId="1bf9a496-f356-4f9c-b15f-a24cde0408c2" providerId="ADAL" clId="{531348F1-845A-4D7A-824D-A680612EFD6E}" dt="2025-04-08T19:54:15.169" v="46" actId="478"/>
        <pc:sldMkLst>
          <pc:docMk/>
          <pc:sldMk cId="2592511305" sldId="288"/>
        </pc:sldMkLst>
        <pc:spChg chg="del">
          <ac:chgData name="Jordan, Stuart" userId="1bf9a496-f356-4f9c-b15f-a24cde0408c2" providerId="ADAL" clId="{531348F1-845A-4D7A-824D-A680612EFD6E}" dt="2025-04-08T19:54:15.169" v="46" actId="478"/>
          <ac:spMkLst>
            <pc:docMk/>
            <pc:sldMk cId="2592511305" sldId="288"/>
            <ac:spMk id="4" creationId="{4D72610D-AEC2-CBF1-5B3D-866B6C97D2DD}"/>
          </ac:spMkLst>
        </pc:spChg>
      </pc:sldChg>
      <pc:sldChg chg="delSp mod">
        <pc:chgData name="Jordan, Stuart" userId="1bf9a496-f356-4f9c-b15f-a24cde0408c2" providerId="ADAL" clId="{531348F1-845A-4D7A-824D-A680612EFD6E}" dt="2025-04-08T19:54:18.508" v="47" actId="478"/>
        <pc:sldMkLst>
          <pc:docMk/>
          <pc:sldMk cId="2257697459" sldId="289"/>
        </pc:sldMkLst>
        <pc:spChg chg="del">
          <ac:chgData name="Jordan, Stuart" userId="1bf9a496-f356-4f9c-b15f-a24cde0408c2" providerId="ADAL" clId="{531348F1-845A-4D7A-824D-A680612EFD6E}" dt="2025-04-08T19:54:18.508" v="47" actId="478"/>
          <ac:spMkLst>
            <pc:docMk/>
            <pc:sldMk cId="2257697459" sldId="289"/>
            <ac:spMk id="4" creationId="{4D72610D-AEC2-CBF1-5B3D-866B6C97D2DD}"/>
          </ac:spMkLst>
        </pc:spChg>
      </pc:sldChg>
      <pc:sldChg chg="delSp mod">
        <pc:chgData name="Jordan, Stuart" userId="1bf9a496-f356-4f9c-b15f-a24cde0408c2" providerId="ADAL" clId="{531348F1-845A-4D7A-824D-A680612EFD6E}" dt="2025-04-08T19:54:22.012" v="48" actId="478"/>
        <pc:sldMkLst>
          <pc:docMk/>
          <pc:sldMk cId="2329750058" sldId="290"/>
        </pc:sldMkLst>
        <pc:spChg chg="del">
          <ac:chgData name="Jordan, Stuart" userId="1bf9a496-f356-4f9c-b15f-a24cde0408c2" providerId="ADAL" clId="{531348F1-845A-4D7A-824D-A680612EFD6E}" dt="2025-04-08T19:54:22.012" v="48" actId="478"/>
          <ac:spMkLst>
            <pc:docMk/>
            <pc:sldMk cId="2329750058" sldId="290"/>
            <ac:spMk id="4" creationId="{4D72610D-AEC2-CBF1-5B3D-866B6C97D2DD}"/>
          </ac:spMkLst>
        </pc:spChg>
      </pc:sldChg>
      <pc:sldChg chg="delSp mod">
        <pc:chgData name="Jordan, Stuart" userId="1bf9a496-f356-4f9c-b15f-a24cde0408c2" providerId="ADAL" clId="{531348F1-845A-4D7A-824D-A680612EFD6E}" dt="2025-04-08T19:54:26.609" v="49" actId="478"/>
        <pc:sldMkLst>
          <pc:docMk/>
          <pc:sldMk cId="3695753458" sldId="291"/>
        </pc:sldMkLst>
        <pc:spChg chg="del">
          <ac:chgData name="Jordan, Stuart" userId="1bf9a496-f356-4f9c-b15f-a24cde0408c2" providerId="ADAL" clId="{531348F1-845A-4D7A-824D-A680612EFD6E}" dt="2025-04-08T19:54:26.609" v="49" actId="478"/>
          <ac:spMkLst>
            <pc:docMk/>
            <pc:sldMk cId="3695753458" sldId="291"/>
            <ac:spMk id="4" creationId="{4D72610D-AEC2-CBF1-5B3D-866B6C97D2DD}"/>
          </ac:spMkLst>
        </pc:spChg>
      </pc:sldChg>
      <pc:sldChg chg="delSp mod">
        <pc:chgData name="Jordan, Stuart" userId="1bf9a496-f356-4f9c-b15f-a24cde0408c2" providerId="ADAL" clId="{531348F1-845A-4D7A-824D-A680612EFD6E}" dt="2025-04-08T19:54:29.809" v="50" actId="478"/>
        <pc:sldMkLst>
          <pc:docMk/>
          <pc:sldMk cId="762197667" sldId="292"/>
        </pc:sldMkLst>
        <pc:spChg chg="del">
          <ac:chgData name="Jordan, Stuart" userId="1bf9a496-f356-4f9c-b15f-a24cde0408c2" providerId="ADAL" clId="{531348F1-845A-4D7A-824D-A680612EFD6E}" dt="2025-04-08T19:54:29.809" v="50" actId="478"/>
          <ac:spMkLst>
            <pc:docMk/>
            <pc:sldMk cId="762197667" sldId="292"/>
            <ac:spMk id="4" creationId="{4D72610D-AEC2-CBF1-5B3D-866B6C97D2DD}"/>
          </ac:spMkLst>
        </pc:spChg>
      </pc:sldChg>
      <pc:sldChg chg="delSp mod">
        <pc:chgData name="Jordan, Stuart" userId="1bf9a496-f356-4f9c-b15f-a24cde0408c2" providerId="ADAL" clId="{531348F1-845A-4D7A-824D-A680612EFD6E}" dt="2025-04-08T19:54:34.620" v="51" actId="478"/>
        <pc:sldMkLst>
          <pc:docMk/>
          <pc:sldMk cId="565324429" sldId="293"/>
        </pc:sldMkLst>
        <pc:spChg chg="del">
          <ac:chgData name="Jordan, Stuart" userId="1bf9a496-f356-4f9c-b15f-a24cde0408c2" providerId="ADAL" clId="{531348F1-845A-4D7A-824D-A680612EFD6E}" dt="2025-04-08T19:54:34.620" v="51" actId="478"/>
          <ac:spMkLst>
            <pc:docMk/>
            <pc:sldMk cId="565324429" sldId="293"/>
            <ac:spMk id="4" creationId="{4D72610D-AEC2-CBF1-5B3D-866B6C97D2DD}"/>
          </ac:spMkLst>
        </pc:spChg>
      </pc:sldChg>
      <pc:sldChg chg="delSp mod">
        <pc:chgData name="Jordan, Stuart" userId="1bf9a496-f356-4f9c-b15f-a24cde0408c2" providerId="ADAL" clId="{531348F1-845A-4D7A-824D-A680612EFD6E}" dt="2025-04-08T19:54:37.854" v="52" actId="478"/>
        <pc:sldMkLst>
          <pc:docMk/>
          <pc:sldMk cId="2168645481" sldId="294"/>
        </pc:sldMkLst>
        <pc:spChg chg="del">
          <ac:chgData name="Jordan, Stuart" userId="1bf9a496-f356-4f9c-b15f-a24cde0408c2" providerId="ADAL" clId="{531348F1-845A-4D7A-824D-A680612EFD6E}" dt="2025-04-08T19:54:37.854" v="52" actId="478"/>
          <ac:spMkLst>
            <pc:docMk/>
            <pc:sldMk cId="2168645481" sldId="294"/>
            <ac:spMk id="4" creationId="{4D72610D-AEC2-CBF1-5B3D-866B6C97D2DD}"/>
          </ac:spMkLst>
        </pc:spChg>
      </pc:sldChg>
      <pc:sldChg chg="delSp mod">
        <pc:chgData name="Jordan, Stuart" userId="1bf9a496-f356-4f9c-b15f-a24cde0408c2" providerId="ADAL" clId="{531348F1-845A-4D7A-824D-A680612EFD6E}" dt="2025-04-08T19:54:41.525" v="53" actId="478"/>
        <pc:sldMkLst>
          <pc:docMk/>
          <pc:sldMk cId="1089071535" sldId="295"/>
        </pc:sldMkLst>
        <pc:spChg chg="del">
          <ac:chgData name="Jordan, Stuart" userId="1bf9a496-f356-4f9c-b15f-a24cde0408c2" providerId="ADAL" clId="{531348F1-845A-4D7A-824D-A680612EFD6E}" dt="2025-04-08T19:54:41.525" v="53" actId="478"/>
          <ac:spMkLst>
            <pc:docMk/>
            <pc:sldMk cId="1089071535" sldId="295"/>
            <ac:spMk id="4" creationId="{4D72610D-AEC2-CBF1-5B3D-866B6C97D2DD}"/>
          </ac:spMkLst>
        </pc:spChg>
      </pc:sldChg>
      <pc:sldChg chg="delSp mod">
        <pc:chgData name="Jordan, Stuart" userId="1bf9a496-f356-4f9c-b15f-a24cde0408c2" providerId="ADAL" clId="{531348F1-845A-4D7A-824D-A680612EFD6E}" dt="2025-04-08T19:54:44.400" v="54" actId="478"/>
        <pc:sldMkLst>
          <pc:docMk/>
          <pc:sldMk cId="406299444" sldId="296"/>
        </pc:sldMkLst>
        <pc:spChg chg="del">
          <ac:chgData name="Jordan, Stuart" userId="1bf9a496-f356-4f9c-b15f-a24cde0408c2" providerId="ADAL" clId="{531348F1-845A-4D7A-824D-A680612EFD6E}" dt="2025-04-08T19:54:44.400" v="54" actId="478"/>
          <ac:spMkLst>
            <pc:docMk/>
            <pc:sldMk cId="406299444" sldId="296"/>
            <ac:spMk id="4" creationId="{4D72610D-AEC2-CBF1-5B3D-866B6C97D2DD}"/>
          </ac:spMkLst>
        </pc:spChg>
      </pc:sldChg>
      <pc:sldChg chg="del">
        <pc:chgData name="Jordan, Stuart" userId="1bf9a496-f356-4f9c-b15f-a24cde0408c2" providerId="ADAL" clId="{531348F1-845A-4D7A-824D-A680612EFD6E}" dt="2025-04-08T19:55:01.271" v="55" actId="47"/>
        <pc:sldMkLst>
          <pc:docMk/>
          <pc:sldMk cId="3226312047" sldId="297"/>
        </pc:sldMkLst>
      </pc:sldChg>
      <pc:sldChg chg="del">
        <pc:chgData name="Jordan, Stuart" userId="1bf9a496-f356-4f9c-b15f-a24cde0408c2" providerId="ADAL" clId="{531348F1-845A-4D7A-824D-A680612EFD6E}" dt="2025-04-08T19:55:01.271" v="55" actId="47"/>
        <pc:sldMkLst>
          <pc:docMk/>
          <pc:sldMk cId="3972713408" sldId="298"/>
        </pc:sldMkLst>
      </pc:sldChg>
      <pc:sldChg chg="del">
        <pc:chgData name="Jordan, Stuart" userId="1bf9a496-f356-4f9c-b15f-a24cde0408c2" providerId="ADAL" clId="{531348F1-845A-4D7A-824D-A680612EFD6E}" dt="2025-04-08T19:55:01.271" v="55" actId="47"/>
        <pc:sldMkLst>
          <pc:docMk/>
          <pc:sldMk cId="303756410" sldId="299"/>
        </pc:sldMkLst>
      </pc:sldChg>
      <pc:sldChg chg="del">
        <pc:chgData name="Jordan, Stuart" userId="1bf9a496-f356-4f9c-b15f-a24cde0408c2" providerId="ADAL" clId="{531348F1-845A-4D7A-824D-A680612EFD6E}" dt="2025-04-08T19:55:01.271" v="55" actId="47"/>
        <pc:sldMkLst>
          <pc:docMk/>
          <pc:sldMk cId="942524943" sldId="300"/>
        </pc:sldMkLst>
      </pc:sldChg>
      <pc:sldChg chg="del">
        <pc:chgData name="Jordan, Stuart" userId="1bf9a496-f356-4f9c-b15f-a24cde0408c2" providerId="ADAL" clId="{531348F1-845A-4D7A-824D-A680612EFD6E}" dt="2025-04-08T19:55:01.271" v="55" actId="47"/>
        <pc:sldMkLst>
          <pc:docMk/>
          <pc:sldMk cId="358721068" sldId="301"/>
        </pc:sldMkLst>
      </pc:sldChg>
      <pc:sldChg chg="modSp mod">
        <pc:chgData name="Jordan, Stuart" userId="1bf9a496-f356-4f9c-b15f-a24cde0408c2" providerId="ADAL" clId="{531348F1-845A-4D7A-824D-A680612EFD6E}" dt="2025-04-08T20:00:01.989" v="65" actId="20577"/>
        <pc:sldMkLst>
          <pc:docMk/>
          <pc:sldMk cId="1557311532" sldId="313"/>
        </pc:sldMkLst>
        <pc:spChg chg="mod">
          <ac:chgData name="Jordan, Stuart" userId="1bf9a496-f356-4f9c-b15f-a24cde0408c2" providerId="ADAL" clId="{531348F1-845A-4D7A-824D-A680612EFD6E}" dt="2025-04-08T20:00:01.989" v="65" actId="20577"/>
          <ac:spMkLst>
            <pc:docMk/>
            <pc:sldMk cId="1557311532" sldId="313"/>
            <ac:spMk id="3" creationId="{D142AAF4-0586-C991-27C8-9651925313CA}"/>
          </ac:spMkLst>
        </pc:spChg>
      </pc:sldChg>
      <pc:sldChg chg="modSp mod">
        <pc:chgData name="Jordan, Stuart" userId="1bf9a496-f356-4f9c-b15f-a24cde0408c2" providerId="ADAL" clId="{531348F1-845A-4D7A-824D-A680612EFD6E}" dt="2025-04-08T20:00:31.680" v="73" actId="20577"/>
        <pc:sldMkLst>
          <pc:docMk/>
          <pc:sldMk cId="2321130559" sldId="315"/>
        </pc:sldMkLst>
        <pc:graphicFrameChg chg="modGraphic">
          <ac:chgData name="Jordan, Stuart" userId="1bf9a496-f356-4f9c-b15f-a24cde0408c2" providerId="ADAL" clId="{531348F1-845A-4D7A-824D-A680612EFD6E}" dt="2025-04-08T20:00:19.784" v="69" actId="20577"/>
          <ac:graphicFrameMkLst>
            <pc:docMk/>
            <pc:sldMk cId="2321130559" sldId="315"/>
            <ac:graphicFrameMk id="4" creationId="{D20F9588-45D4-62F9-CF70-F107D65CA270}"/>
          </ac:graphicFrameMkLst>
        </pc:graphicFrameChg>
        <pc:graphicFrameChg chg="modGraphic">
          <ac:chgData name="Jordan, Stuart" userId="1bf9a496-f356-4f9c-b15f-a24cde0408c2" providerId="ADAL" clId="{531348F1-845A-4D7A-824D-A680612EFD6E}" dt="2025-04-08T20:00:31.680" v="73" actId="20577"/>
          <ac:graphicFrameMkLst>
            <pc:docMk/>
            <pc:sldMk cId="2321130559" sldId="315"/>
            <ac:graphicFrameMk id="6" creationId="{A266E398-6FC2-09D1-C9BE-C17889AD7977}"/>
          </ac:graphicFrameMkLst>
        </pc:graphicFrameChg>
      </pc:sldChg>
      <pc:sldChg chg="del">
        <pc:chgData name="Jordan, Stuart" userId="1bf9a496-f356-4f9c-b15f-a24cde0408c2" providerId="ADAL" clId="{531348F1-845A-4D7A-824D-A680612EFD6E}" dt="2025-04-08T20:02:01.325" v="74" actId="47"/>
        <pc:sldMkLst>
          <pc:docMk/>
          <pc:sldMk cId="2625217301" sldId="318"/>
        </pc:sldMkLst>
      </pc:sldChg>
      <pc:sldChg chg="del">
        <pc:chgData name="Jordan, Stuart" userId="1bf9a496-f356-4f9c-b15f-a24cde0408c2" providerId="ADAL" clId="{531348F1-845A-4D7A-824D-A680612EFD6E}" dt="2025-04-08T20:02:01.325" v="74" actId="47"/>
        <pc:sldMkLst>
          <pc:docMk/>
          <pc:sldMk cId="2278363598" sldId="319"/>
        </pc:sldMkLst>
      </pc:sldChg>
      <pc:sldChg chg="del">
        <pc:chgData name="Jordan, Stuart" userId="1bf9a496-f356-4f9c-b15f-a24cde0408c2" providerId="ADAL" clId="{531348F1-845A-4D7A-824D-A680612EFD6E}" dt="2025-04-08T20:02:01.325" v="74" actId="47"/>
        <pc:sldMkLst>
          <pc:docMk/>
          <pc:sldMk cId="1726356691" sldId="320"/>
        </pc:sldMkLst>
      </pc:sldChg>
      <pc:sldChg chg="addSp delSp modSp mod">
        <pc:chgData name="Jordan, Stuart" userId="1bf9a496-f356-4f9c-b15f-a24cde0408c2" providerId="ADAL" clId="{531348F1-845A-4D7A-824D-A680612EFD6E}" dt="2025-04-08T20:05:57.378" v="192" actId="478"/>
        <pc:sldMkLst>
          <pc:docMk/>
          <pc:sldMk cId="143370531" sldId="321"/>
        </pc:sldMkLst>
        <pc:spChg chg="mod">
          <ac:chgData name="Jordan, Stuart" userId="1bf9a496-f356-4f9c-b15f-a24cde0408c2" providerId="ADAL" clId="{531348F1-845A-4D7A-824D-A680612EFD6E}" dt="2025-04-08T20:05:28.366" v="184" actId="1076"/>
          <ac:spMkLst>
            <pc:docMk/>
            <pc:sldMk cId="143370531" sldId="321"/>
            <ac:spMk id="3" creationId="{27942C39-EA64-8AF3-DB5A-E90BAADEAECE}"/>
          </ac:spMkLst>
        </pc:spChg>
        <pc:spChg chg="mod">
          <ac:chgData name="Jordan, Stuart" userId="1bf9a496-f356-4f9c-b15f-a24cde0408c2" providerId="ADAL" clId="{531348F1-845A-4D7A-824D-A680612EFD6E}" dt="2025-04-08T20:02:26.296" v="77" actId="20577"/>
          <ac:spMkLst>
            <pc:docMk/>
            <pc:sldMk cId="143370531" sldId="321"/>
            <ac:spMk id="4" creationId="{1C4E5481-4613-E0F3-5A93-2F9AF19DDE5D}"/>
          </ac:spMkLst>
        </pc:spChg>
        <pc:spChg chg="add del mod">
          <ac:chgData name="Jordan, Stuart" userId="1bf9a496-f356-4f9c-b15f-a24cde0408c2" providerId="ADAL" clId="{531348F1-845A-4D7A-824D-A680612EFD6E}" dt="2025-04-08T20:05:52.037" v="190" actId="478"/>
          <ac:spMkLst>
            <pc:docMk/>
            <pc:sldMk cId="143370531" sldId="321"/>
            <ac:spMk id="23" creationId="{C35513F4-557C-47B9-17C0-D1F63C66E6CD}"/>
          </ac:spMkLst>
        </pc:spChg>
        <pc:cxnChg chg="add del mod">
          <ac:chgData name="Jordan, Stuart" userId="1bf9a496-f356-4f9c-b15f-a24cde0408c2" providerId="ADAL" clId="{531348F1-845A-4D7A-824D-A680612EFD6E}" dt="2025-04-08T20:05:55.089" v="191" actId="478"/>
          <ac:cxnSpMkLst>
            <pc:docMk/>
            <pc:sldMk cId="143370531" sldId="321"/>
            <ac:cxnSpMk id="12" creationId="{E07711A3-C1DC-6577-D86C-F5D7E4FF7923}"/>
          </ac:cxnSpMkLst>
        </pc:cxnChg>
        <pc:cxnChg chg="add del mod">
          <ac:chgData name="Jordan, Stuart" userId="1bf9a496-f356-4f9c-b15f-a24cde0408c2" providerId="ADAL" clId="{531348F1-845A-4D7A-824D-A680612EFD6E}" dt="2025-04-08T20:05:57.378" v="192" actId="478"/>
          <ac:cxnSpMkLst>
            <pc:docMk/>
            <pc:sldMk cId="143370531" sldId="321"/>
            <ac:cxnSpMk id="21" creationId="{8430F004-FA79-4A1D-D448-5165DF6864CA}"/>
          </ac:cxnSpMkLst>
        </pc:cxnChg>
      </pc:sldChg>
      <pc:sldChg chg="del">
        <pc:chgData name="Jordan, Stuart" userId="1bf9a496-f356-4f9c-b15f-a24cde0408c2" providerId="ADAL" clId="{531348F1-845A-4D7A-824D-A680612EFD6E}" dt="2025-04-08T20:02:01.325" v="74" actId="47"/>
        <pc:sldMkLst>
          <pc:docMk/>
          <pc:sldMk cId="2886390817" sldId="322"/>
        </pc:sldMkLst>
      </pc:sldChg>
      <pc:sldChg chg="del">
        <pc:chgData name="Jordan, Stuart" userId="1bf9a496-f356-4f9c-b15f-a24cde0408c2" providerId="ADAL" clId="{531348F1-845A-4D7A-824D-A680612EFD6E}" dt="2025-04-08T20:02:01.325" v="74" actId="47"/>
        <pc:sldMkLst>
          <pc:docMk/>
          <pc:sldMk cId="3818231458" sldId="325"/>
        </pc:sldMkLst>
      </pc:sldChg>
      <pc:sldChg chg="del">
        <pc:chgData name="Jordan, Stuart" userId="1bf9a496-f356-4f9c-b15f-a24cde0408c2" providerId="ADAL" clId="{531348F1-845A-4D7A-824D-A680612EFD6E}" dt="2025-04-08T20:02:01.325" v="74" actId="47"/>
        <pc:sldMkLst>
          <pc:docMk/>
          <pc:sldMk cId="1920672248" sldId="326"/>
        </pc:sldMkLst>
      </pc:sldChg>
      <pc:sldChg chg="del">
        <pc:chgData name="Jordan, Stuart" userId="1bf9a496-f356-4f9c-b15f-a24cde0408c2" providerId="ADAL" clId="{531348F1-845A-4D7A-824D-A680612EFD6E}" dt="2025-04-08T20:02:01.325" v="74" actId="47"/>
        <pc:sldMkLst>
          <pc:docMk/>
          <pc:sldMk cId="1819965938" sldId="327"/>
        </pc:sldMkLst>
      </pc:sldChg>
      <pc:sldChg chg="addSp delSp modSp mod">
        <pc:chgData name="Jordan, Stuart" userId="1bf9a496-f356-4f9c-b15f-a24cde0408c2" providerId="ADAL" clId="{531348F1-845A-4D7A-824D-A680612EFD6E}" dt="2025-04-08T20:07:15.246" v="194" actId="208"/>
        <pc:sldMkLst>
          <pc:docMk/>
          <pc:sldMk cId="1679678173" sldId="335"/>
        </pc:sldMkLst>
        <pc:spChg chg="del">
          <ac:chgData name="Jordan, Stuart" userId="1bf9a496-f356-4f9c-b15f-a24cde0408c2" providerId="ADAL" clId="{531348F1-845A-4D7A-824D-A680612EFD6E}" dt="2025-04-08T20:03:00.459" v="84" actId="478"/>
          <ac:spMkLst>
            <pc:docMk/>
            <pc:sldMk cId="1679678173" sldId="335"/>
            <ac:spMk id="4" creationId="{1C4E5481-4613-E0F3-5A93-2F9AF19DDE5D}"/>
          </ac:spMkLst>
        </pc:spChg>
        <pc:spChg chg="mod">
          <ac:chgData name="Jordan, Stuart" userId="1bf9a496-f356-4f9c-b15f-a24cde0408c2" providerId="ADAL" clId="{531348F1-845A-4D7A-824D-A680612EFD6E}" dt="2025-04-08T20:07:15.246" v="194" actId="208"/>
          <ac:spMkLst>
            <pc:docMk/>
            <pc:sldMk cId="1679678173" sldId="335"/>
            <ac:spMk id="22" creationId="{80D52D2D-7B96-F6A7-6C5D-979DA9AFAB96}"/>
          </ac:spMkLst>
        </pc:spChg>
        <pc:spChg chg="add mod">
          <ac:chgData name="Jordan, Stuart" userId="1bf9a496-f356-4f9c-b15f-a24cde0408c2" providerId="ADAL" clId="{531348F1-845A-4D7A-824D-A680612EFD6E}" dt="2025-04-08T20:03:00.726" v="85"/>
          <ac:spMkLst>
            <pc:docMk/>
            <pc:sldMk cId="1679678173" sldId="335"/>
            <ac:spMk id="23" creationId="{7720565A-C95A-58A2-34FD-7C284E78FA2A}"/>
          </ac:spMkLst>
        </pc:spChg>
      </pc:sldChg>
      <pc:sldChg chg="addSp delSp modSp mod">
        <pc:chgData name="Jordan, Stuart" userId="1bf9a496-f356-4f9c-b15f-a24cde0408c2" providerId="ADAL" clId="{531348F1-845A-4D7A-824D-A680612EFD6E}" dt="2025-04-08T20:07:20.785" v="195" actId="208"/>
        <pc:sldMkLst>
          <pc:docMk/>
          <pc:sldMk cId="1594846854" sldId="336"/>
        </pc:sldMkLst>
        <pc:spChg chg="del">
          <ac:chgData name="Jordan, Stuart" userId="1bf9a496-f356-4f9c-b15f-a24cde0408c2" providerId="ADAL" clId="{531348F1-845A-4D7A-824D-A680612EFD6E}" dt="2025-04-08T20:03:05.057" v="86" actId="478"/>
          <ac:spMkLst>
            <pc:docMk/>
            <pc:sldMk cId="1594846854" sldId="336"/>
            <ac:spMk id="4" creationId="{1C4E5481-4613-E0F3-5A93-2F9AF19DDE5D}"/>
          </ac:spMkLst>
        </pc:spChg>
        <pc:spChg chg="mod">
          <ac:chgData name="Jordan, Stuart" userId="1bf9a496-f356-4f9c-b15f-a24cde0408c2" providerId="ADAL" clId="{531348F1-845A-4D7A-824D-A680612EFD6E}" dt="2025-04-08T20:07:20.785" v="195" actId="208"/>
          <ac:spMkLst>
            <pc:docMk/>
            <pc:sldMk cId="1594846854" sldId="336"/>
            <ac:spMk id="22" creationId="{80D52D2D-7B96-F6A7-6C5D-979DA9AFAB96}"/>
          </ac:spMkLst>
        </pc:spChg>
        <pc:spChg chg="add mod">
          <ac:chgData name="Jordan, Stuart" userId="1bf9a496-f356-4f9c-b15f-a24cde0408c2" providerId="ADAL" clId="{531348F1-845A-4D7A-824D-A680612EFD6E}" dt="2025-04-08T20:03:05.382" v="87"/>
          <ac:spMkLst>
            <pc:docMk/>
            <pc:sldMk cId="1594846854" sldId="336"/>
            <ac:spMk id="23" creationId="{71A501A9-30D4-5D3A-5E44-56BCF01A0B9C}"/>
          </ac:spMkLst>
        </pc:spChg>
      </pc:sldChg>
      <pc:sldChg chg="addSp delSp modSp mod">
        <pc:chgData name="Jordan, Stuart" userId="1bf9a496-f356-4f9c-b15f-a24cde0408c2" providerId="ADAL" clId="{531348F1-845A-4D7A-824D-A680612EFD6E}" dt="2025-04-08T20:07:25.570" v="196" actId="208"/>
        <pc:sldMkLst>
          <pc:docMk/>
          <pc:sldMk cId="3190781441" sldId="338"/>
        </pc:sldMkLst>
        <pc:spChg chg="del">
          <ac:chgData name="Jordan, Stuart" userId="1bf9a496-f356-4f9c-b15f-a24cde0408c2" providerId="ADAL" clId="{531348F1-845A-4D7A-824D-A680612EFD6E}" dt="2025-04-08T20:03:11.480" v="88" actId="478"/>
          <ac:spMkLst>
            <pc:docMk/>
            <pc:sldMk cId="3190781441" sldId="338"/>
            <ac:spMk id="4" creationId="{1C4E5481-4613-E0F3-5A93-2F9AF19DDE5D}"/>
          </ac:spMkLst>
        </pc:spChg>
        <pc:spChg chg="mod">
          <ac:chgData name="Jordan, Stuart" userId="1bf9a496-f356-4f9c-b15f-a24cde0408c2" providerId="ADAL" clId="{531348F1-845A-4D7A-824D-A680612EFD6E}" dt="2025-04-08T20:07:25.570" v="196" actId="208"/>
          <ac:spMkLst>
            <pc:docMk/>
            <pc:sldMk cId="3190781441" sldId="338"/>
            <ac:spMk id="22" creationId="{80D52D2D-7B96-F6A7-6C5D-979DA9AFAB96}"/>
          </ac:spMkLst>
        </pc:spChg>
        <pc:spChg chg="add mod">
          <ac:chgData name="Jordan, Stuart" userId="1bf9a496-f356-4f9c-b15f-a24cde0408c2" providerId="ADAL" clId="{531348F1-845A-4D7A-824D-A680612EFD6E}" dt="2025-04-08T20:03:11.792" v="89"/>
          <ac:spMkLst>
            <pc:docMk/>
            <pc:sldMk cId="3190781441" sldId="338"/>
            <ac:spMk id="27" creationId="{81B4EC39-530F-3675-17BB-09310A348FE3}"/>
          </ac:spMkLst>
        </pc:spChg>
      </pc:sldChg>
      <pc:sldChg chg="addSp delSp modSp mod">
        <pc:chgData name="Jordan, Stuart" userId="1bf9a496-f356-4f9c-b15f-a24cde0408c2" providerId="ADAL" clId="{531348F1-845A-4D7A-824D-A680612EFD6E}" dt="2025-04-08T20:07:31.170" v="197" actId="208"/>
        <pc:sldMkLst>
          <pc:docMk/>
          <pc:sldMk cId="2191066024" sldId="339"/>
        </pc:sldMkLst>
        <pc:spChg chg="del">
          <ac:chgData name="Jordan, Stuart" userId="1bf9a496-f356-4f9c-b15f-a24cde0408c2" providerId="ADAL" clId="{531348F1-845A-4D7A-824D-A680612EFD6E}" dt="2025-04-08T20:03:16.212" v="90" actId="478"/>
          <ac:spMkLst>
            <pc:docMk/>
            <pc:sldMk cId="2191066024" sldId="339"/>
            <ac:spMk id="4" creationId="{1C4E5481-4613-E0F3-5A93-2F9AF19DDE5D}"/>
          </ac:spMkLst>
        </pc:spChg>
        <pc:spChg chg="mod">
          <ac:chgData name="Jordan, Stuart" userId="1bf9a496-f356-4f9c-b15f-a24cde0408c2" providerId="ADAL" clId="{531348F1-845A-4D7A-824D-A680612EFD6E}" dt="2025-04-08T20:07:31.170" v="197" actId="208"/>
          <ac:spMkLst>
            <pc:docMk/>
            <pc:sldMk cId="2191066024" sldId="339"/>
            <ac:spMk id="22" creationId="{80D52D2D-7B96-F6A7-6C5D-979DA9AFAB96}"/>
          </ac:spMkLst>
        </pc:spChg>
        <pc:spChg chg="add mod">
          <ac:chgData name="Jordan, Stuart" userId="1bf9a496-f356-4f9c-b15f-a24cde0408c2" providerId="ADAL" clId="{531348F1-845A-4D7A-824D-A680612EFD6E}" dt="2025-04-08T20:03:16.498" v="91"/>
          <ac:spMkLst>
            <pc:docMk/>
            <pc:sldMk cId="2191066024" sldId="339"/>
            <ac:spMk id="27" creationId="{4391906C-C3FA-4550-273B-2262624113A4}"/>
          </ac:spMkLst>
        </pc:spChg>
      </pc:sldChg>
      <pc:sldChg chg="addSp delSp modSp mod">
        <pc:chgData name="Jordan, Stuart" userId="1bf9a496-f356-4f9c-b15f-a24cde0408c2" providerId="ADAL" clId="{531348F1-845A-4D7A-824D-A680612EFD6E}" dt="2025-04-08T20:07:35.398" v="198" actId="208"/>
        <pc:sldMkLst>
          <pc:docMk/>
          <pc:sldMk cId="1987386590" sldId="340"/>
        </pc:sldMkLst>
        <pc:spChg chg="del">
          <ac:chgData name="Jordan, Stuart" userId="1bf9a496-f356-4f9c-b15f-a24cde0408c2" providerId="ADAL" clId="{531348F1-845A-4D7A-824D-A680612EFD6E}" dt="2025-04-08T20:03:20.157" v="92" actId="478"/>
          <ac:spMkLst>
            <pc:docMk/>
            <pc:sldMk cId="1987386590" sldId="340"/>
            <ac:spMk id="4" creationId="{1C4E5481-4613-E0F3-5A93-2F9AF19DDE5D}"/>
          </ac:spMkLst>
        </pc:spChg>
        <pc:spChg chg="mod">
          <ac:chgData name="Jordan, Stuart" userId="1bf9a496-f356-4f9c-b15f-a24cde0408c2" providerId="ADAL" clId="{531348F1-845A-4D7A-824D-A680612EFD6E}" dt="2025-04-08T20:07:35.398" v="198" actId="208"/>
          <ac:spMkLst>
            <pc:docMk/>
            <pc:sldMk cId="1987386590" sldId="340"/>
            <ac:spMk id="22" creationId="{80D52D2D-7B96-F6A7-6C5D-979DA9AFAB96}"/>
          </ac:spMkLst>
        </pc:spChg>
        <pc:spChg chg="add mod">
          <ac:chgData name="Jordan, Stuart" userId="1bf9a496-f356-4f9c-b15f-a24cde0408c2" providerId="ADAL" clId="{531348F1-845A-4D7A-824D-A680612EFD6E}" dt="2025-04-08T20:03:20.423" v="93"/>
          <ac:spMkLst>
            <pc:docMk/>
            <pc:sldMk cId="1987386590" sldId="340"/>
            <ac:spMk id="27" creationId="{D9033DCB-2B6F-3770-C12D-85BCCE398FD8}"/>
          </ac:spMkLst>
        </pc:spChg>
      </pc:sldChg>
      <pc:sldChg chg="addSp delSp modSp mod">
        <pc:chgData name="Jordan, Stuart" userId="1bf9a496-f356-4f9c-b15f-a24cde0408c2" providerId="ADAL" clId="{531348F1-845A-4D7A-824D-A680612EFD6E}" dt="2025-04-08T20:07:05.265" v="193" actId="208"/>
        <pc:sldMkLst>
          <pc:docMk/>
          <pc:sldMk cId="3436632764" sldId="341"/>
        </pc:sldMkLst>
        <pc:spChg chg="del">
          <ac:chgData name="Jordan, Stuart" userId="1bf9a496-f356-4f9c-b15f-a24cde0408c2" providerId="ADAL" clId="{531348F1-845A-4D7A-824D-A680612EFD6E}" dt="2025-04-08T20:02:53.731" v="82" actId="478"/>
          <ac:spMkLst>
            <pc:docMk/>
            <pc:sldMk cId="3436632764" sldId="341"/>
            <ac:spMk id="4" creationId="{1C4E5481-4613-E0F3-5A93-2F9AF19DDE5D}"/>
          </ac:spMkLst>
        </pc:spChg>
        <pc:spChg chg="mod">
          <ac:chgData name="Jordan, Stuart" userId="1bf9a496-f356-4f9c-b15f-a24cde0408c2" providerId="ADAL" clId="{531348F1-845A-4D7A-824D-A680612EFD6E}" dt="2025-04-08T20:07:05.265" v="193" actId="208"/>
          <ac:spMkLst>
            <pc:docMk/>
            <pc:sldMk cId="3436632764" sldId="341"/>
            <ac:spMk id="22" creationId="{80D52D2D-7B96-F6A7-6C5D-979DA9AFAB96}"/>
          </ac:spMkLst>
        </pc:spChg>
        <pc:spChg chg="add mod">
          <ac:chgData name="Jordan, Stuart" userId="1bf9a496-f356-4f9c-b15f-a24cde0408c2" providerId="ADAL" clId="{531348F1-845A-4D7A-824D-A680612EFD6E}" dt="2025-04-08T20:02:54.116" v="83"/>
          <ac:spMkLst>
            <pc:docMk/>
            <pc:sldMk cId="3436632764" sldId="341"/>
            <ac:spMk id="23" creationId="{80DAE837-3A0F-8AAD-98CF-7FC9C39771E4}"/>
          </ac:spMkLst>
        </pc:spChg>
      </pc:sldChg>
      <pc:sldChg chg="addSp delSp modSp mod">
        <pc:chgData name="Jordan, Stuart" userId="1bf9a496-f356-4f9c-b15f-a24cde0408c2" providerId="ADAL" clId="{531348F1-845A-4D7A-824D-A680612EFD6E}" dt="2025-04-08T20:02:44.059" v="79"/>
        <pc:sldMkLst>
          <pc:docMk/>
          <pc:sldMk cId="568329439" sldId="342"/>
        </pc:sldMkLst>
        <pc:spChg chg="del">
          <ac:chgData name="Jordan, Stuart" userId="1bf9a496-f356-4f9c-b15f-a24cde0408c2" providerId="ADAL" clId="{531348F1-845A-4D7A-824D-A680612EFD6E}" dt="2025-04-08T20:02:37.466" v="78" actId="478"/>
          <ac:spMkLst>
            <pc:docMk/>
            <pc:sldMk cId="568329439" sldId="342"/>
            <ac:spMk id="4" creationId="{1C4E5481-4613-E0F3-5A93-2F9AF19DDE5D}"/>
          </ac:spMkLst>
        </pc:spChg>
        <pc:spChg chg="add mod">
          <ac:chgData name="Jordan, Stuart" userId="1bf9a496-f356-4f9c-b15f-a24cde0408c2" providerId="ADAL" clId="{531348F1-845A-4D7A-824D-A680612EFD6E}" dt="2025-04-08T20:02:44.059" v="79"/>
          <ac:spMkLst>
            <pc:docMk/>
            <pc:sldMk cId="568329439" sldId="342"/>
            <ac:spMk id="21" creationId="{7BE359C5-5E4C-8E1C-9EDC-B668514D1559}"/>
          </ac:spMkLst>
        </pc:spChg>
      </pc:sldChg>
      <pc:sldChg chg="addSp delSp modSp mod">
        <pc:chgData name="Jordan, Stuart" userId="1bf9a496-f356-4f9c-b15f-a24cde0408c2" providerId="ADAL" clId="{531348F1-845A-4D7A-824D-A680612EFD6E}" dt="2025-04-08T20:02:49.150" v="81"/>
        <pc:sldMkLst>
          <pc:docMk/>
          <pc:sldMk cId="2885385480" sldId="343"/>
        </pc:sldMkLst>
        <pc:spChg chg="del">
          <ac:chgData name="Jordan, Stuart" userId="1bf9a496-f356-4f9c-b15f-a24cde0408c2" providerId="ADAL" clId="{531348F1-845A-4D7A-824D-A680612EFD6E}" dt="2025-04-08T20:02:48.888" v="80" actId="478"/>
          <ac:spMkLst>
            <pc:docMk/>
            <pc:sldMk cId="2885385480" sldId="343"/>
            <ac:spMk id="4" creationId="{1C4E5481-4613-E0F3-5A93-2F9AF19DDE5D}"/>
          </ac:spMkLst>
        </pc:spChg>
        <pc:spChg chg="add mod">
          <ac:chgData name="Jordan, Stuart" userId="1bf9a496-f356-4f9c-b15f-a24cde0408c2" providerId="ADAL" clId="{531348F1-845A-4D7A-824D-A680612EFD6E}" dt="2025-04-08T20:02:49.150" v="81"/>
          <ac:spMkLst>
            <pc:docMk/>
            <pc:sldMk cId="2885385480" sldId="343"/>
            <ac:spMk id="22" creationId="{B0FC7C66-560E-AFB0-4527-B2B3F7F3EEA0}"/>
          </ac:spMkLst>
        </pc:spChg>
      </pc:sldChg>
      <pc:sldChg chg="addSp delSp modSp mod">
        <pc:chgData name="Jordan, Stuart" userId="1bf9a496-f356-4f9c-b15f-a24cde0408c2" providerId="ADAL" clId="{531348F1-845A-4D7A-824D-A680612EFD6E}" dt="2025-04-08T20:03:24.410" v="95"/>
        <pc:sldMkLst>
          <pc:docMk/>
          <pc:sldMk cId="2451048741" sldId="344"/>
        </pc:sldMkLst>
        <pc:spChg chg="del">
          <ac:chgData name="Jordan, Stuart" userId="1bf9a496-f356-4f9c-b15f-a24cde0408c2" providerId="ADAL" clId="{531348F1-845A-4D7A-824D-A680612EFD6E}" dt="2025-04-08T20:03:24.116" v="94" actId="478"/>
          <ac:spMkLst>
            <pc:docMk/>
            <pc:sldMk cId="2451048741" sldId="344"/>
            <ac:spMk id="4" creationId="{1C4E5481-4613-E0F3-5A93-2F9AF19DDE5D}"/>
          </ac:spMkLst>
        </pc:spChg>
        <pc:spChg chg="add mod">
          <ac:chgData name="Jordan, Stuart" userId="1bf9a496-f356-4f9c-b15f-a24cde0408c2" providerId="ADAL" clId="{531348F1-845A-4D7A-824D-A680612EFD6E}" dt="2025-04-08T20:03:24.410" v="95"/>
          <ac:spMkLst>
            <pc:docMk/>
            <pc:sldMk cId="2451048741" sldId="344"/>
            <ac:spMk id="21" creationId="{5CAEDF7E-B0B0-316E-4444-606B5E490293}"/>
          </ac:spMkLst>
        </pc:spChg>
      </pc:sldChg>
      <pc:sldChg chg="addSp delSp modSp mod">
        <pc:chgData name="Jordan, Stuart" userId="1bf9a496-f356-4f9c-b15f-a24cde0408c2" providerId="ADAL" clId="{531348F1-845A-4D7A-824D-A680612EFD6E}" dt="2025-04-08T20:03:29.020" v="97"/>
        <pc:sldMkLst>
          <pc:docMk/>
          <pc:sldMk cId="2910135872" sldId="345"/>
        </pc:sldMkLst>
        <pc:spChg chg="del">
          <ac:chgData name="Jordan, Stuart" userId="1bf9a496-f356-4f9c-b15f-a24cde0408c2" providerId="ADAL" clId="{531348F1-845A-4D7A-824D-A680612EFD6E}" dt="2025-04-08T20:03:28.710" v="96" actId="478"/>
          <ac:spMkLst>
            <pc:docMk/>
            <pc:sldMk cId="2910135872" sldId="345"/>
            <ac:spMk id="4" creationId="{1C4E5481-4613-E0F3-5A93-2F9AF19DDE5D}"/>
          </ac:spMkLst>
        </pc:spChg>
        <pc:spChg chg="add mod">
          <ac:chgData name="Jordan, Stuart" userId="1bf9a496-f356-4f9c-b15f-a24cde0408c2" providerId="ADAL" clId="{531348F1-845A-4D7A-824D-A680612EFD6E}" dt="2025-04-08T20:03:29.020" v="97"/>
          <ac:spMkLst>
            <pc:docMk/>
            <pc:sldMk cId="2910135872" sldId="345"/>
            <ac:spMk id="22" creationId="{72B5E144-B8E5-D146-83B7-476C50057B8E}"/>
          </ac:spMkLst>
        </pc:spChg>
      </pc:sldChg>
      <pc:sldChg chg="addSp delSp modSp mod">
        <pc:chgData name="Jordan, Stuart" userId="1bf9a496-f356-4f9c-b15f-a24cde0408c2" providerId="ADAL" clId="{531348F1-845A-4D7A-824D-A680612EFD6E}" dt="2025-04-08T20:03:34.820" v="99"/>
        <pc:sldMkLst>
          <pc:docMk/>
          <pc:sldMk cId="152529290" sldId="346"/>
        </pc:sldMkLst>
        <pc:spChg chg="del">
          <ac:chgData name="Jordan, Stuart" userId="1bf9a496-f356-4f9c-b15f-a24cde0408c2" providerId="ADAL" clId="{531348F1-845A-4D7A-824D-A680612EFD6E}" dt="2025-04-08T20:03:34.540" v="98" actId="478"/>
          <ac:spMkLst>
            <pc:docMk/>
            <pc:sldMk cId="152529290" sldId="346"/>
            <ac:spMk id="4" creationId="{1C4E5481-4613-E0F3-5A93-2F9AF19DDE5D}"/>
          </ac:spMkLst>
        </pc:spChg>
        <pc:spChg chg="add mod">
          <ac:chgData name="Jordan, Stuart" userId="1bf9a496-f356-4f9c-b15f-a24cde0408c2" providerId="ADAL" clId="{531348F1-845A-4D7A-824D-A680612EFD6E}" dt="2025-04-08T20:03:34.820" v="99"/>
          <ac:spMkLst>
            <pc:docMk/>
            <pc:sldMk cId="152529290" sldId="346"/>
            <ac:spMk id="23" creationId="{AC65CAEB-9DFA-51D3-4307-B263FD0310B9}"/>
          </ac:spMkLst>
        </pc:spChg>
      </pc:sldChg>
      <pc:sldChg chg="addSp delSp modSp mod">
        <pc:chgData name="Jordan, Stuart" userId="1bf9a496-f356-4f9c-b15f-a24cde0408c2" providerId="ADAL" clId="{531348F1-845A-4D7A-824D-A680612EFD6E}" dt="2025-04-08T20:03:38.744" v="101"/>
        <pc:sldMkLst>
          <pc:docMk/>
          <pc:sldMk cId="2382155108" sldId="347"/>
        </pc:sldMkLst>
        <pc:spChg chg="del">
          <ac:chgData name="Jordan, Stuart" userId="1bf9a496-f356-4f9c-b15f-a24cde0408c2" providerId="ADAL" clId="{531348F1-845A-4D7A-824D-A680612EFD6E}" dt="2025-04-08T20:03:38.515" v="100" actId="478"/>
          <ac:spMkLst>
            <pc:docMk/>
            <pc:sldMk cId="2382155108" sldId="347"/>
            <ac:spMk id="4" creationId="{1C4E5481-4613-E0F3-5A93-2F9AF19DDE5D}"/>
          </ac:spMkLst>
        </pc:spChg>
        <pc:spChg chg="add mod">
          <ac:chgData name="Jordan, Stuart" userId="1bf9a496-f356-4f9c-b15f-a24cde0408c2" providerId="ADAL" clId="{531348F1-845A-4D7A-824D-A680612EFD6E}" dt="2025-04-08T20:03:38.744" v="101"/>
          <ac:spMkLst>
            <pc:docMk/>
            <pc:sldMk cId="2382155108" sldId="347"/>
            <ac:spMk id="25" creationId="{7B7B1936-F30D-D5B0-EA00-0BAC6EA5D233}"/>
          </ac:spMkLst>
        </pc:spChg>
      </pc:sldChg>
      <pc:sldChg chg="addSp delSp modSp mod">
        <pc:chgData name="Jordan, Stuart" userId="1bf9a496-f356-4f9c-b15f-a24cde0408c2" providerId="ADAL" clId="{531348F1-845A-4D7A-824D-A680612EFD6E}" dt="2025-04-08T20:03:46.477" v="103"/>
        <pc:sldMkLst>
          <pc:docMk/>
          <pc:sldMk cId="2813605112" sldId="348"/>
        </pc:sldMkLst>
        <pc:spChg chg="del">
          <ac:chgData name="Jordan, Stuart" userId="1bf9a496-f356-4f9c-b15f-a24cde0408c2" providerId="ADAL" clId="{531348F1-845A-4D7A-824D-A680612EFD6E}" dt="2025-04-08T20:03:46.180" v="102" actId="478"/>
          <ac:spMkLst>
            <pc:docMk/>
            <pc:sldMk cId="2813605112" sldId="348"/>
            <ac:spMk id="4" creationId="{1C4E5481-4613-E0F3-5A93-2F9AF19DDE5D}"/>
          </ac:spMkLst>
        </pc:spChg>
        <pc:spChg chg="add mod">
          <ac:chgData name="Jordan, Stuart" userId="1bf9a496-f356-4f9c-b15f-a24cde0408c2" providerId="ADAL" clId="{531348F1-845A-4D7A-824D-A680612EFD6E}" dt="2025-04-08T20:03:46.477" v="103"/>
          <ac:spMkLst>
            <pc:docMk/>
            <pc:sldMk cId="2813605112" sldId="348"/>
            <ac:spMk id="26" creationId="{20A48BF7-7F5A-4B63-D6E2-F52E65FCFF5F}"/>
          </ac:spMkLst>
        </pc:spChg>
      </pc:sldChg>
      <pc:sldChg chg="addSp delSp modSp mod">
        <pc:chgData name="Jordan, Stuart" userId="1bf9a496-f356-4f9c-b15f-a24cde0408c2" providerId="ADAL" clId="{531348F1-845A-4D7A-824D-A680612EFD6E}" dt="2025-04-08T20:03:50.207" v="105"/>
        <pc:sldMkLst>
          <pc:docMk/>
          <pc:sldMk cId="24978471" sldId="349"/>
        </pc:sldMkLst>
        <pc:spChg chg="del">
          <ac:chgData name="Jordan, Stuart" userId="1bf9a496-f356-4f9c-b15f-a24cde0408c2" providerId="ADAL" clId="{531348F1-845A-4D7A-824D-A680612EFD6E}" dt="2025-04-08T20:03:49.855" v="104" actId="478"/>
          <ac:spMkLst>
            <pc:docMk/>
            <pc:sldMk cId="24978471" sldId="349"/>
            <ac:spMk id="4" creationId="{1C4E5481-4613-E0F3-5A93-2F9AF19DDE5D}"/>
          </ac:spMkLst>
        </pc:spChg>
        <pc:spChg chg="add mod">
          <ac:chgData name="Jordan, Stuart" userId="1bf9a496-f356-4f9c-b15f-a24cde0408c2" providerId="ADAL" clId="{531348F1-845A-4D7A-824D-A680612EFD6E}" dt="2025-04-08T20:03:50.207" v="105"/>
          <ac:spMkLst>
            <pc:docMk/>
            <pc:sldMk cId="24978471" sldId="349"/>
            <ac:spMk id="26" creationId="{C329BE01-A9D8-9D48-60BE-FCCC0DC1C36E}"/>
          </ac:spMkLst>
        </pc:spChg>
      </pc:sldChg>
      <pc:sldChg chg="addSp delSp modSp mod">
        <pc:chgData name="Jordan, Stuart" userId="1bf9a496-f356-4f9c-b15f-a24cde0408c2" providerId="ADAL" clId="{531348F1-845A-4D7A-824D-A680612EFD6E}" dt="2025-04-08T20:03:58.577" v="109"/>
        <pc:sldMkLst>
          <pc:docMk/>
          <pc:sldMk cId="3757357896" sldId="350"/>
        </pc:sldMkLst>
        <pc:spChg chg="del">
          <ac:chgData name="Jordan, Stuart" userId="1bf9a496-f356-4f9c-b15f-a24cde0408c2" providerId="ADAL" clId="{531348F1-845A-4D7A-824D-A680612EFD6E}" dt="2025-04-08T20:03:58.197" v="108" actId="478"/>
          <ac:spMkLst>
            <pc:docMk/>
            <pc:sldMk cId="3757357896" sldId="350"/>
            <ac:spMk id="4" creationId="{1C4E5481-4613-E0F3-5A93-2F9AF19DDE5D}"/>
          </ac:spMkLst>
        </pc:spChg>
        <pc:spChg chg="add mod">
          <ac:chgData name="Jordan, Stuart" userId="1bf9a496-f356-4f9c-b15f-a24cde0408c2" providerId="ADAL" clId="{531348F1-845A-4D7A-824D-A680612EFD6E}" dt="2025-04-08T20:03:58.577" v="109"/>
          <ac:spMkLst>
            <pc:docMk/>
            <pc:sldMk cId="3757357896" sldId="350"/>
            <ac:spMk id="11" creationId="{D8696302-D0E6-E780-122E-9F653E78605B}"/>
          </ac:spMkLst>
        </pc:spChg>
      </pc:sldChg>
      <pc:sldChg chg="addSp delSp modSp mod">
        <pc:chgData name="Jordan, Stuart" userId="1bf9a496-f356-4f9c-b15f-a24cde0408c2" providerId="ADAL" clId="{531348F1-845A-4D7A-824D-A680612EFD6E}" dt="2025-04-08T20:03:54.020" v="107"/>
        <pc:sldMkLst>
          <pc:docMk/>
          <pc:sldMk cId="1740032458" sldId="352"/>
        </pc:sldMkLst>
        <pc:spChg chg="del">
          <ac:chgData name="Jordan, Stuart" userId="1bf9a496-f356-4f9c-b15f-a24cde0408c2" providerId="ADAL" clId="{531348F1-845A-4D7A-824D-A680612EFD6E}" dt="2025-04-08T20:03:53.707" v="106" actId="478"/>
          <ac:spMkLst>
            <pc:docMk/>
            <pc:sldMk cId="1740032458" sldId="352"/>
            <ac:spMk id="4" creationId="{1C4E5481-4613-E0F3-5A93-2F9AF19DDE5D}"/>
          </ac:spMkLst>
        </pc:spChg>
        <pc:spChg chg="add mod">
          <ac:chgData name="Jordan, Stuart" userId="1bf9a496-f356-4f9c-b15f-a24cde0408c2" providerId="ADAL" clId="{531348F1-845A-4D7A-824D-A680612EFD6E}" dt="2025-04-08T20:03:54.020" v="107"/>
          <ac:spMkLst>
            <pc:docMk/>
            <pc:sldMk cId="1740032458" sldId="352"/>
            <ac:spMk id="26" creationId="{ACD95596-D899-DB68-5110-8BD34DCFA3AA}"/>
          </ac:spMkLst>
        </pc:spChg>
      </pc:sldChg>
      <pc:sldChg chg="delSp modSp add mod">
        <pc:chgData name="Jordan, Stuart" userId="1bf9a496-f356-4f9c-b15f-a24cde0408c2" providerId="ADAL" clId="{531348F1-845A-4D7A-824D-A680612EFD6E}" dt="2025-04-08T19:53:24.583" v="41" actId="478"/>
        <pc:sldMkLst>
          <pc:docMk/>
          <pc:sldMk cId="3597671015" sldId="400"/>
        </pc:sldMkLst>
        <pc:spChg chg="del mod">
          <ac:chgData name="Jordan, Stuart" userId="1bf9a496-f356-4f9c-b15f-a24cde0408c2" providerId="ADAL" clId="{531348F1-845A-4D7A-824D-A680612EFD6E}" dt="2025-04-08T19:53:24.583" v="41" actId="478"/>
          <ac:spMkLst>
            <pc:docMk/>
            <pc:sldMk cId="3597671015" sldId="400"/>
            <ac:spMk id="4" creationId="{2B120FD7-3278-E4D8-B216-47E30378415D}"/>
          </ac:spMkLst>
        </pc:spChg>
      </pc:sldChg>
      <pc:sldChg chg="add">
        <pc:chgData name="Jordan, Stuart" userId="1bf9a496-f356-4f9c-b15f-a24cde0408c2" providerId="ADAL" clId="{531348F1-845A-4D7A-824D-A680612EFD6E}" dt="2025-04-08T20:05:48.137" v="189" actId="2890"/>
        <pc:sldMkLst>
          <pc:docMk/>
          <pc:sldMk cId="3483838482" sldId="401"/>
        </pc:sldMkLst>
      </pc:sldChg>
      <pc:sldChg chg="addSp modSp add mod">
        <pc:chgData name="Jordan, Stuart" userId="1bf9a496-f356-4f9c-b15f-a24cde0408c2" providerId="ADAL" clId="{531348F1-845A-4D7A-824D-A680612EFD6E}" dt="2025-04-08T20:42:31.995" v="207" actId="208"/>
        <pc:sldMkLst>
          <pc:docMk/>
          <pc:sldMk cId="1234076287" sldId="402"/>
        </pc:sldMkLst>
        <pc:spChg chg="add mod">
          <ac:chgData name="Jordan, Stuart" userId="1bf9a496-f356-4f9c-b15f-a24cde0408c2" providerId="ADAL" clId="{531348F1-845A-4D7A-824D-A680612EFD6E}" dt="2025-04-08T20:32:42.818" v="203" actId="1582"/>
          <ac:spMkLst>
            <pc:docMk/>
            <pc:sldMk cId="1234076287" sldId="402"/>
            <ac:spMk id="22" creationId="{F6AF39DF-E081-7EBE-513A-0257ACB77386}"/>
          </ac:spMkLst>
        </pc:spChg>
        <pc:picChg chg="add mod">
          <ac:chgData name="Jordan, Stuart" userId="1bf9a496-f356-4f9c-b15f-a24cde0408c2" providerId="ADAL" clId="{531348F1-845A-4D7A-824D-A680612EFD6E}" dt="2025-04-08T20:42:31.995" v="207" actId="208"/>
          <ac:picMkLst>
            <pc:docMk/>
            <pc:sldMk cId="1234076287" sldId="402"/>
            <ac:picMk id="24" creationId="{DCA1062F-CFD0-D934-E3EA-896E841F0617}"/>
          </ac:picMkLst>
        </pc:picChg>
      </pc:sldChg>
      <pc:sldChg chg="addSp modSp add mod">
        <pc:chgData name="Jordan, Stuart" userId="1bf9a496-f356-4f9c-b15f-a24cde0408c2" providerId="ADAL" clId="{531348F1-845A-4D7A-824D-A680612EFD6E}" dt="2025-04-08T20:43:55.857" v="216" actId="1582"/>
        <pc:sldMkLst>
          <pc:docMk/>
          <pc:sldMk cId="914175441" sldId="403"/>
        </pc:sldMkLst>
        <pc:spChg chg="add mod">
          <ac:chgData name="Jordan, Stuart" userId="1bf9a496-f356-4f9c-b15f-a24cde0408c2" providerId="ADAL" clId="{531348F1-845A-4D7A-824D-A680612EFD6E}" dt="2025-04-08T20:43:55.857" v="216" actId="1582"/>
          <ac:spMkLst>
            <pc:docMk/>
            <pc:sldMk cId="914175441" sldId="403"/>
            <ac:spMk id="26" creationId="{E7743347-D45B-8D63-1518-5DEA2DD89C32}"/>
          </ac:spMkLst>
        </pc:spChg>
        <pc:cxnChg chg="add mod">
          <ac:chgData name="Jordan, Stuart" userId="1bf9a496-f356-4f9c-b15f-a24cde0408c2" providerId="ADAL" clId="{531348F1-845A-4D7A-824D-A680612EFD6E}" dt="2025-04-08T20:43:28.668" v="212" actId="1076"/>
          <ac:cxnSpMkLst>
            <pc:docMk/>
            <pc:sldMk cId="914175441" sldId="403"/>
            <ac:cxnSpMk id="25" creationId="{43AF62C4-23C6-33E1-03B6-D7FBB58AD1ED}"/>
          </ac:cxnSpMkLst>
        </pc:cxnChg>
      </pc:sldChg>
      <pc:sldChg chg="addSp modSp add mod">
        <pc:chgData name="Jordan, Stuart" userId="1bf9a496-f356-4f9c-b15f-a24cde0408c2" providerId="ADAL" clId="{531348F1-845A-4D7A-824D-A680612EFD6E}" dt="2025-04-08T20:44:54.144" v="224" actId="1076"/>
        <pc:sldMkLst>
          <pc:docMk/>
          <pc:sldMk cId="4289295609" sldId="404"/>
        </pc:sldMkLst>
        <pc:spChg chg="add mod">
          <ac:chgData name="Jordan, Stuart" userId="1bf9a496-f356-4f9c-b15f-a24cde0408c2" providerId="ADAL" clId="{531348F1-845A-4D7A-824D-A680612EFD6E}" dt="2025-04-08T20:44:50.108" v="222" actId="1076"/>
          <ac:spMkLst>
            <pc:docMk/>
            <pc:sldMk cId="4289295609" sldId="404"/>
            <ac:spMk id="23" creationId="{FFAA3D50-B352-E370-647A-4B60B4F2E7A2}"/>
          </ac:spMkLst>
        </pc:spChg>
        <pc:spChg chg="add mod">
          <ac:chgData name="Jordan, Stuart" userId="1bf9a496-f356-4f9c-b15f-a24cde0408c2" providerId="ADAL" clId="{531348F1-845A-4D7A-824D-A680612EFD6E}" dt="2025-04-08T20:44:54.144" v="224" actId="1076"/>
          <ac:spMkLst>
            <pc:docMk/>
            <pc:sldMk cId="4289295609" sldId="404"/>
            <ac:spMk id="27" creationId="{59FF202B-FE00-F7E7-32F9-9EB5BA849C73}"/>
          </ac:spMkLst>
        </pc:spChg>
      </pc:sldChg>
      <pc:sldChg chg="addSp modSp add mod">
        <pc:chgData name="Jordan, Stuart" userId="1bf9a496-f356-4f9c-b15f-a24cde0408c2" providerId="ADAL" clId="{531348F1-845A-4D7A-824D-A680612EFD6E}" dt="2025-04-08T20:46:35.690" v="483" actId="20577"/>
        <pc:sldMkLst>
          <pc:docMk/>
          <pc:sldMk cId="3806870578" sldId="405"/>
        </pc:sldMkLst>
        <pc:spChg chg="add mod">
          <ac:chgData name="Jordan, Stuart" userId="1bf9a496-f356-4f9c-b15f-a24cde0408c2" providerId="ADAL" clId="{531348F1-845A-4D7A-824D-A680612EFD6E}" dt="2025-04-08T20:46:35.690" v="483" actId="20577"/>
          <ac:spMkLst>
            <pc:docMk/>
            <pc:sldMk cId="3806870578" sldId="405"/>
            <ac:spMk id="28" creationId="{1B37E2EF-E6BF-C81B-8E08-F1C83980A35F}"/>
          </ac:spMkLst>
        </pc:spChg>
      </pc:sldChg>
      <pc:sldChg chg="delSp modSp add mod">
        <pc:chgData name="Jordan, Stuart" userId="1bf9a496-f356-4f9c-b15f-a24cde0408c2" providerId="ADAL" clId="{531348F1-845A-4D7A-824D-A680612EFD6E}" dt="2025-04-08T20:48:27.572" v="565" actId="207"/>
        <pc:sldMkLst>
          <pc:docMk/>
          <pc:sldMk cId="1785857504" sldId="406"/>
        </pc:sldMkLst>
        <pc:spChg chg="mod">
          <ac:chgData name="Jordan, Stuart" userId="1bf9a496-f356-4f9c-b15f-a24cde0408c2" providerId="ADAL" clId="{531348F1-845A-4D7A-824D-A680612EFD6E}" dt="2025-04-08T20:47:56.477" v="559" actId="207"/>
          <ac:spMkLst>
            <pc:docMk/>
            <pc:sldMk cId="1785857504" sldId="406"/>
            <ac:spMk id="6" creationId="{8106FE8F-93EC-5DBD-1AAE-037167FA5EEB}"/>
          </ac:spMkLst>
        </pc:spChg>
        <pc:spChg chg="mod">
          <ac:chgData name="Jordan, Stuart" userId="1bf9a496-f356-4f9c-b15f-a24cde0408c2" providerId="ADAL" clId="{531348F1-845A-4D7A-824D-A680612EFD6E}" dt="2025-04-08T20:48:27.572" v="565" actId="207"/>
          <ac:spMkLst>
            <pc:docMk/>
            <pc:sldMk cId="1785857504" sldId="406"/>
            <ac:spMk id="7" creationId="{DE4A8238-9F52-C712-058A-0740CAAA642A}"/>
          </ac:spMkLst>
        </pc:spChg>
        <pc:spChg chg="mod">
          <ac:chgData name="Jordan, Stuart" userId="1bf9a496-f356-4f9c-b15f-a24cde0408c2" providerId="ADAL" clId="{531348F1-845A-4D7A-824D-A680612EFD6E}" dt="2025-04-08T20:48:07.617" v="562" actId="1076"/>
          <ac:spMkLst>
            <pc:docMk/>
            <pc:sldMk cId="1785857504" sldId="406"/>
            <ac:spMk id="21" creationId="{4CE137B4-70C2-F611-6135-6E265D0A3E09}"/>
          </ac:spMkLst>
        </pc:spChg>
        <pc:spChg chg="del">
          <ac:chgData name="Jordan, Stuart" userId="1bf9a496-f356-4f9c-b15f-a24cde0408c2" providerId="ADAL" clId="{531348F1-845A-4D7A-824D-A680612EFD6E}" dt="2025-04-08T20:47:47.834" v="557" actId="478"/>
          <ac:spMkLst>
            <pc:docMk/>
            <pc:sldMk cId="1785857504" sldId="406"/>
            <ac:spMk id="22" creationId="{01709B99-B835-E192-D1F9-B2D17C859F54}"/>
          </ac:spMkLst>
        </pc:spChg>
        <pc:spChg chg="del">
          <ac:chgData name="Jordan, Stuart" userId="1bf9a496-f356-4f9c-b15f-a24cde0408c2" providerId="ADAL" clId="{531348F1-845A-4D7A-824D-A680612EFD6E}" dt="2025-04-08T20:48:09.953" v="563" actId="478"/>
          <ac:spMkLst>
            <pc:docMk/>
            <pc:sldMk cId="1785857504" sldId="406"/>
            <ac:spMk id="23" creationId="{08ABDDCD-8F16-CFCB-568A-6CCB4A63E8AD}"/>
          </ac:spMkLst>
        </pc:spChg>
        <pc:spChg chg="del">
          <ac:chgData name="Jordan, Stuart" userId="1bf9a496-f356-4f9c-b15f-a24cde0408c2" providerId="ADAL" clId="{531348F1-845A-4D7A-824D-A680612EFD6E}" dt="2025-04-08T20:48:04.006" v="561" actId="478"/>
          <ac:spMkLst>
            <pc:docMk/>
            <pc:sldMk cId="1785857504" sldId="406"/>
            <ac:spMk id="26" creationId="{95140689-5D7F-734A-27C0-2EA0806BC2F3}"/>
          </ac:spMkLst>
        </pc:spChg>
        <pc:spChg chg="del">
          <ac:chgData name="Jordan, Stuart" userId="1bf9a496-f356-4f9c-b15f-a24cde0408c2" providerId="ADAL" clId="{531348F1-845A-4D7A-824D-A680612EFD6E}" dt="2025-04-08T20:48:12.663" v="564" actId="478"/>
          <ac:spMkLst>
            <pc:docMk/>
            <pc:sldMk cId="1785857504" sldId="406"/>
            <ac:spMk id="27" creationId="{712B5DD4-4098-6343-8B9C-C48CB5C8F87A}"/>
          </ac:spMkLst>
        </pc:spChg>
        <pc:spChg chg="del">
          <ac:chgData name="Jordan, Stuart" userId="1bf9a496-f356-4f9c-b15f-a24cde0408c2" providerId="ADAL" clId="{531348F1-845A-4D7A-824D-A680612EFD6E}" dt="2025-04-08T20:47:15.737" v="485" actId="478"/>
          <ac:spMkLst>
            <pc:docMk/>
            <pc:sldMk cId="1785857504" sldId="406"/>
            <ac:spMk id="28" creationId="{837E4330-7250-32AF-1056-A08A91AE7EC4}"/>
          </ac:spMkLst>
        </pc:spChg>
        <pc:picChg chg="del">
          <ac:chgData name="Jordan, Stuart" userId="1bf9a496-f356-4f9c-b15f-a24cde0408c2" providerId="ADAL" clId="{531348F1-845A-4D7A-824D-A680612EFD6E}" dt="2025-04-08T20:47:50.399" v="558" actId="478"/>
          <ac:picMkLst>
            <pc:docMk/>
            <pc:sldMk cId="1785857504" sldId="406"/>
            <ac:picMk id="24" creationId="{B88CA0DC-CF40-B2A7-FD99-37F0ADBA3B7F}"/>
          </ac:picMkLst>
        </pc:picChg>
        <pc:cxnChg chg="del">
          <ac:chgData name="Jordan, Stuart" userId="1bf9a496-f356-4f9c-b15f-a24cde0408c2" providerId="ADAL" clId="{531348F1-845A-4D7A-824D-A680612EFD6E}" dt="2025-04-08T20:48:00.855" v="560" actId="478"/>
          <ac:cxnSpMkLst>
            <pc:docMk/>
            <pc:sldMk cId="1785857504" sldId="406"/>
            <ac:cxnSpMk id="25" creationId="{5CCDF4AD-22DE-B860-0156-2BC10F763480}"/>
          </ac:cxnSpMkLst>
        </pc:cxnChg>
      </pc:sldChg>
      <pc:sldChg chg="modSp add mod">
        <pc:chgData name="Jordan, Stuart" userId="1bf9a496-f356-4f9c-b15f-a24cde0408c2" providerId="ADAL" clId="{531348F1-845A-4D7A-824D-A680612EFD6E}" dt="2025-04-08T20:48:57.481" v="575" actId="20577"/>
        <pc:sldMkLst>
          <pc:docMk/>
          <pc:sldMk cId="2064856974" sldId="407"/>
        </pc:sldMkLst>
        <pc:spChg chg="mod">
          <ac:chgData name="Jordan, Stuart" userId="1bf9a496-f356-4f9c-b15f-a24cde0408c2" providerId="ADAL" clId="{531348F1-845A-4D7A-824D-A680612EFD6E}" dt="2025-04-08T20:48:57.481" v="575" actId="20577"/>
          <ac:spMkLst>
            <pc:docMk/>
            <pc:sldMk cId="2064856974" sldId="407"/>
            <ac:spMk id="7" creationId="{6FE8E6CE-473D-79D8-10D3-DA940F29495B}"/>
          </ac:spMkLst>
        </pc:spChg>
      </pc:sldChg>
      <pc:sldChg chg="addSp modSp add mod">
        <pc:chgData name="Jordan, Stuart" userId="1bf9a496-f356-4f9c-b15f-a24cde0408c2" providerId="ADAL" clId="{531348F1-845A-4D7A-824D-A680612EFD6E}" dt="2025-04-08T20:49:38.341" v="580" actId="1582"/>
        <pc:sldMkLst>
          <pc:docMk/>
          <pc:sldMk cId="2315740403" sldId="408"/>
        </pc:sldMkLst>
        <pc:spChg chg="add mod">
          <ac:chgData name="Jordan, Stuart" userId="1bf9a496-f356-4f9c-b15f-a24cde0408c2" providerId="ADAL" clId="{531348F1-845A-4D7A-824D-A680612EFD6E}" dt="2025-04-08T20:49:38.341" v="580" actId="1582"/>
          <ac:spMkLst>
            <pc:docMk/>
            <pc:sldMk cId="2315740403" sldId="408"/>
            <ac:spMk id="22" creationId="{4AD0F01C-0C81-24C4-D523-D868248A3081}"/>
          </ac:spMkLst>
        </pc:spChg>
      </pc:sldChg>
      <pc:sldChg chg="addSp modSp add mod">
        <pc:chgData name="Jordan, Stuart" userId="1bf9a496-f356-4f9c-b15f-a24cde0408c2" providerId="ADAL" clId="{531348F1-845A-4D7A-824D-A680612EFD6E}" dt="2025-04-08T20:50:39.641" v="592" actId="14100"/>
        <pc:sldMkLst>
          <pc:docMk/>
          <pc:sldMk cId="3583503682" sldId="409"/>
        </pc:sldMkLst>
        <pc:spChg chg="add mod">
          <ac:chgData name="Jordan, Stuart" userId="1bf9a496-f356-4f9c-b15f-a24cde0408c2" providerId="ADAL" clId="{531348F1-845A-4D7A-824D-A680612EFD6E}" dt="2025-04-08T20:50:01.583" v="584" actId="14100"/>
          <ac:spMkLst>
            <pc:docMk/>
            <pc:sldMk cId="3583503682" sldId="409"/>
            <ac:spMk id="23" creationId="{852C1E56-58E5-D278-A840-FEC818A2AA78}"/>
          </ac:spMkLst>
        </pc:spChg>
        <pc:spChg chg="add mod">
          <ac:chgData name="Jordan, Stuart" userId="1bf9a496-f356-4f9c-b15f-a24cde0408c2" providerId="ADAL" clId="{531348F1-845A-4D7A-824D-A680612EFD6E}" dt="2025-04-08T20:50:33.744" v="589" actId="1076"/>
          <ac:spMkLst>
            <pc:docMk/>
            <pc:sldMk cId="3583503682" sldId="409"/>
            <ac:spMk id="24" creationId="{C6772EB9-6DBB-DDC3-FB15-3A3AEC95F573}"/>
          </ac:spMkLst>
        </pc:spChg>
        <pc:spChg chg="add mod">
          <ac:chgData name="Jordan, Stuart" userId="1bf9a496-f356-4f9c-b15f-a24cde0408c2" providerId="ADAL" clId="{531348F1-845A-4D7A-824D-A680612EFD6E}" dt="2025-04-08T20:50:39.641" v="592" actId="14100"/>
          <ac:spMkLst>
            <pc:docMk/>
            <pc:sldMk cId="3583503682" sldId="409"/>
            <ac:spMk id="25" creationId="{7FC1A369-22AC-E34B-33D8-1D68916A4D6F}"/>
          </ac:spMkLst>
        </pc:spChg>
      </pc:sldChg>
      <pc:sldChg chg="addSp modSp add mod">
        <pc:chgData name="Jordan, Stuart" userId="1bf9a496-f356-4f9c-b15f-a24cde0408c2" providerId="ADAL" clId="{531348F1-845A-4D7A-824D-A680612EFD6E}" dt="2025-04-08T20:51:35.919" v="604" actId="688"/>
        <pc:sldMkLst>
          <pc:docMk/>
          <pc:sldMk cId="1698694344" sldId="410"/>
        </pc:sldMkLst>
        <pc:spChg chg="add mod">
          <ac:chgData name="Jordan, Stuart" userId="1bf9a496-f356-4f9c-b15f-a24cde0408c2" providerId="ADAL" clId="{531348F1-845A-4D7A-824D-A680612EFD6E}" dt="2025-04-08T20:51:35.919" v="604" actId="688"/>
          <ac:spMkLst>
            <pc:docMk/>
            <pc:sldMk cId="1698694344" sldId="410"/>
            <ac:spMk id="26" creationId="{BC3C21FF-5FAC-096C-A988-0B6144A39B43}"/>
          </ac:spMkLst>
        </pc:spChg>
      </pc:sldChg>
      <pc:sldChg chg="modSp add mod">
        <pc:chgData name="Jordan, Stuart" userId="1bf9a496-f356-4f9c-b15f-a24cde0408c2" providerId="ADAL" clId="{531348F1-845A-4D7A-824D-A680612EFD6E}" dt="2025-04-08T20:52:08.814" v="609" actId="1076"/>
        <pc:sldMkLst>
          <pc:docMk/>
          <pc:sldMk cId="559193365" sldId="411"/>
        </pc:sldMkLst>
        <pc:spChg chg="mod">
          <ac:chgData name="Jordan, Stuart" userId="1bf9a496-f356-4f9c-b15f-a24cde0408c2" providerId="ADAL" clId="{531348F1-845A-4D7A-824D-A680612EFD6E}" dt="2025-04-08T20:51:53.860" v="606" actId="1076"/>
          <ac:spMkLst>
            <pc:docMk/>
            <pc:sldMk cId="559193365" sldId="411"/>
            <ac:spMk id="22" creationId="{0B1A1F26-22E7-B58E-3FAC-BB4F4615A323}"/>
          </ac:spMkLst>
        </pc:spChg>
        <pc:spChg chg="mod">
          <ac:chgData name="Jordan, Stuart" userId="1bf9a496-f356-4f9c-b15f-a24cde0408c2" providerId="ADAL" clId="{531348F1-845A-4D7A-824D-A680612EFD6E}" dt="2025-04-08T20:52:00.477" v="607" actId="14100"/>
          <ac:spMkLst>
            <pc:docMk/>
            <pc:sldMk cId="559193365" sldId="411"/>
            <ac:spMk id="23" creationId="{D5B6036C-5D04-C251-91AA-3619D4551DCD}"/>
          </ac:spMkLst>
        </pc:spChg>
        <pc:spChg chg="mod">
          <ac:chgData name="Jordan, Stuart" userId="1bf9a496-f356-4f9c-b15f-a24cde0408c2" providerId="ADAL" clId="{531348F1-845A-4D7A-824D-A680612EFD6E}" dt="2025-04-08T20:52:05.135" v="608" actId="1076"/>
          <ac:spMkLst>
            <pc:docMk/>
            <pc:sldMk cId="559193365" sldId="411"/>
            <ac:spMk id="24" creationId="{7349B5FA-3EA7-AD7A-A5D3-A1DB019E62E5}"/>
          </ac:spMkLst>
        </pc:spChg>
        <pc:spChg chg="mod">
          <ac:chgData name="Jordan, Stuart" userId="1bf9a496-f356-4f9c-b15f-a24cde0408c2" providerId="ADAL" clId="{531348F1-845A-4D7A-824D-A680612EFD6E}" dt="2025-04-08T20:52:08.814" v="609" actId="1076"/>
          <ac:spMkLst>
            <pc:docMk/>
            <pc:sldMk cId="559193365" sldId="411"/>
            <ac:spMk id="25" creationId="{6EEA65F4-62F1-B453-3941-F18CF0A9394F}"/>
          </ac:spMkLst>
        </pc:spChg>
      </pc:sldChg>
      <pc:sldChg chg="addSp modSp add mod">
        <pc:chgData name="Jordan, Stuart" userId="1bf9a496-f356-4f9c-b15f-a24cde0408c2" providerId="ADAL" clId="{531348F1-845A-4D7A-824D-A680612EFD6E}" dt="2025-04-08T20:52:20.238" v="612" actId="1076"/>
        <pc:sldMkLst>
          <pc:docMk/>
          <pc:sldMk cId="1579643745" sldId="412"/>
        </pc:sldMkLst>
        <pc:spChg chg="add mod">
          <ac:chgData name="Jordan, Stuart" userId="1bf9a496-f356-4f9c-b15f-a24cde0408c2" providerId="ADAL" clId="{531348F1-845A-4D7A-824D-A680612EFD6E}" dt="2025-04-08T20:52:20.238" v="612" actId="1076"/>
          <ac:spMkLst>
            <pc:docMk/>
            <pc:sldMk cId="1579643745" sldId="412"/>
            <ac:spMk id="27" creationId="{A7FBCD78-8184-B1E1-1C5D-7DDC4D84E77C}"/>
          </ac:spMkLst>
        </pc:spChg>
      </pc:sldChg>
      <pc:sldChg chg="delSp add mod">
        <pc:chgData name="Jordan, Stuart" userId="1bf9a496-f356-4f9c-b15f-a24cde0408c2" providerId="ADAL" clId="{531348F1-845A-4D7A-824D-A680612EFD6E}" dt="2025-04-08T20:52:31.723" v="617" actId="478"/>
        <pc:sldMkLst>
          <pc:docMk/>
          <pc:sldMk cId="1251651396" sldId="413"/>
        </pc:sldMkLst>
        <pc:spChg chg="del">
          <ac:chgData name="Jordan, Stuart" userId="1bf9a496-f356-4f9c-b15f-a24cde0408c2" providerId="ADAL" clId="{531348F1-845A-4D7A-824D-A680612EFD6E}" dt="2025-04-08T20:52:31.723" v="617" actId="478"/>
          <ac:spMkLst>
            <pc:docMk/>
            <pc:sldMk cId="1251651396" sldId="413"/>
            <ac:spMk id="22" creationId="{A0A77A2E-58B2-375F-410D-751476E8C33A}"/>
          </ac:spMkLst>
        </pc:spChg>
        <pc:spChg chg="del">
          <ac:chgData name="Jordan, Stuart" userId="1bf9a496-f356-4f9c-b15f-a24cde0408c2" providerId="ADAL" clId="{531348F1-845A-4D7A-824D-A680612EFD6E}" dt="2025-04-08T20:52:27.656" v="614" actId="478"/>
          <ac:spMkLst>
            <pc:docMk/>
            <pc:sldMk cId="1251651396" sldId="413"/>
            <ac:spMk id="23" creationId="{42D6ACC6-F065-5011-1872-25BC3000A0D0}"/>
          </ac:spMkLst>
        </pc:spChg>
        <pc:spChg chg="del">
          <ac:chgData name="Jordan, Stuart" userId="1bf9a496-f356-4f9c-b15f-a24cde0408c2" providerId="ADAL" clId="{531348F1-845A-4D7A-824D-A680612EFD6E}" dt="2025-04-08T20:52:28.896" v="615" actId="478"/>
          <ac:spMkLst>
            <pc:docMk/>
            <pc:sldMk cId="1251651396" sldId="413"/>
            <ac:spMk id="24" creationId="{2E7FA14C-C763-5769-7974-282486752584}"/>
          </ac:spMkLst>
        </pc:spChg>
        <pc:spChg chg="del">
          <ac:chgData name="Jordan, Stuart" userId="1bf9a496-f356-4f9c-b15f-a24cde0408c2" providerId="ADAL" clId="{531348F1-845A-4D7A-824D-A680612EFD6E}" dt="2025-04-08T20:52:30.111" v="616" actId="478"/>
          <ac:spMkLst>
            <pc:docMk/>
            <pc:sldMk cId="1251651396" sldId="413"/>
            <ac:spMk id="25" creationId="{EA37D281-6E65-A370-04D7-79101C8B02C6}"/>
          </ac:spMkLst>
        </pc:spChg>
      </pc:sldChg>
      <pc:sldChg chg="addSp modSp add mod">
        <pc:chgData name="Jordan, Stuart" userId="1bf9a496-f356-4f9c-b15f-a24cde0408c2" providerId="ADAL" clId="{531348F1-845A-4D7A-824D-A680612EFD6E}" dt="2025-04-08T20:52:42.965" v="620" actId="1076"/>
        <pc:sldMkLst>
          <pc:docMk/>
          <pc:sldMk cId="1079865265" sldId="414"/>
        </pc:sldMkLst>
        <pc:spChg chg="add mod">
          <ac:chgData name="Jordan, Stuart" userId="1bf9a496-f356-4f9c-b15f-a24cde0408c2" providerId="ADAL" clId="{531348F1-845A-4D7A-824D-A680612EFD6E}" dt="2025-04-08T20:52:42.965" v="620" actId="1076"/>
          <ac:spMkLst>
            <pc:docMk/>
            <pc:sldMk cId="1079865265" sldId="414"/>
            <ac:spMk id="22" creationId="{9D720FDB-D832-7FF0-7033-707C76B71348}"/>
          </ac:spMkLst>
        </pc:spChg>
      </pc:sldChg>
      <pc:sldChg chg="addSp delSp modSp add mod">
        <pc:chgData name="Jordan, Stuart" userId="1bf9a496-f356-4f9c-b15f-a24cde0408c2" providerId="ADAL" clId="{531348F1-845A-4D7A-824D-A680612EFD6E}" dt="2025-04-08T20:53:23.642" v="662" actId="20577"/>
        <pc:sldMkLst>
          <pc:docMk/>
          <pc:sldMk cId="790716720" sldId="415"/>
        </pc:sldMkLst>
        <pc:spChg chg="add del mod">
          <ac:chgData name="Jordan, Stuart" userId="1bf9a496-f356-4f9c-b15f-a24cde0408c2" providerId="ADAL" clId="{531348F1-845A-4D7A-824D-A680612EFD6E}" dt="2025-04-08T20:53:23.642" v="662" actId="20577"/>
          <ac:spMkLst>
            <pc:docMk/>
            <pc:sldMk cId="790716720" sldId="415"/>
            <ac:spMk id="7" creationId="{F0419484-8066-EE1E-A560-95C0399B52A8}"/>
          </ac:spMkLst>
        </pc:spChg>
        <pc:spChg chg="mod">
          <ac:chgData name="Jordan, Stuart" userId="1bf9a496-f356-4f9c-b15f-a24cde0408c2" providerId="ADAL" clId="{531348F1-845A-4D7A-824D-A680612EFD6E}" dt="2025-04-08T20:52:52.262" v="622" actId="1076"/>
          <ac:spMkLst>
            <pc:docMk/>
            <pc:sldMk cId="790716720" sldId="415"/>
            <ac:spMk id="21" creationId="{A2C1ACCD-2AB3-8CD1-EA89-1D966C76EA8A}"/>
          </ac:spMkLst>
        </pc:spChg>
        <pc:spChg chg="del">
          <ac:chgData name="Jordan, Stuart" userId="1bf9a496-f356-4f9c-b15f-a24cde0408c2" providerId="ADAL" clId="{531348F1-845A-4D7A-824D-A680612EFD6E}" dt="2025-04-08T20:52:55.488" v="623" actId="478"/>
          <ac:spMkLst>
            <pc:docMk/>
            <pc:sldMk cId="790716720" sldId="415"/>
            <ac:spMk id="22" creationId="{F996B680-120B-BD4D-2863-073C489B97EB}"/>
          </ac:spMkLst>
        </pc:spChg>
        <pc:spChg chg="del">
          <ac:chgData name="Jordan, Stuart" userId="1bf9a496-f356-4f9c-b15f-a24cde0408c2" providerId="ADAL" clId="{531348F1-845A-4D7A-824D-A680612EFD6E}" dt="2025-04-08T20:52:58.390" v="624" actId="478"/>
          <ac:spMkLst>
            <pc:docMk/>
            <pc:sldMk cId="790716720" sldId="415"/>
            <ac:spMk id="26" creationId="{A73E2097-FC35-5B95-9F0E-7EA1DF2CBA07}"/>
          </ac:spMkLst>
        </pc:spChg>
        <pc:spChg chg="del">
          <ac:chgData name="Jordan, Stuart" userId="1bf9a496-f356-4f9c-b15f-a24cde0408c2" providerId="ADAL" clId="{531348F1-845A-4D7A-824D-A680612EFD6E}" dt="2025-04-08T20:53:05.240" v="627" actId="478"/>
          <ac:spMkLst>
            <pc:docMk/>
            <pc:sldMk cId="790716720" sldId="415"/>
            <ac:spMk id="27" creationId="{10A170F1-0F1D-4515-7BEF-FAF032AA1021}"/>
          </ac:spMkLst>
        </pc:spChg>
      </pc:sldChg>
      <pc:sldChg chg="addSp delSp modSp new mod">
        <pc:chgData name="Jordan, Stuart" userId="1bf9a496-f356-4f9c-b15f-a24cde0408c2" providerId="ADAL" clId="{531348F1-845A-4D7A-824D-A680612EFD6E}" dt="2025-04-08T20:57:07.781" v="839" actId="478"/>
        <pc:sldMkLst>
          <pc:docMk/>
          <pc:sldMk cId="3672615580" sldId="416"/>
        </pc:sldMkLst>
        <pc:spChg chg="add mod">
          <ac:chgData name="Jordan, Stuart" userId="1bf9a496-f356-4f9c-b15f-a24cde0408c2" providerId="ADAL" clId="{531348F1-845A-4D7A-824D-A680612EFD6E}" dt="2025-04-08T20:56:40.689" v="797" actId="115"/>
          <ac:spMkLst>
            <pc:docMk/>
            <pc:sldMk cId="3672615580" sldId="416"/>
            <ac:spMk id="2" creationId="{944A4160-4856-BEA0-9D4E-DF3CE94BE5EF}"/>
          </ac:spMkLst>
        </pc:spChg>
        <pc:spChg chg="add mod">
          <ac:chgData name="Jordan, Stuart" userId="1bf9a496-f356-4f9c-b15f-a24cde0408c2" providerId="ADAL" clId="{531348F1-845A-4D7A-824D-A680612EFD6E}" dt="2025-04-08T20:54:13.686" v="707" actId="1076"/>
          <ac:spMkLst>
            <pc:docMk/>
            <pc:sldMk cId="3672615580" sldId="416"/>
            <ac:spMk id="3" creationId="{FEE7933E-8F6F-99DF-055C-18AFC9E89EC8}"/>
          </ac:spMkLst>
        </pc:spChg>
        <pc:spChg chg="add mod">
          <ac:chgData name="Jordan, Stuart" userId="1bf9a496-f356-4f9c-b15f-a24cde0408c2" providerId="ADAL" clId="{531348F1-845A-4D7A-824D-A680612EFD6E}" dt="2025-04-08T20:55:46.095" v="783" actId="20577"/>
          <ac:spMkLst>
            <pc:docMk/>
            <pc:sldMk cId="3672615580" sldId="416"/>
            <ac:spMk id="6" creationId="{6BDC3CF6-C345-1B94-D177-C702EBED6DD9}"/>
          </ac:spMkLst>
        </pc:spChg>
        <pc:spChg chg="add del mod">
          <ac:chgData name="Jordan, Stuart" userId="1bf9a496-f356-4f9c-b15f-a24cde0408c2" providerId="ADAL" clId="{531348F1-845A-4D7A-824D-A680612EFD6E}" dt="2025-04-08T20:56:04.192" v="790" actId="478"/>
          <ac:spMkLst>
            <pc:docMk/>
            <pc:sldMk cId="3672615580" sldId="416"/>
            <ac:spMk id="7" creationId="{4ACA6975-F9E5-87FD-AEA4-83E2E9E765E9}"/>
          </ac:spMkLst>
        </pc:spChg>
        <pc:spChg chg="add del mod">
          <ac:chgData name="Jordan, Stuart" userId="1bf9a496-f356-4f9c-b15f-a24cde0408c2" providerId="ADAL" clId="{531348F1-845A-4D7A-824D-A680612EFD6E}" dt="2025-04-08T20:56:01.634" v="789" actId="478"/>
          <ac:spMkLst>
            <pc:docMk/>
            <pc:sldMk cId="3672615580" sldId="416"/>
            <ac:spMk id="8" creationId="{242688B0-6BAD-360C-9D11-A767F03E70E7}"/>
          </ac:spMkLst>
        </pc:spChg>
        <pc:spChg chg="add mod">
          <ac:chgData name="Jordan, Stuart" userId="1bf9a496-f356-4f9c-b15f-a24cde0408c2" providerId="ADAL" clId="{531348F1-845A-4D7A-824D-A680612EFD6E}" dt="2025-04-08T20:55:54.939" v="787" actId="20577"/>
          <ac:spMkLst>
            <pc:docMk/>
            <pc:sldMk cId="3672615580" sldId="416"/>
            <ac:spMk id="9" creationId="{D2D92FC9-476C-53E8-2EBC-065E678DA209}"/>
          </ac:spMkLst>
        </pc:spChg>
        <pc:spChg chg="add mod">
          <ac:chgData name="Jordan, Stuart" userId="1bf9a496-f356-4f9c-b15f-a24cde0408c2" providerId="ADAL" clId="{531348F1-845A-4D7A-824D-A680612EFD6E}" dt="2025-04-08T20:54:28.465" v="722" actId="1076"/>
          <ac:spMkLst>
            <pc:docMk/>
            <pc:sldMk cId="3672615580" sldId="416"/>
            <ac:spMk id="10" creationId="{F932B2A7-7B9C-4005-FDD3-4F9AA92FDBAB}"/>
          </ac:spMkLst>
        </pc:spChg>
        <pc:spChg chg="add mod">
          <ac:chgData name="Jordan, Stuart" userId="1bf9a496-f356-4f9c-b15f-a24cde0408c2" providerId="ADAL" clId="{531348F1-845A-4D7A-824D-A680612EFD6E}" dt="2025-04-08T20:54:45.129" v="736" actId="1076"/>
          <ac:spMkLst>
            <pc:docMk/>
            <pc:sldMk cId="3672615580" sldId="416"/>
            <ac:spMk id="11" creationId="{4BDCC979-15D5-7811-684F-689CBEF37AD8}"/>
          </ac:spMkLst>
        </pc:spChg>
        <pc:spChg chg="add mod">
          <ac:chgData name="Jordan, Stuart" userId="1bf9a496-f356-4f9c-b15f-a24cde0408c2" providerId="ADAL" clId="{531348F1-845A-4D7A-824D-A680612EFD6E}" dt="2025-04-08T20:54:54.705" v="749" actId="20577"/>
          <ac:spMkLst>
            <pc:docMk/>
            <pc:sldMk cId="3672615580" sldId="416"/>
            <ac:spMk id="12" creationId="{46CD6751-CFB8-6CEC-58E7-6AFCE39AC957}"/>
          </ac:spMkLst>
        </pc:spChg>
        <pc:spChg chg="add mod">
          <ac:chgData name="Jordan, Stuart" userId="1bf9a496-f356-4f9c-b15f-a24cde0408c2" providerId="ADAL" clId="{531348F1-845A-4D7A-824D-A680612EFD6E}" dt="2025-04-08T20:55:08.537" v="761" actId="1076"/>
          <ac:spMkLst>
            <pc:docMk/>
            <pc:sldMk cId="3672615580" sldId="416"/>
            <ac:spMk id="13" creationId="{9630F055-7177-6B45-7327-7B6653AAB199}"/>
          </ac:spMkLst>
        </pc:spChg>
        <pc:spChg chg="add mod">
          <ac:chgData name="Jordan, Stuart" userId="1bf9a496-f356-4f9c-b15f-a24cde0408c2" providerId="ADAL" clId="{531348F1-845A-4D7A-824D-A680612EFD6E}" dt="2025-04-08T20:55:26.581" v="772" actId="1076"/>
          <ac:spMkLst>
            <pc:docMk/>
            <pc:sldMk cId="3672615580" sldId="416"/>
            <ac:spMk id="14" creationId="{A3D9EDCE-99A4-95A8-EE9E-44525EF8EC8F}"/>
          </ac:spMkLst>
        </pc:spChg>
        <pc:spChg chg="add mod">
          <ac:chgData name="Jordan, Stuart" userId="1bf9a496-f356-4f9c-b15f-a24cde0408c2" providerId="ADAL" clId="{531348F1-845A-4D7A-824D-A680612EFD6E}" dt="2025-04-08T20:55:40.683" v="781" actId="20577"/>
          <ac:spMkLst>
            <pc:docMk/>
            <pc:sldMk cId="3672615580" sldId="416"/>
            <ac:spMk id="15" creationId="{4E74FDFD-BDEC-6BE0-5A55-9EEA6D2FB1B6}"/>
          </ac:spMkLst>
        </pc:spChg>
        <pc:spChg chg="add mod">
          <ac:chgData name="Jordan, Stuart" userId="1bf9a496-f356-4f9c-b15f-a24cde0408c2" providerId="ADAL" clId="{531348F1-845A-4D7A-824D-A680612EFD6E}" dt="2025-04-08T20:56:24.437" v="793" actId="1076"/>
          <ac:spMkLst>
            <pc:docMk/>
            <pc:sldMk cId="3672615580" sldId="416"/>
            <ac:spMk id="16" creationId="{85E95536-C80D-DDC4-B790-836034EDF6D2}"/>
          </ac:spMkLst>
        </pc:spChg>
        <pc:spChg chg="add mod">
          <ac:chgData name="Jordan, Stuart" userId="1bf9a496-f356-4f9c-b15f-a24cde0408c2" providerId="ADAL" clId="{531348F1-845A-4D7A-824D-A680612EFD6E}" dt="2025-04-08T20:56:18.119" v="792" actId="1076"/>
          <ac:spMkLst>
            <pc:docMk/>
            <pc:sldMk cId="3672615580" sldId="416"/>
            <ac:spMk id="17" creationId="{339F2824-664E-D134-6493-900CCA7AAF6D}"/>
          </ac:spMkLst>
        </pc:spChg>
        <pc:spChg chg="add del mod">
          <ac:chgData name="Jordan, Stuart" userId="1bf9a496-f356-4f9c-b15f-a24cde0408c2" providerId="ADAL" clId="{531348F1-845A-4D7A-824D-A680612EFD6E}" dt="2025-04-08T20:57:07.781" v="839" actId="478"/>
          <ac:spMkLst>
            <pc:docMk/>
            <pc:sldMk cId="3672615580" sldId="416"/>
            <ac:spMk id="18" creationId="{30DD8ED7-4FDB-638F-2540-04EE7AEC6C02}"/>
          </ac:spMkLst>
        </pc:spChg>
        <pc:cxnChg chg="add mod">
          <ac:chgData name="Jordan, Stuart" userId="1bf9a496-f356-4f9c-b15f-a24cde0408c2" providerId="ADAL" clId="{531348F1-845A-4D7A-824D-A680612EFD6E}" dt="2025-04-08T20:54:13.686" v="707" actId="1076"/>
          <ac:cxnSpMkLst>
            <pc:docMk/>
            <pc:sldMk cId="3672615580" sldId="416"/>
            <ac:cxnSpMk id="4" creationId="{5E32BBFF-BAAF-3B92-1FD7-00305CFBE0BB}"/>
          </ac:cxnSpMkLst>
        </pc:cxnChg>
        <pc:cxnChg chg="add mod">
          <ac:chgData name="Jordan, Stuart" userId="1bf9a496-f356-4f9c-b15f-a24cde0408c2" providerId="ADAL" clId="{531348F1-845A-4D7A-824D-A680612EFD6E}" dt="2025-04-08T20:54:13.686" v="707" actId="1076"/>
          <ac:cxnSpMkLst>
            <pc:docMk/>
            <pc:sldMk cId="3672615580" sldId="416"/>
            <ac:cxnSpMk id="5" creationId="{2516330E-B09A-B2D3-1232-DC77D284BBE0}"/>
          </ac:cxnSpMkLst>
        </pc:cxnChg>
      </pc:sldChg>
      <pc:sldChg chg="addSp modSp add mod">
        <pc:chgData name="Jordan, Stuart" userId="1bf9a496-f356-4f9c-b15f-a24cde0408c2" providerId="ADAL" clId="{531348F1-845A-4D7A-824D-A680612EFD6E}" dt="2025-04-08T20:58:51.489" v="1023" actId="113"/>
        <pc:sldMkLst>
          <pc:docMk/>
          <pc:sldMk cId="1818216626" sldId="417"/>
        </pc:sldMkLst>
        <pc:spChg chg="add mod">
          <ac:chgData name="Jordan, Stuart" userId="1bf9a496-f356-4f9c-b15f-a24cde0408c2" providerId="ADAL" clId="{531348F1-845A-4D7A-824D-A680612EFD6E}" dt="2025-04-08T20:58:51.489" v="1023" actId="113"/>
          <ac:spMkLst>
            <pc:docMk/>
            <pc:sldMk cId="1818216626" sldId="417"/>
            <ac:spMk id="7" creationId="{8E0E4CB6-7AA0-5B6F-F4DE-186110F018CA}"/>
          </ac:spMkLst>
        </pc:spChg>
      </pc:sldChg>
      <pc:sldChg chg="addSp delSp modSp add mod">
        <pc:chgData name="Jordan, Stuart" userId="1bf9a496-f356-4f9c-b15f-a24cde0408c2" providerId="ADAL" clId="{531348F1-845A-4D7A-824D-A680612EFD6E}" dt="2025-04-08T20:59:45.221" v="1033" actId="478"/>
        <pc:sldMkLst>
          <pc:docMk/>
          <pc:sldMk cId="2109258844" sldId="418"/>
        </pc:sldMkLst>
        <pc:spChg chg="mod">
          <ac:chgData name="Jordan, Stuart" userId="1bf9a496-f356-4f9c-b15f-a24cde0408c2" providerId="ADAL" clId="{531348F1-845A-4D7A-824D-A680612EFD6E}" dt="2025-04-08T20:59:24.444" v="1030" actId="1076"/>
          <ac:spMkLst>
            <pc:docMk/>
            <pc:sldMk cId="2109258844" sldId="418"/>
            <ac:spMk id="7" creationId="{E492A85D-056F-3D43-B49F-1E937DBE9331}"/>
          </ac:spMkLst>
        </pc:spChg>
        <pc:spChg chg="add mod">
          <ac:chgData name="Jordan, Stuart" userId="1bf9a496-f356-4f9c-b15f-a24cde0408c2" providerId="ADAL" clId="{531348F1-845A-4D7A-824D-A680612EFD6E}" dt="2025-04-08T20:59:31.398" v="1031" actId="1076"/>
          <ac:spMkLst>
            <pc:docMk/>
            <pc:sldMk cId="2109258844" sldId="418"/>
            <ac:spMk id="8" creationId="{D03A9207-BA50-A436-4FEB-1633B7593A00}"/>
          </ac:spMkLst>
        </pc:spChg>
        <pc:spChg chg="add del">
          <ac:chgData name="Jordan, Stuart" userId="1bf9a496-f356-4f9c-b15f-a24cde0408c2" providerId="ADAL" clId="{531348F1-845A-4D7A-824D-A680612EFD6E}" dt="2025-04-08T20:59:45.221" v="1033" actId="478"/>
          <ac:spMkLst>
            <pc:docMk/>
            <pc:sldMk cId="2109258844" sldId="418"/>
            <ac:spMk id="18" creationId="{88DF8A63-69D1-DD12-587A-2018CF2692E1}"/>
          </ac:spMkLst>
        </pc:spChg>
      </pc:sldChg>
      <pc:sldChg chg="addSp delSp modSp add mod">
        <pc:chgData name="Jordan, Stuart" userId="1bf9a496-f356-4f9c-b15f-a24cde0408c2" providerId="ADAL" clId="{531348F1-845A-4D7A-824D-A680612EFD6E}" dt="2025-04-08T21:00:07.183" v="1040" actId="478"/>
        <pc:sldMkLst>
          <pc:docMk/>
          <pc:sldMk cId="1736870758" sldId="419"/>
        </pc:sldMkLst>
        <pc:spChg chg="add mod">
          <ac:chgData name="Jordan, Stuart" userId="1bf9a496-f356-4f9c-b15f-a24cde0408c2" providerId="ADAL" clId="{531348F1-845A-4D7A-824D-A680612EFD6E}" dt="2025-04-08T21:00:00.641" v="1038" actId="1076"/>
          <ac:spMkLst>
            <pc:docMk/>
            <pc:sldMk cId="1736870758" sldId="419"/>
            <ac:spMk id="18" creationId="{91568C9D-B6D9-6A14-1B3E-0199F0D9A423}"/>
          </ac:spMkLst>
        </pc:spChg>
        <pc:spChg chg="add del mod">
          <ac:chgData name="Jordan, Stuart" userId="1bf9a496-f356-4f9c-b15f-a24cde0408c2" providerId="ADAL" clId="{531348F1-845A-4D7A-824D-A680612EFD6E}" dt="2025-04-08T21:00:07.183" v="1040" actId="478"/>
          <ac:spMkLst>
            <pc:docMk/>
            <pc:sldMk cId="1736870758" sldId="419"/>
            <ac:spMk id="19" creationId="{8F614A34-33E5-23D0-863E-8C0CA2BFC4CB}"/>
          </ac:spMkLst>
        </pc:spChg>
      </pc:sldChg>
      <pc:sldChg chg="addSp delSp modSp add mod">
        <pc:chgData name="Jordan, Stuart" userId="1bf9a496-f356-4f9c-b15f-a24cde0408c2" providerId="ADAL" clId="{531348F1-845A-4D7A-824D-A680612EFD6E}" dt="2025-04-08T21:01:23.813" v="1050" actId="1076"/>
        <pc:sldMkLst>
          <pc:docMk/>
          <pc:sldMk cId="816211149" sldId="420"/>
        </pc:sldMkLst>
        <pc:spChg chg="add del">
          <ac:chgData name="Jordan, Stuart" userId="1bf9a496-f356-4f9c-b15f-a24cde0408c2" providerId="ADAL" clId="{531348F1-845A-4D7A-824D-A680612EFD6E}" dt="2025-04-08T21:00:42.034" v="1043" actId="478"/>
          <ac:spMkLst>
            <pc:docMk/>
            <pc:sldMk cId="816211149" sldId="420"/>
            <ac:spMk id="19" creationId="{5122A27D-F844-5F04-B662-3AF41A5E52FC}"/>
          </ac:spMkLst>
        </pc:spChg>
        <pc:spChg chg="add mod">
          <ac:chgData name="Jordan, Stuart" userId="1bf9a496-f356-4f9c-b15f-a24cde0408c2" providerId="ADAL" clId="{531348F1-845A-4D7A-824D-A680612EFD6E}" dt="2025-04-08T21:00:54.962" v="1046" actId="14100"/>
          <ac:spMkLst>
            <pc:docMk/>
            <pc:sldMk cId="816211149" sldId="420"/>
            <ac:spMk id="20" creationId="{AFC93566-FA44-792A-A19A-487C665011E6}"/>
          </ac:spMkLst>
        </pc:spChg>
        <pc:spChg chg="add mod">
          <ac:chgData name="Jordan, Stuart" userId="1bf9a496-f356-4f9c-b15f-a24cde0408c2" providerId="ADAL" clId="{531348F1-845A-4D7A-824D-A680612EFD6E}" dt="2025-04-08T21:01:23.813" v="1050" actId="1076"/>
          <ac:spMkLst>
            <pc:docMk/>
            <pc:sldMk cId="816211149" sldId="420"/>
            <ac:spMk id="21" creationId="{E46C1C2D-2E68-7D5B-EB44-E5CEA30A5E32}"/>
          </ac:spMkLst>
        </pc:spChg>
        <pc:spChg chg="add mod">
          <ac:chgData name="Jordan, Stuart" userId="1bf9a496-f356-4f9c-b15f-a24cde0408c2" providerId="ADAL" clId="{531348F1-845A-4D7A-824D-A680612EFD6E}" dt="2025-04-08T21:01:20.638" v="1049" actId="1076"/>
          <ac:spMkLst>
            <pc:docMk/>
            <pc:sldMk cId="816211149" sldId="420"/>
            <ac:spMk id="22" creationId="{42370C51-2552-F0A1-A7E8-6AA422C891C5}"/>
          </ac:spMkLst>
        </pc:spChg>
      </pc:sldChg>
      <pc:sldChg chg="addSp modSp add mod">
        <pc:chgData name="Jordan, Stuart" userId="1bf9a496-f356-4f9c-b15f-a24cde0408c2" providerId="ADAL" clId="{531348F1-845A-4D7A-824D-A680612EFD6E}" dt="2025-04-08T21:01:56.869" v="1055" actId="1076"/>
        <pc:sldMkLst>
          <pc:docMk/>
          <pc:sldMk cId="2564906061" sldId="421"/>
        </pc:sldMkLst>
        <pc:picChg chg="add mod">
          <ac:chgData name="Jordan, Stuart" userId="1bf9a496-f356-4f9c-b15f-a24cde0408c2" providerId="ADAL" clId="{531348F1-845A-4D7A-824D-A680612EFD6E}" dt="2025-04-08T21:01:56.869" v="1055" actId="1076"/>
          <ac:picMkLst>
            <pc:docMk/>
            <pc:sldMk cId="2564906061" sldId="421"/>
            <ac:picMk id="23" creationId="{C3A9009D-E6A9-7A72-0709-2810CD4CBAFF}"/>
          </ac:picMkLst>
        </pc:picChg>
      </pc:sldChg>
      <pc:sldChg chg="modSp add mod">
        <pc:chgData name="Jordan, Stuart" userId="1bf9a496-f356-4f9c-b15f-a24cde0408c2" providerId="ADAL" clId="{531348F1-845A-4D7A-824D-A680612EFD6E}" dt="2025-04-08T21:02:33.277" v="1062" actId="1076"/>
        <pc:sldMkLst>
          <pc:docMk/>
          <pc:sldMk cId="3157690869" sldId="422"/>
        </pc:sldMkLst>
        <pc:spChg chg="mod">
          <ac:chgData name="Jordan, Stuart" userId="1bf9a496-f356-4f9c-b15f-a24cde0408c2" providerId="ADAL" clId="{531348F1-845A-4D7A-824D-A680612EFD6E}" dt="2025-04-08T21:02:09.502" v="1057" actId="1076"/>
          <ac:spMkLst>
            <pc:docMk/>
            <pc:sldMk cId="3157690869" sldId="422"/>
            <ac:spMk id="8" creationId="{340EC90C-6B5A-261E-9E26-194B390A7DB6}"/>
          </ac:spMkLst>
        </pc:spChg>
        <pc:spChg chg="mod">
          <ac:chgData name="Jordan, Stuart" userId="1bf9a496-f356-4f9c-b15f-a24cde0408c2" providerId="ADAL" clId="{531348F1-845A-4D7A-824D-A680612EFD6E}" dt="2025-04-08T21:02:17.838" v="1058" actId="1076"/>
          <ac:spMkLst>
            <pc:docMk/>
            <pc:sldMk cId="3157690869" sldId="422"/>
            <ac:spMk id="18" creationId="{7834EEDF-37DD-9385-231D-948267358A2E}"/>
          </ac:spMkLst>
        </pc:spChg>
        <pc:spChg chg="mod">
          <ac:chgData name="Jordan, Stuart" userId="1bf9a496-f356-4f9c-b15f-a24cde0408c2" providerId="ADAL" clId="{531348F1-845A-4D7A-824D-A680612EFD6E}" dt="2025-04-08T21:02:24.493" v="1060" actId="14100"/>
          <ac:spMkLst>
            <pc:docMk/>
            <pc:sldMk cId="3157690869" sldId="422"/>
            <ac:spMk id="20" creationId="{25765DC8-7E88-F710-3C72-DE425DDA56C9}"/>
          </ac:spMkLst>
        </pc:spChg>
        <pc:spChg chg="mod">
          <ac:chgData name="Jordan, Stuart" userId="1bf9a496-f356-4f9c-b15f-a24cde0408c2" providerId="ADAL" clId="{531348F1-845A-4D7A-824D-A680612EFD6E}" dt="2025-04-08T21:02:33.277" v="1062" actId="1076"/>
          <ac:spMkLst>
            <pc:docMk/>
            <pc:sldMk cId="3157690869" sldId="422"/>
            <ac:spMk id="21" creationId="{31C74172-95B1-2C3F-F7F1-871246C571CA}"/>
          </ac:spMkLst>
        </pc:spChg>
        <pc:spChg chg="mod">
          <ac:chgData name="Jordan, Stuart" userId="1bf9a496-f356-4f9c-b15f-a24cde0408c2" providerId="ADAL" clId="{531348F1-845A-4D7A-824D-A680612EFD6E}" dt="2025-04-08T21:02:29.542" v="1061" actId="1076"/>
          <ac:spMkLst>
            <pc:docMk/>
            <pc:sldMk cId="3157690869" sldId="422"/>
            <ac:spMk id="22" creationId="{F1958A4F-B476-BA03-A968-36A9688F5CBB}"/>
          </ac:spMkLst>
        </pc:spChg>
      </pc:sldChg>
      <pc:sldChg chg="addSp modSp add mod">
        <pc:chgData name="Jordan, Stuart" userId="1bf9a496-f356-4f9c-b15f-a24cde0408c2" providerId="ADAL" clId="{531348F1-845A-4D7A-824D-A680612EFD6E}" dt="2025-04-08T21:02:48.738" v="1065" actId="1076"/>
        <pc:sldMkLst>
          <pc:docMk/>
          <pc:sldMk cId="756834625" sldId="423"/>
        </pc:sldMkLst>
        <pc:picChg chg="add mod">
          <ac:chgData name="Jordan, Stuart" userId="1bf9a496-f356-4f9c-b15f-a24cde0408c2" providerId="ADAL" clId="{531348F1-845A-4D7A-824D-A680612EFD6E}" dt="2025-04-08T21:02:48.738" v="1065" actId="1076"/>
          <ac:picMkLst>
            <pc:docMk/>
            <pc:sldMk cId="756834625" sldId="423"/>
            <ac:picMk id="19" creationId="{E46065F4-4260-5CD7-F6B7-A44F726B566A}"/>
          </ac:picMkLst>
        </pc:picChg>
      </pc:sldChg>
      <pc:sldChg chg="modSp add mod">
        <pc:chgData name="Jordan, Stuart" userId="1bf9a496-f356-4f9c-b15f-a24cde0408c2" providerId="ADAL" clId="{531348F1-845A-4D7A-824D-A680612EFD6E}" dt="2025-04-08T21:03:19.810" v="1073" actId="1076"/>
        <pc:sldMkLst>
          <pc:docMk/>
          <pc:sldMk cId="3414262750" sldId="424"/>
        </pc:sldMkLst>
        <pc:spChg chg="mod">
          <ac:chgData name="Jordan, Stuart" userId="1bf9a496-f356-4f9c-b15f-a24cde0408c2" providerId="ADAL" clId="{531348F1-845A-4D7A-824D-A680612EFD6E}" dt="2025-04-08T21:02:58.761" v="1067" actId="1076"/>
          <ac:spMkLst>
            <pc:docMk/>
            <pc:sldMk cId="3414262750" sldId="424"/>
            <ac:spMk id="8" creationId="{AD1980ED-C021-BA82-E0BF-1321F14B3483}"/>
          </ac:spMkLst>
        </pc:spChg>
        <pc:spChg chg="mod">
          <ac:chgData name="Jordan, Stuart" userId="1bf9a496-f356-4f9c-b15f-a24cde0408c2" providerId="ADAL" clId="{531348F1-845A-4D7A-824D-A680612EFD6E}" dt="2025-04-08T21:03:11.406" v="1071" actId="1076"/>
          <ac:spMkLst>
            <pc:docMk/>
            <pc:sldMk cId="3414262750" sldId="424"/>
            <ac:spMk id="17" creationId="{B22074AE-CA88-AD7B-DC58-EDB2693FB583}"/>
          </ac:spMkLst>
        </pc:spChg>
        <pc:spChg chg="mod">
          <ac:chgData name="Jordan, Stuart" userId="1bf9a496-f356-4f9c-b15f-a24cde0408c2" providerId="ADAL" clId="{531348F1-845A-4D7A-824D-A680612EFD6E}" dt="2025-04-08T21:03:04.194" v="1068" actId="1076"/>
          <ac:spMkLst>
            <pc:docMk/>
            <pc:sldMk cId="3414262750" sldId="424"/>
            <ac:spMk id="18" creationId="{FBC1B4B7-7AAF-3A28-193F-F3E097C38E7A}"/>
          </ac:spMkLst>
        </pc:spChg>
        <pc:spChg chg="mod">
          <ac:chgData name="Jordan, Stuart" userId="1bf9a496-f356-4f9c-b15f-a24cde0408c2" providerId="ADAL" clId="{531348F1-845A-4D7A-824D-A680612EFD6E}" dt="2025-04-08T21:03:08.298" v="1069" actId="1076"/>
          <ac:spMkLst>
            <pc:docMk/>
            <pc:sldMk cId="3414262750" sldId="424"/>
            <ac:spMk id="20" creationId="{8A6CE9D1-AFA4-1813-E382-9BE6C84F91FB}"/>
          </ac:spMkLst>
        </pc:spChg>
        <pc:spChg chg="mod">
          <ac:chgData name="Jordan, Stuart" userId="1bf9a496-f356-4f9c-b15f-a24cde0408c2" providerId="ADAL" clId="{531348F1-845A-4D7A-824D-A680612EFD6E}" dt="2025-04-08T21:03:19.810" v="1073" actId="1076"/>
          <ac:spMkLst>
            <pc:docMk/>
            <pc:sldMk cId="3414262750" sldId="424"/>
            <ac:spMk id="21" creationId="{FE5FBA45-BC4D-890F-ED46-44C0E16A56C4}"/>
          </ac:spMkLst>
        </pc:spChg>
        <pc:spChg chg="mod">
          <ac:chgData name="Jordan, Stuart" userId="1bf9a496-f356-4f9c-b15f-a24cde0408c2" providerId="ADAL" clId="{531348F1-845A-4D7A-824D-A680612EFD6E}" dt="2025-04-08T21:03:15.754" v="1072" actId="1076"/>
          <ac:spMkLst>
            <pc:docMk/>
            <pc:sldMk cId="3414262750" sldId="424"/>
            <ac:spMk id="22" creationId="{8E69B087-8327-7CDB-4F20-9A747164BD1F}"/>
          </ac:spMkLst>
        </pc:spChg>
      </pc:sldChg>
      <pc:sldChg chg="addSp modSp add mod">
        <pc:chgData name="Jordan, Stuart" userId="1bf9a496-f356-4f9c-b15f-a24cde0408c2" providerId="ADAL" clId="{531348F1-845A-4D7A-824D-A680612EFD6E}" dt="2025-04-08T21:03:30.316" v="1076" actId="1076"/>
        <pc:sldMkLst>
          <pc:docMk/>
          <pc:sldMk cId="790685162" sldId="425"/>
        </pc:sldMkLst>
        <pc:picChg chg="add mod">
          <ac:chgData name="Jordan, Stuart" userId="1bf9a496-f356-4f9c-b15f-a24cde0408c2" providerId="ADAL" clId="{531348F1-845A-4D7A-824D-A680612EFD6E}" dt="2025-04-08T21:03:30.316" v="1076" actId="1076"/>
          <ac:picMkLst>
            <pc:docMk/>
            <pc:sldMk cId="790685162" sldId="425"/>
            <ac:picMk id="24" creationId="{152A42AA-0CB1-3917-3D95-6DFA6A27D9D7}"/>
          </ac:picMkLst>
        </pc:picChg>
      </pc:sldChg>
      <pc:sldChg chg="modSp add mod">
        <pc:chgData name="Jordan, Stuart" userId="1bf9a496-f356-4f9c-b15f-a24cde0408c2" providerId="ADAL" clId="{531348F1-845A-4D7A-824D-A680612EFD6E}" dt="2025-04-08T21:04:07.073" v="1086" actId="1076"/>
        <pc:sldMkLst>
          <pc:docMk/>
          <pc:sldMk cId="160032057" sldId="426"/>
        </pc:sldMkLst>
        <pc:spChg chg="mod">
          <ac:chgData name="Jordan, Stuart" userId="1bf9a496-f356-4f9c-b15f-a24cde0408c2" providerId="ADAL" clId="{531348F1-845A-4D7A-824D-A680612EFD6E}" dt="2025-04-08T21:03:40.814" v="1080" actId="1076"/>
          <ac:spMkLst>
            <pc:docMk/>
            <pc:sldMk cId="160032057" sldId="426"/>
            <ac:spMk id="7" creationId="{09386A2A-BDEA-6BDA-0042-8B126DCF15EE}"/>
          </ac:spMkLst>
        </pc:spChg>
        <pc:spChg chg="mod">
          <ac:chgData name="Jordan, Stuart" userId="1bf9a496-f356-4f9c-b15f-a24cde0408c2" providerId="ADAL" clId="{531348F1-845A-4D7A-824D-A680612EFD6E}" dt="2025-04-08T21:03:46.073" v="1082" actId="1076"/>
          <ac:spMkLst>
            <pc:docMk/>
            <pc:sldMk cId="160032057" sldId="426"/>
            <ac:spMk id="8" creationId="{6C52DD70-A18A-3BF9-B90D-6F5322F81571}"/>
          </ac:spMkLst>
        </pc:spChg>
        <pc:spChg chg="mod">
          <ac:chgData name="Jordan, Stuart" userId="1bf9a496-f356-4f9c-b15f-a24cde0408c2" providerId="ADAL" clId="{531348F1-845A-4D7A-824D-A680612EFD6E}" dt="2025-04-08T21:03:52.698" v="1083" actId="1076"/>
          <ac:spMkLst>
            <pc:docMk/>
            <pc:sldMk cId="160032057" sldId="426"/>
            <ac:spMk id="18" creationId="{046A3FA9-B126-6E1C-771D-24B7C07D6259}"/>
          </ac:spMkLst>
        </pc:spChg>
        <pc:spChg chg="mod">
          <ac:chgData name="Jordan, Stuart" userId="1bf9a496-f356-4f9c-b15f-a24cde0408c2" providerId="ADAL" clId="{531348F1-845A-4D7A-824D-A680612EFD6E}" dt="2025-04-08T21:03:58.882" v="1084" actId="14100"/>
          <ac:spMkLst>
            <pc:docMk/>
            <pc:sldMk cId="160032057" sldId="426"/>
            <ac:spMk id="20" creationId="{61D2FE69-86F6-69E3-A4A5-AC7B4F5661A6}"/>
          </ac:spMkLst>
        </pc:spChg>
        <pc:spChg chg="mod">
          <ac:chgData name="Jordan, Stuart" userId="1bf9a496-f356-4f9c-b15f-a24cde0408c2" providerId="ADAL" clId="{531348F1-845A-4D7A-824D-A680612EFD6E}" dt="2025-04-08T21:04:07.073" v="1086" actId="1076"/>
          <ac:spMkLst>
            <pc:docMk/>
            <pc:sldMk cId="160032057" sldId="426"/>
            <ac:spMk id="21" creationId="{12FFD0DE-82C7-2EE7-F163-0DB5DF851F8E}"/>
          </ac:spMkLst>
        </pc:spChg>
        <pc:spChg chg="mod">
          <ac:chgData name="Jordan, Stuart" userId="1bf9a496-f356-4f9c-b15f-a24cde0408c2" providerId="ADAL" clId="{531348F1-845A-4D7A-824D-A680612EFD6E}" dt="2025-04-08T21:04:01.945" v="1085" actId="1076"/>
          <ac:spMkLst>
            <pc:docMk/>
            <pc:sldMk cId="160032057" sldId="426"/>
            <ac:spMk id="22" creationId="{EFA75A67-8677-3D8F-1F39-A1EEE483D59D}"/>
          </ac:spMkLst>
        </pc:spChg>
      </pc:sldChg>
      <pc:sldChg chg="addSp modSp add mod">
        <pc:chgData name="Jordan, Stuart" userId="1bf9a496-f356-4f9c-b15f-a24cde0408c2" providerId="ADAL" clId="{531348F1-845A-4D7A-824D-A680612EFD6E}" dt="2025-04-08T21:04:17.439" v="1089" actId="1076"/>
        <pc:sldMkLst>
          <pc:docMk/>
          <pc:sldMk cId="865940922" sldId="427"/>
        </pc:sldMkLst>
        <pc:picChg chg="add mod">
          <ac:chgData name="Jordan, Stuart" userId="1bf9a496-f356-4f9c-b15f-a24cde0408c2" providerId="ADAL" clId="{531348F1-845A-4D7A-824D-A680612EFD6E}" dt="2025-04-08T21:04:17.439" v="1089" actId="1076"/>
          <ac:picMkLst>
            <pc:docMk/>
            <pc:sldMk cId="865940922" sldId="427"/>
            <ac:picMk id="25" creationId="{36DDD71F-F011-CD16-0AA3-9EE2186FD5FE}"/>
          </ac:picMkLst>
        </pc:picChg>
      </pc:sldChg>
      <pc:sldChg chg="delSp add mod">
        <pc:chgData name="Jordan, Stuart" userId="1bf9a496-f356-4f9c-b15f-a24cde0408c2" providerId="ADAL" clId="{531348F1-845A-4D7A-824D-A680612EFD6E}" dt="2025-04-08T21:04:29.859" v="1095" actId="478"/>
        <pc:sldMkLst>
          <pc:docMk/>
          <pc:sldMk cId="1968507010" sldId="428"/>
        </pc:sldMkLst>
        <pc:spChg chg="del">
          <ac:chgData name="Jordan, Stuart" userId="1bf9a496-f356-4f9c-b15f-a24cde0408c2" providerId="ADAL" clId="{531348F1-845A-4D7A-824D-A680612EFD6E}" dt="2025-04-08T21:04:29.859" v="1095" actId="478"/>
          <ac:spMkLst>
            <pc:docMk/>
            <pc:sldMk cId="1968507010" sldId="428"/>
            <ac:spMk id="8" creationId="{83576B76-0029-CD11-6BB7-E4E4FEF9631E}"/>
          </ac:spMkLst>
        </pc:spChg>
        <pc:spChg chg="del">
          <ac:chgData name="Jordan, Stuart" userId="1bf9a496-f356-4f9c-b15f-a24cde0408c2" providerId="ADAL" clId="{531348F1-845A-4D7A-824D-A680612EFD6E}" dt="2025-04-08T21:04:23.150" v="1091" actId="478"/>
          <ac:spMkLst>
            <pc:docMk/>
            <pc:sldMk cId="1968507010" sldId="428"/>
            <ac:spMk id="18" creationId="{4EC013A9-4873-64C8-7CC0-410884367B42}"/>
          </ac:spMkLst>
        </pc:spChg>
        <pc:spChg chg="del">
          <ac:chgData name="Jordan, Stuart" userId="1bf9a496-f356-4f9c-b15f-a24cde0408c2" providerId="ADAL" clId="{531348F1-845A-4D7A-824D-A680612EFD6E}" dt="2025-04-08T21:04:27.308" v="1094" actId="478"/>
          <ac:spMkLst>
            <pc:docMk/>
            <pc:sldMk cId="1968507010" sldId="428"/>
            <ac:spMk id="20" creationId="{AD498A1F-8066-5FA5-941E-F499C0420B20}"/>
          </ac:spMkLst>
        </pc:spChg>
        <pc:spChg chg="del">
          <ac:chgData name="Jordan, Stuart" userId="1bf9a496-f356-4f9c-b15f-a24cde0408c2" providerId="ADAL" clId="{531348F1-845A-4D7A-824D-A680612EFD6E}" dt="2025-04-08T21:04:24.462" v="1092" actId="478"/>
          <ac:spMkLst>
            <pc:docMk/>
            <pc:sldMk cId="1968507010" sldId="428"/>
            <ac:spMk id="21" creationId="{3A847D89-5783-2216-1CEE-6A1E70228E14}"/>
          </ac:spMkLst>
        </pc:spChg>
        <pc:spChg chg="del">
          <ac:chgData name="Jordan, Stuart" userId="1bf9a496-f356-4f9c-b15f-a24cde0408c2" providerId="ADAL" clId="{531348F1-845A-4D7A-824D-A680612EFD6E}" dt="2025-04-08T21:04:25.471" v="1093" actId="478"/>
          <ac:spMkLst>
            <pc:docMk/>
            <pc:sldMk cId="1968507010" sldId="428"/>
            <ac:spMk id="22" creationId="{C97605F9-700E-DB92-FE0C-4C929185C86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B0114-F746-C133-B24B-CD39F1EF84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462AABA-B83C-51F0-6D7E-1E52DF32EC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328459D-DB59-6FD3-9AB6-467354C08029}"/>
              </a:ext>
            </a:extLst>
          </p:cNvPr>
          <p:cNvSpPr>
            <a:spLocks noGrp="1"/>
          </p:cNvSpPr>
          <p:nvPr>
            <p:ph type="dt" sz="half" idx="10"/>
          </p:nvPr>
        </p:nvSpPr>
        <p:spPr/>
        <p:txBody>
          <a:bodyPr/>
          <a:lstStyle/>
          <a:p>
            <a:fld id="{BEA8AAD4-DAC1-4D07-AEA1-A6F43B3119FE}" type="datetimeFigureOut">
              <a:rPr lang="en-US" smtClean="0"/>
              <a:t>4/8/2025</a:t>
            </a:fld>
            <a:endParaRPr lang="en-US"/>
          </a:p>
        </p:txBody>
      </p:sp>
      <p:sp>
        <p:nvSpPr>
          <p:cNvPr id="5" name="Footer Placeholder 4">
            <a:extLst>
              <a:ext uri="{FF2B5EF4-FFF2-40B4-BE49-F238E27FC236}">
                <a16:creationId xmlns:a16="http://schemas.microsoft.com/office/drawing/2014/main" id="{F2D04DF6-3FD5-D38D-93F9-D24175951A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C69E79-DDC2-3180-09A4-7A470A05F807}"/>
              </a:ext>
            </a:extLst>
          </p:cNvPr>
          <p:cNvSpPr>
            <a:spLocks noGrp="1"/>
          </p:cNvSpPr>
          <p:nvPr>
            <p:ph type="sldNum" sz="quarter" idx="12"/>
          </p:nvPr>
        </p:nvSpPr>
        <p:spPr/>
        <p:txBody>
          <a:bodyPr/>
          <a:lstStyle/>
          <a:p>
            <a:fld id="{FB7A1D2A-C534-4B21-B916-97EF92256AB4}" type="slidenum">
              <a:rPr lang="en-US" smtClean="0"/>
              <a:t>‹#›</a:t>
            </a:fld>
            <a:endParaRPr lang="en-US"/>
          </a:p>
        </p:txBody>
      </p:sp>
    </p:spTree>
    <p:extLst>
      <p:ext uri="{BB962C8B-B14F-4D97-AF65-F5344CB8AC3E}">
        <p14:creationId xmlns:p14="http://schemas.microsoft.com/office/powerpoint/2010/main" val="148840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163BC-8957-9565-F23D-04DF9DBB81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C6F0AB-B2A0-1978-1DFA-ADB6E578B3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2FB951-9769-294C-B62D-F41800C7F60C}"/>
              </a:ext>
            </a:extLst>
          </p:cNvPr>
          <p:cNvSpPr>
            <a:spLocks noGrp="1"/>
          </p:cNvSpPr>
          <p:nvPr>
            <p:ph type="dt" sz="half" idx="10"/>
          </p:nvPr>
        </p:nvSpPr>
        <p:spPr/>
        <p:txBody>
          <a:bodyPr/>
          <a:lstStyle/>
          <a:p>
            <a:fld id="{BEA8AAD4-DAC1-4D07-AEA1-A6F43B3119FE}" type="datetimeFigureOut">
              <a:rPr lang="en-US" smtClean="0"/>
              <a:t>4/8/2025</a:t>
            </a:fld>
            <a:endParaRPr lang="en-US"/>
          </a:p>
        </p:txBody>
      </p:sp>
      <p:sp>
        <p:nvSpPr>
          <p:cNvPr id="5" name="Footer Placeholder 4">
            <a:extLst>
              <a:ext uri="{FF2B5EF4-FFF2-40B4-BE49-F238E27FC236}">
                <a16:creationId xmlns:a16="http://schemas.microsoft.com/office/drawing/2014/main" id="{888F5540-1D20-D7B9-037A-CBE9C93891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404FB3-C8BE-CD8B-DAE6-23599B1FADD5}"/>
              </a:ext>
            </a:extLst>
          </p:cNvPr>
          <p:cNvSpPr>
            <a:spLocks noGrp="1"/>
          </p:cNvSpPr>
          <p:nvPr>
            <p:ph type="sldNum" sz="quarter" idx="12"/>
          </p:nvPr>
        </p:nvSpPr>
        <p:spPr/>
        <p:txBody>
          <a:bodyPr/>
          <a:lstStyle/>
          <a:p>
            <a:fld id="{FB7A1D2A-C534-4B21-B916-97EF92256AB4}" type="slidenum">
              <a:rPr lang="en-US" smtClean="0"/>
              <a:t>‹#›</a:t>
            </a:fld>
            <a:endParaRPr lang="en-US"/>
          </a:p>
        </p:txBody>
      </p:sp>
    </p:spTree>
    <p:extLst>
      <p:ext uri="{BB962C8B-B14F-4D97-AF65-F5344CB8AC3E}">
        <p14:creationId xmlns:p14="http://schemas.microsoft.com/office/powerpoint/2010/main" val="3363204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FA5CE-2D72-DDB7-103A-BE6566BF7C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061BB2B-17A7-CE06-0266-6148E2CCC7F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D8867C-09A5-2320-C497-77AD1D24A0EC}"/>
              </a:ext>
            </a:extLst>
          </p:cNvPr>
          <p:cNvSpPr>
            <a:spLocks noGrp="1"/>
          </p:cNvSpPr>
          <p:nvPr>
            <p:ph type="dt" sz="half" idx="10"/>
          </p:nvPr>
        </p:nvSpPr>
        <p:spPr/>
        <p:txBody>
          <a:bodyPr/>
          <a:lstStyle/>
          <a:p>
            <a:fld id="{BEA8AAD4-DAC1-4D07-AEA1-A6F43B3119FE}" type="datetimeFigureOut">
              <a:rPr lang="en-US" smtClean="0"/>
              <a:t>4/8/2025</a:t>
            </a:fld>
            <a:endParaRPr lang="en-US"/>
          </a:p>
        </p:txBody>
      </p:sp>
      <p:sp>
        <p:nvSpPr>
          <p:cNvPr id="5" name="Footer Placeholder 4">
            <a:extLst>
              <a:ext uri="{FF2B5EF4-FFF2-40B4-BE49-F238E27FC236}">
                <a16:creationId xmlns:a16="http://schemas.microsoft.com/office/drawing/2014/main" id="{778D6E02-FCF9-6F7A-E51A-9A5B5FFCCD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D7F02A-10E0-95B5-E71D-23B45E9A65E8}"/>
              </a:ext>
            </a:extLst>
          </p:cNvPr>
          <p:cNvSpPr>
            <a:spLocks noGrp="1"/>
          </p:cNvSpPr>
          <p:nvPr>
            <p:ph type="sldNum" sz="quarter" idx="12"/>
          </p:nvPr>
        </p:nvSpPr>
        <p:spPr/>
        <p:txBody>
          <a:bodyPr/>
          <a:lstStyle/>
          <a:p>
            <a:fld id="{FB7A1D2A-C534-4B21-B916-97EF92256AB4}" type="slidenum">
              <a:rPr lang="en-US" smtClean="0"/>
              <a:t>‹#›</a:t>
            </a:fld>
            <a:endParaRPr lang="en-US"/>
          </a:p>
        </p:txBody>
      </p:sp>
    </p:spTree>
    <p:extLst>
      <p:ext uri="{BB962C8B-B14F-4D97-AF65-F5344CB8AC3E}">
        <p14:creationId xmlns:p14="http://schemas.microsoft.com/office/powerpoint/2010/main" val="3541732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10FC7-363B-C38F-7033-50D741F665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E8201F-56D6-5C40-DC24-667A4DD930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08C8AE1-635B-9708-B531-B1956BB1B7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EB9C63-8709-58B7-713B-D567AB0CD7C8}"/>
              </a:ext>
            </a:extLst>
          </p:cNvPr>
          <p:cNvSpPr>
            <a:spLocks noGrp="1"/>
          </p:cNvSpPr>
          <p:nvPr>
            <p:ph type="dt" sz="half" idx="10"/>
          </p:nvPr>
        </p:nvSpPr>
        <p:spPr/>
        <p:txBody>
          <a:bodyPr/>
          <a:lstStyle/>
          <a:p>
            <a:fld id="{BEA8AAD4-DAC1-4D07-AEA1-A6F43B3119FE}" type="datetimeFigureOut">
              <a:rPr lang="en-US" smtClean="0"/>
              <a:t>4/8/2025</a:t>
            </a:fld>
            <a:endParaRPr lang="en-US"/>
          </a:p>
        </p:txBody>
      </p:sp>
      <p:sp>
        <p:nvSpPr>
          <p:cNvPr id="6" name="Footer Placeholder 5">
            <a:extLst>
              <a:ext uri="{FF2B5EF4-FFF2-40B4-BE49-F238E27FC236}">
                <a16:creationId xmlns:a16="http://schemas.microsoft.com/office/drawing/2014/main" id="{76ABFC8B-B17A-AB40-8CF0-1F809CDAC9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71669C-A8EF-C247-B38D-CE0D82F5645B}"/>
              </a:ext>
            </a:extLst>
          </p:cNvPr>
          <p:cNvSpPr>
            <a:spLocks noGrp="1"/>
          </p:cNvSpPr>
          <p:nvPr>
            <p:ph type="sldNum" sz="quarter" idx="12"/>
          </p:nvPr>
        </p:nvSpPr>
        <p:spPr/>
        <p:txBody>
          <a:bodyPr/>
          <a:lstStyle/>
          <a:p>
            <a:fld id="{FB7A1D2A-C534-4B21-B916-97EF92256AB4}" type="slidenum">
              <a:rPr lang="en-US" smtClean="0"/>
              <a:t>‹#›</a:t>
            </a:fld>
            <a:endParaRPr lang="en-US"/>
          </a:p>
        </p:txBody>
      </p:sp>
    </p:spTree>
    <p:extLst>
      <p:ext uri="{BB962C8B-B14F-4D97-AF65-F5344CB8AC3E}">
        <p14:creationId xmlns:p14="http://schemas.microsoft.com/office/powerpoint/2010/main" val="1649153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FA0C3-6ABF-D0A6-6108-4A37F0864D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49D3444-BAB9-39E4-1E99-5422982FB7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C6635E-359D-BF88-E3C2-9C7B2AEEDB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73832FE-352B-5EB5-31B4-1F9267581E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ECBC6D-BC8A-2EF4-22B1-AD83A602D2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FF8786A-52D0-B9E3-59EB-F2A51FE9A733}"/>
              </a:ext>
            </a:extLst>
          </p:cNvPr>
          <p:cNvSpPr>
            <a:spLocks noGrp="1"/>
          </p:cNvSpPr>
          <p:nvPr>
            <p:ph type="dt" sz="half" idx="10"/>
          </p:nvPr>
        </p:nvSpPr>
        <p:spPr/>
        <p:txBody>
          <a:bodyPr/>
          <a:lstStyle/>
          <a:p>
            <a:fld id="{BEA8AAD4-DAC1-4D07-AEA1-A6F43B3119FE}" type="datetimeFigureOut">
              <a:rPr lang="en-US" smtClean="0"/>
              <a:t>4/8/2025</a:t>
            </a:fld>
            <a:endParaRPr lang="en-US"/>
          </a:p>
        </p:txBody>
      </p:sp>
      <p:sp>
        <p:nvSpPr>
          <p:cNvPr id="8" name="Footer Placeholder 7">
            <a:extLst>
              <a:ext uri="{FF2B5EF4-FFF2-40B4-BE49-F238E27FC236}">
                <a16:creationId xmlns:a16="http://schemas.microsoft.com/office/drawing/2014/main" id="{80CC0C12-5023-5A62-3E25-29F1D1DC348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81C437D-FE41-C463-E971-D42DA04DFB3B}"/>
              </a:ext>
            </a:extLst>
          </p:cNvPr>
          <p:cNvSpPr>
            <a:spLocks noGrp="1"/>
          </p:cNvSpPr>
          <p:nvPr>
            <p:ph type="sldNum" sz="quarter" idx="12"/>
          </p:nvPr>
        </p:nvSpPr>
        <p:spPr/>
        <p:txBody>
          <a:bodyPr/>
          <a:lstStyle/>
          <a:p>
            <a:fld id="{FB7A1D2A-C534-4B21-B916-97EF92256AB4}" type="slidenum">
              <a:rPr lang="en-US" smtClean="0"/>
              <a:t>‹#›</a:t>
            </a:fld>
            <a:endParaRPr lang="en-US"/>
          </a:p>
        </p:txBody>
      </p:sp>
    </p:spTree>
    <p:extLst>
      <p:ext uri="{BB962C8B-B14F-4D97-AF65-F5344CB8AC3E}">
        <p14:creationId xmlns:p14="http://schemas.microsoft.com/office/powerpoint/2010/main" val="2023979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456B0-D2A1-C92E-489B-9B8D194FFE5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B10218-8A8E-B0D9-6C62-ABE46514DC4E}"/>
              </a:ext>
            </a:extLst>
          </p:cNvPr>
          <p:cNvSpPr>
            <a:spLocks noGrp="1"/>
          </p:cNvSpPr>
          <p:nvPr>
            <p:ph type="dt" sz="half" idx="10"/>
          </p:nvPr>
        </p:nvSpPr>
        <p:spPr/>
        <p:txBody>
          <a:bodyPr/>
          <a:lstStyle/>
          <a:p>
            <a:fld id="{BEA8AAD4-DAC1-4D07-AEA1-A6F43B3119FE}" type="datetimeFigureOut">
              <a:rPr lang="en-US" smtClean="0"/>
              <a:t>4/8/2025</a:t>
            </a:fld>
            <a:endParaRPr lang="en-US"/>
          </a:p>
        </p:txBody>
      </p:sp>
      <p:sp>
        <p:nvSpPr>
          <p:cNvPr id="4" name="Footer Placeholder 3">
            <a:extLst>
              <a:ext uri="{FF2B5EF4-FFF2-40B4-BE49-F238E27FC236}">
                <a16:creationId xmlns:a16="http://schemas.microsoft.com/office/drawing/2014/main" id="{62BA1DB5-05FD-BE60-8F8C-3715313CF7E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73C7315-1A1C-409A-B300-E9D97581A6D7}"/>
              </a:ext>
            </a:extLst>
          </p:cNvPr>
          <p:cNvSpPr>
            <a:spLocks noGrp="1"/>
          </p:cNvSpPr>
          <p:nvPr>
            <p:ph type="sldNum" sz="quarter" idx="12"/>
          </p:nvPr>
        </p:nvSpPr>
        <p:spPr/>
        <p:txBody>
          <a:bodyPr/>
          <a:lstStyle/>
          <a:p>
            <a:fld id="{FB7A1D2A-C534-4B21-B916-97EF92256AB4}" type="slidenum">
              <a:rPr lang="en-US" smtClean="0"/>
              <a:t>‹#›</a:t>
            </a:fld>
            <a:endParaRPr lang="en-US"/>
          </a:p>
        </p:txBody>
      </p:sp>
    </p:spTree>
    <p:extLst>
      <p:ext uri="{BB962C8B-B14F-4D97-AF65-F5344CB8AC3E}">
        <p14:creationId xmlns:p14="http://schemas.microsoft.com/office/powerpoint/2010/main" val="644305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30A222-E013-55FD-0F49-5489B2982DAE}"/>
              </a:ext>
            </a:extLst>
          </p:cNvPr>
          <p:cNvSpPr>
            <a:spLocks noGrp="1"/>
          </p:cNvSpPr>
          <p:nvPr>
            <p:ph type="dt" sz="half" idx="10"/>
          </p:nvPr>
        </p:nvSpPr>
        <p:spPr/>
        <p:txBody>
          <a:bodyPr/>
          <a:lstStyle/>
          <a:p>
            <a:fld id="{BEA8AAD4-DAC1-4D07-AEA1-A6F43B3119FE}" type="datetimeFigureOut">
              <a:rPr lang="en-US" smtClean="0"/>
              <a:t>4/8/2025</a:t>
            </a:fld>
            <a:endParaRPr lang="en-US"/>
          </a:p>
        </p:txBody>
      </p:sp>
      <p:sp>
        <p:nvSpPr>
          <p:cNvPr id="3" name="Footer Placeholder 2">
            <a:extLst>
              <a:ext uri="{FF2B5EF4-FFF2-40B4-BE49-F238E27FC236}">
                <a16:creationId xmlns:a16="http://schemas.microsoft.com/office/drawing/2014/main" id="{D78019F3-88E2-494A-8324-A03E9DDE5B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E557681-5EAB-BF3C-C8F4-619C0B156DBF}"/>
              </a:ext>
            </a:extLst>
          </p:cNvPr>
          <p:cNvSpPr>
            <a:spLocks noGrp="1"/>
          </p:cNvSpPr>
          <p:nvPr>
            <p:ph type="sldNum" sz="quarter" idx="12"/>
          </p:nvPr>
        </p:nvSpPr>
        <p:spPr/>
        <p:txBody>
          <a:bodyPr/>
          <a:lstStyle/>
          <a:p>
            <a:fld id="{FB7A1D2A-C534-4B21-B916-97EF92256AB4}" type="slidenum">
              <a:rPr lang="en-US" smtClean="0"/>
              <a:t>‹#›</a:t>
            </a:fld>
            <a:endParaRPr lang="en-US"/>
          </a:p>
        </p:txBody>
      </p:sp>
    </p:spTree>
    <p:extLst>
      <p:ext uri="{BB962C8B-B14F-4D97-AF65-F5344CB8AC3E}">
        <p14:creationId xmlns:p14="http://schemas.microsoft.com/office/powerpoint/2010/main" val="3876051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1FFE7-7D9C-C888-90AF-8FF05F0790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7D78891-87D0-4307-1531-F2B20FA8BE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5AD147-3A84-C031-CD46-28C3F7FAB1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C5AA5F-2BF2-90EC-A588-9B1C57277054}"/>
              </a:ext>
            </a:extLst>
          </p:cNvPr>
          <p:cNvSpPr>
            <a:spLocks noGrp="1"/>
          </p:cNvSpPr>
          <p:nvPr>
            <p:ph type="dt" sz="half" idx="10"/>
          </p:nvPr>
        </p:nvSpPr>
        <p:spPr/>
        <p:txBody>
          <a:bodyPr/>
          <a:lstStyle/>
          <a:p>
            <a:fld id="{BEA8AAD4-DAC1-4D07-AEA1-A6F43B3119FE}" type="datetimeFigureOut">
              <a:rPr lang="en-US" smtClean="0"/>
              <a:t>4/8/2025</a:t>
            </a:fld>
            <a:endParaRPr lang="en-US"/>
          </a:p>
        </p:txBody>
      </p:sp>
      <p:sp>
        <p:nvSpPr>
          <p:cNvPr id="6" name="Footer Placeholder 5">
            <a:extLst>
              <a:ext uri="{FF2B5EF4-FFF2-40B4-BE49-F238E27FC236}">
                <a16:creationId xmlns:a16="http://schemas.microsoft.com/office/drawing/2014/main" id="{6AEBA9D4-38CE-DC78-1C6C-939BC3075B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6262F9-9301-867A-07D1-9C2AA172CD6C}"/>
              </a:ext>
            </a:extLst>
          </p:cNvPr>
          <p:cNvSpPr>
            <a:spLocks noGrp="1"/>
          </p:cNvSpPr>
          <p:nvPr>
            <p:ph type="sldNum" sz="quarter" idx="12"/>
          </p:nvPr>
        </p:nvSpPr>
        <p:spPr/>
        <p:txBody>
          <a:bodyPr/>
          <a:lstStyle/>
          <a:p>
            <a:fld id="{FB7A1D2A-C534-4B21-B916-97EF92256AB4}" type="slidenum">
              <a:rPr lang="en-US" smtClean="0"/>
              <a:t>‹#›</a:t>
            </a:fld>
            <a:endParaRPr lang="en-US"/>
          </a:p>
        </p:txBody>
      </p:sp>
    </p:spTree>
    <p:extLst>
      <p:ext uri="{BB962C8B-B14F-4D97-AF65-F5344CB8AC3E}">
        <p14:creationId xmlns:p14="http://schemas.microsoft.com/office/powerpoint/2010/main" val="3579890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F513F-9A2D-B49B-47EA-CEB3EADDE2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71F1CC-A51C-C405-48F5-943413581F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6F6AA9-D887-C34C-2F8A-EB00C0E52C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C0AD74-02D7-557C-5865-EE99A96A6CC1}"/>
              </a:ext>
            </a:extLst>
          </p:cNvPr>
          <p:cNvSpPr>
            <a:spLocks noGrp="1"/>
          </p:cNvSpPr>
          <p:nvPr>
            <p:ph type="dt" sz="half" idx="10"/>
          </p:nvPr>
        </p:nvSpPr>
        <p:spPr/>
        <p:txBody>
          <a:bodyPr/>
          <a:lstStyle/>
          <a:p>
            <a:fld id="{BEA8AAD4-DAC1-4D07-AEA1-A6F43B3119FE}" type="datetimeFigureOut">
              <a:rPr lang="en-US" smtClean="0"/>
              <a:t>4/8/2025</a:t>
            </a:fld>
            <a:endParaRPr lang="en-US"/>
          </a:p>
        </p:txBody>
      </p:sp>
      <p:sp>
        <p:nvSpPr>
          <p:cNvPr id="6" name="Footer Placeholder 5">
            <a:extLst>
              <a:ext uri="{FF2B5EF4-FFF2-40B4-BE49-F238E27FC236}">
                <a16:creationId xmlns:a16="http://schemas.microsoft.com/office/drawing/2014/main" id="{AA7A2672-BEBA-913A-9649-DB861585CF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92A502-F43B-FC46-AE3C-F86EB4CB74BE}"/>
              </a:ext>
            </a:extLst>
          </p:cNvPr>
          <p:cNvSpPr>
            <a:spLocks noGrp="1"/>
          </p:cNvSpPr>
          <p:nvPr>
            <p:ph type="sldNum" sz="quarter" idx="12"/>
          </p:nvPr>
        </p:nvSpPr>
        <p:spPr/>
        <p:txBody>
          <a:bodyPr/>
          <a:lstStyle/>
          <a:p>
            <a:fld id="{FB7A1D2A-C534-4B21-B916-97EF92256AB4}" type="slidenum">
              <a:rPr lang="en-US" smtClean="0"/>
              <a:t>‹#›</a:t>
            </a:fld>
            <a:endParaRPr lang="en-US"/>
          </a:p>
        </p:txBody>
      </p:sp>
    </p:spTree>
    <p:extLst>
      <p:ext uri="{BB962C8B-B14F-4D97-AF65-F5344CB8AC3E}">
        <p14:creationId xmlns:p14="http://schemas.microsoft.com/office/powerpoint/2010/main" val="2666386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6A33A-3F24-3CA7-8DCE-AE16DCF8BA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C4CE627-0DBC-34A3-2DC3-BBC39AE376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03CFA7-A8E3-787D-3A21-50E983A82110}"/>
              </a:ext>
            </a:extLst>
          </p:cNvPr>
          <p:cNvSpPr>
            <a:spLocks noGrp="1"/>
          </p:cNvSpPr>
          <p:nvPr>
            <p:ph type="dt" sz="half" idx="10"/>
          </p:nvPr>
        </p:nvSpPr>
        <p:spPr/>
        <p:txBody>
          <a:bodyPr/>
          <a:lstStyle/>
          <a:p>
            <a:fld id="{BEA8AAD4-DAC1-4D07-AEA1-A6F43B3119FE}" type="datetimeFigureOut">
              <a:rPr lang="en-US" smtClean="0"/>
              <a:t>4/8/2025</a:t>
            </a:fld>
            <a:endParaRPr lang="en-US"/>
          </a:p>
        </p:txBody>
      </p:sp>
      <p:sp>
        <p:nvSpPr>
          <p:cNvPr id="5" name="Footer Placeholder 4">
            <a:extLst>
              <a:ext uri="{FF2B5EF4-FFF2-40B4-BE49-F238E27FC236}">
                <a16:creationId xmlns:a16="http://schemas.microsoft.com/office/drawing/2014/main" id="{9361E1B6-891D-E61E-F9F0-B538C38044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8198EB-CBD3-ECBB-045B-2308BB9EC349}"/>
              </a:ext>
            </a:extLst>
          </p:cNvPr>
          <p:cNvSpPr>
            <a:spLocks noGrp="1"/>
          </p:cNvSpPr>
          <p:nvPr>
            <p:ph type="sldNum" sz="quarter" idx="12"/>
          </p:nvPr>
        </p:nvSpPr>
        <p:spPr/>
        <p:txBody>
          <a:bodyPr/>
          <a:lstStyle/>
          <a:p>
            <a:fld id="{FB7A1D2A-C534-4B21-B916-97EF92256AB4}" type="slidenum">
              <a:rPr lang="en-US" smtClean="0"/>
              <a:t>‹#›</a:t>
            </a:fld>
            <a:endParaRPr lang="en-US"/>
          </a:p>
        </p:txBody>
      </p:sp>
    </p:spTree>
    <p:extLst>
      <p:ext uri="{BB962C8B-B14F-4D97-AF65-F5344CB8AC3E}">
        <p14:creationId xmlns:p14="http://schemas.microsoft.com/office/powerpoint/2010/main" val="5668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8F7008-13F4-7165-F07A-B95F80C4994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B83FCA7-FC26-75A2-FAF1-3A7C20C1AA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42CBF3-9CC6-8011-D5E3-950B59E92ABA}"/>
              </a:ext>
            </a:extLst>
          </p:cNvPr>
          <p:cNvSpPr>
            <a:spLocks noGrp="1"/>
          </p:cNvSpPr>
          <p:nvPr>
            <p:ph type="dt" sz="half" idx="10"/>
          </p:nvPr>
        </p:nvSpPr>
        <p:spPr/>
        <p:txBody>
          <a:bodyPr/>
          <a:lstStyle/>
          <a:p>
            <a:fld id="{BEA8AAD4-DAC1-4D07-AEA1-A6F43B3119FE}" type="datetimeFigureOut">
              <a:rPr lang="en-US" smtClean="0"/>
              <a:t>4/8/2025</a:t>
            </a:fld>
            <a:endParaRPr lang="en-US"/>
          </a:p>
        </p:txBody>
      </p:sp>
      <p:sp>
        <p:nvSpPr>
          <p:cNvPr id="5" name="Footer Placeholder 4">
            <a:extLst>
              <a:ext uri="{FF2B5EF4-FFF2-40B4-BE49-F238E27FC236}">
                <a16:creationId xmlns:a16="http://schemas.microsoft.com/office/drawing/2014/main" id="{0ED519F7-BE3E-E73E-A425-23857D5868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19B3B9-4206-62F8-CB43-32E5F8FC089A}"/>
              </a:ext>
            </a:extLst>
          </p:cNvPr>
          <p:cNvSpPr>
            <a:spLocks noGrp="1"/>
          </p:cNvSpPr>
          <p:nvPr>
            <p:ph type="sldNum" sz="quarter" idx="12"/>
          </p:nvPr>
        </p:nvSpPr>
        <p:spPr/>
        <p:txBody>
          <a:bodyPr/>
          <a:lstStyle/>
          <a:p>
            <a:fld id="{FB7A1D2A-C534-4B21-B916-97EF92256AB4}" type="slidenum">
              <a:rPr lang="en-US" smtClean="0"/>
              <a:t>‹#›</a:t>
            </a:fld>
            <a:endParaRPr lang="en-US"/>
          </a:p>
        </p:txBody>
      </p:sp>
    </p:spTree>
    <p:extLst>
      <p:ext uri="{BB962C8B-B14F-4D97-AF65-F5344CB8AC3E}">
        <p14:creationId xmlns:p14="http://schemas.microsoft.com/office/powerpoint/2010/main" val="300947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977800-9E4A-A969-C68A-C9D57AFF7F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9060869-A2AC-2D46-2FB5-355F34C227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631E36-A570-ECF6-2D7B-1EFE4426B3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A8AAD4-DAC1-4D07-AEA1-A6F43B3119FE}" type="datetimeFigureOut">
              <a:rPr lang="en-US" smtClean="0"/>
              <a:t>4/8/2025</a:t>
            </a:fld>
            <a:endParaRPr lang="en-US"/>
          </a:p>
        </p:txBody>
      </p:sp>
      <p:sp>
        <p:nvSpPr>
          <p:cNvPr id="5" name="Footer Placeholder 4">
            <a:extLst>
              <a:ext uri="{FF2B5EF4-FFF2-40B4-BE49-F238E27FC236}">
                <a16:creationId xmlns:a16="http://schemas.microsoft.com/office/drawing/2014/main" id="{6197ABCB-95D9-ED48-A103-40C48582E6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2008068-89C6-6E3C-7018-6E0D6B0A87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7A1D2A-C534-4B21-B916-97EF92256AB4}" type="slidenum">
              <a:rPr lang="en-US" smtClean="0"/>
              <a:t>‹#›</a:t>
            </a:fld>
            <a:endParaRPr lang="en-US"/>
          </a:p>
        </p:txBody>
      </p:sp>
    </p:spTree>
    <p:extLst>
      <p:ext uri="{BB962C8B-B14F-4D97-AF65-F5344CB8AC3E}">
        <p14:creationId xmlns:p14="http://schemas.microsoft.com/office/powerpoint/2010/main" val="1388869155"/>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73E991B-6544-E9CC-AF6A-F6F9DA343386}"/>
              </a:ext>
            </a:extLst>
          </p:cNvPr>
          <p:cNvSpPr txBox="1"/>
          <p:nvPr/>
        </p:nvSpPr>
        <p:spPr>
          <a:xfrm>
            <a:off x="2743200" y="801189"/>
            <a:ext cx="6583680" cy="923330"/>
          </a:xfrm>
          <a:prstGeom prst="rect">
            <a:avLst/>
          </a:prstGeom>
          <a:noFill/>
        </p:spPr>
        <p:txBody>
          <a:bodyPr wrap="square" rtlCol="0">
            <a:spAutoFit/>
          </a:bodyPr>
          <a:lstStyle/>
          <a:p>
            <a:pPr algn="ctr"/>
            <a:r>
              <a:rPr lang="en-US" sz="5400" b="1" u="sng"/>
              <a:t>your list this week</a:t>
            </a:r>
          </a:p>
        </p:txBody>
      </p:sp>
      <p:sp>
        <p:nvSpPr>
          <p:cNvPr id="5" name="TextBox 4">
            <a:extLst>
              <a:ext uri="{FF2B5EF4-FFF2-40B4-BE49-F238E27FC236}">
                <a16:creationId xmlns:a16="http://schemas.microsoft.com/office/drawing/2014/main" id="{25860DA2-F28F-A2EC-33FF-7D396A2E7252}"/>
              </a:ext>
            </a:extLst>
          </p:cNvPr>
          <p:cNvSpPr txBox="1"/>
          <p:nvPr/>
        </p:nvSpPr>
        <p:spPr>
          <a:xfrm>
            <a:off x="1323703" y="2194560"/>
            <a:ext cx="9666514" cy="1938992"/>
          </a:xfrm>
          <a:prstGeom prst="rect">
            <a:avLst/>
          </a:prstGeom>
          <a:noFill/>
        </p:spPr>
        <p:txBody>
          <a:bodyPr wrap="square" rtlCol="0">
            <a:spAutoFit/>
          </a:bodyPr>
          <a:lstStyle/>
          <a:p>
            <a:pPr marL="285750" indent="-285750">
              <a:buFont typeface="Arial" panose="020B0604020202020204" pitchFamily="34" charset="0"/>
              <a:buChar char="•"/>
            </a:pPr>
            <a:r>
              <a:rPr lang="en-US" sz="2400">
                <a:solidFill>
                  <a:schemeClr val="accent3"/>
                </a:solidFill>
              </a:rPr>
              <a:t>Lesson 8, COUs 1-5 </a:t>
            </a:r>
            <a:r>
              <a:rPr lang="en-US" sz="2400" dirty="0">
                <a:solidFill>
                  <a:schemeClr val="accent3"/>
                </a:solidFill>
              </a:rPr>
              <a:t>due 8pm this </a:t>
            </a:r>
            <a:r>
              <a:rPr lang="en-US" sz="2400">
                <a:solidFill>
                  <a:schemeClr val="accent3"/>
                </a:solidFill>
              </a:rPr>
              <a:t>Friday 4/18.</a:t>
            </a:r>
            <a:br>
              <a:rPr lang="en-US" sz="2400" dirty="0">
                <a:solidFill>
                  <a:schemeClr val="accent3"/>
                </a:solidFill>
              </a:rPr>
            </a:br>
            <a:endParaRPr lang="en-US" sz="2400" dirty="0">
              <a:solidFill>
                <a:schemeClr val="accent3"/>
              </a:solidFill>
            </a:endParaRPr>
          </a:p>
          <a:p>
            <a:pPr marL="285750" indent="-285750">
              <a:buFont typeface="Arial" panose="020B0604020202020204" pitchFamily="34" charset="0"/>
              <a:buChar char="•"/>
            </a:pPr>
            <a:r>
              <a:rPr lang="en-US" sz="2400" dirty="0">
                <a:solidFill>
                  <a:schemeClr val="accent3"/>
                </a:solidFill>
              </a:rPr>
              <a:t>Recitations this week on Thursday and Friday</a:t>
            </a:r>
            <a:br>
              <a:rPr lang="en-US" sz="2400" dirty="0">
                <a:solidFill>
                  <a:schemeClr val="accent3"/>
                </a:solidFill>
              </a:rPr>
            </a:br>
            <a:endParaRPr lang="en-US" sz="2400" dirty="0">
              <a:solidFill>
                <a:schemeClr val="accent3"/>
              </a:solidFill>
            </a:endParaRPr>
          </a:p>
          <a:p>
            <a:pPr marL="285750" indent="-285750">
              <a:buFont typeface="Arial" panose="020B0604020202020204" pitchFamily="34" charset="0"/>
              <a:buChar char="•"/>
            </a:pPr>
            <a:r>
              <a:rPr lang="en-US" sz="2400" dirty="0">
                <a:solidFill>
                  <a:schemeClr val="accent3"/>
                </a:solidFill>
              </a:rPr>
              <a:t>Stu’s office hours Thursday, 2-3:15, Meliora 205</a:t>
            </a:r>
          </a:p>
        </p:txBody>
      </p:sp>
    </p:spTree>
    <p:extLst>
      <p:ext uri="{BB962C8B-B14F-4D97-AF65-F5344CB8AC3E}">
        <p14:creationId xmlns:p14="http://schemas.microsoft.com/office/powerpoint/2010/main" val="12573508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B801D6-C8A5-1726-C2D0-D9D840E74EDD}"/>
              </a:ext>
            </a:extLst>
          </p:cNvPr>
          <p:cNvSpPr txBox="1"/>
          <p:nvPr/>
        </p:nvSpPr>
        <p:spPr>
          <a:xfrm>
            <a:off x="2717800" y="2274838"/>
            <a:ext cx="6756400" cy="2308324"/>
          </a:xfrm>
          <a:prstGeom prst="rect">
            <a:avLst/>
          </a:prstGeom>
          <a:noFill/>
        </p:spPr>
        <p:txBody>
          <a:bodyPr wrap="square" rtlCol="0">
            <a:spAutoFit/>
          </a:bodyPr>
          <a:lstStyle/>
          <a:p>
            <a:pPr algn="ctr"/>
            <a:r>
              <a:rPr lang="en-US" sz="4800" dirty="0"/>
              <a:t>Best Responses</a:t>
            </a:r>
          </a:p>
          <a:p>
            <a:pPr algn="ctr"/>
            <a:r>
              <a:rPr lang="en-US" sz="4800" dirty="0"/>
              <a:t>and</a:t>
            </a:r>
          </a:p>
          <a:p>
            <a:pPr algn="ctr"/>
            <a:r>
              <a:rPr lang="en-US" sz="4800" dirty="0"/>
              <a:t>Nash Equilibrium</a:t>
            </a:r>
          </a:p>
        </p:txBody>
      </p:sp>
    </p:spTree>
    <p:extLst>
      <p:ext uri="{BB962C8B-B14F-4D97-AF65-F5344CB8AC3E}">
        <p14:creationId xmlns:p14="http://schemas.microsoft.com/office/powerpoint/2010/main" val="1469103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3" name="TextBox 2">
            <a:extLst>
              <a:ext uri="{FF2B5EF4-FFF2-40B4-BE49-F238E27FC236}">
                <a16:creationId xmlns:a16="http://schemas.microsoft.com/office/drawing/2014/main" id="{100DF0A1-87C6-FD8F-C886-ECFD19DD39DF}"/>
              </a:ext>
            </a:extLst>
          </p:cNvPr>
          <p:cNvSpPr txBox="1"/>
          <p:nvPr/>
        </p:nvSpPr>
        <p:spPr>
          <a:xfrm>
            <a:off x="827314" y="1341120"/>
            <a:ext cx="10371909" cy="461665"/>
          </a:xfrm>
          <a:prstGeom prst="rect">
            <a:avLst/>
          </a:prstGeom>
          <a:noFill/>
        </p:spPr>
        <p:txBody>
          <a:bodyPr wrap="square" rtlCol="0">
            <a:spAutoFit/>
          </a:bodyPr>
          <a:lstStyle/>
          <a:p>
            <a:r>
              <a:rPr lang="en-US" sz="2400"/>
              <a:t>The </a:t>
            </a:r>
            <a:r>
              <a:rPr lang="en-US" sz="2400" b="1"/>
              <a:t>prisoners dilemma </a:t>
            </a:r>
            <a:r>
              <a:rPr lang="en-US" sz="2400"/>
              <a:t>is a model often used to teach game theory.</a:t>
            </a:r>
          </a:p>
        </p:txBody>
      </p:sp>
    </p:spTree>
    <p:extLst>
      <p:ext uri="{BB962C8B-B14F-4D97-AF65-F5344CB8AC3E}">
        <p14:creationId xmlns:p14="http://schemas.microsoft.com/office/powerpoint/2010/main" val="2430311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3" name="TextBox 2">
            <a:extLst>
              <a:ext uri="{FF2B5EF4-FFF2-40B4-BE49-F238E27FC236}">
                <a16:creationId xmlns:a16="http://schemas.microsoft.com/office/drawing/2014/main" id="{100DF0A1-87C6-FD8F-C886-ECFD19DD39DF}"/>
              </a:ext>
            </a:extLst>
          </p:cNvPr>
          <p:cNvSpPr txBox="1"/>
          <p:nvPr/>
        </p:nvSpPr>
        <p:spPr>
          <a:xfrm>
            <a:off x="827314" y="1341120"/>
            <a:ext cx="10371909" cy="1569660"/>
          </a:xfrm>
          <a:prstGeom prst="rect">
            <a:avLst/>
          </a:prstGeom>
          <a:noFill/>
        </p:spPr>
        <p:txBody>
          <a:bodyPr wrap="square" rtlCol="0">
            <a:spAutoFit/>
          </a:bodyPr>
          <a:lstStyle/>
          <a:p>
            <a:r>
              <a:rPr lang="en-US" sz="2400"/>
              <a:t>The </a:t>
            </a:r>
            <a:r>
              <a:rPr lang="en-US" sz="2400" b="1"/>
              <a:t>prisoners dilemma </a:t>
            </a:r>
            <a:r>
              <a:rPr lang="en-US" sz="2400"/>
              <a:t>is a model often used to teach game theory.</a:t>
            </a:r>
          </a:p>
          <a:p>
            <a:endParaRPr lang="en-US" sz="2400"/>
          </a:p>
          <a:p>
            <a:r>
              <a:rPr lang="en-US" sz="2400"/>
              <a:t>It’s a model that depicts two suspects in a crime (‘Suspect A’ and ‘Suspect B’) held in separate cells, unable to communicate with one another.</a:t>
            </a:r>
          </a:p>
        </p:txBody>
      </p:sp>
    </p:spTree>
    <p:extLst>
      <p:ext uri="{BB962C8B-B14F-4D97-AF65-F5344CB8AC3E}">
        <p14:creationId xmlns:p14="http://schemas.microsoft.com/office/powerpoint/2010/main" val="2526242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3" name="TextBox 2">
            <a:extLst>
              <a:ext uri="{FF2B5EF4-FFF2-40B4-BE49-F238E27FC236}">
                <a16:creationId xmlns:a16="http://schemas.microsoft.com/office/drawing/2014/main" id="{100DF0A1-87C6-FD8F-C886-ECFD19DD39DF}"/>
              </a:ext>
            </a:extLst>
          </p:cNvPr>
          <p:cNvSpPr txBox="1"/>
          <p:nvPr/>
        </p:nvSpPr>
        <p:spPr>
          <a:xfrm>
            <a:off x="827314" y="1341120"/>
            <a:ext cx="10371909" cy="2308324"/>
          </a:xfrm>
          <a:prstGeom prst="rect">
            <a:avLst/>
          </a:prstGeom>
          <a:noFill/>
        </p:spPr>
        <p:txBody>
          <a:bodyPr wrap="square" rtlCol="0">
            <a:spAutoFit/>
          </a:bodyPr>
          <a:lstStyle/>
          <a:p>
            <a:r>
              <a:rPr lang="en-US" sz="2400"/>
              <a:t>The </a:t>
            </a:r>
            <a:r>
              <a:rPr lang="en-US" sz="2400" b="1"/>
              <a:t>prisoners dilemma </a:t>
            </a:r>
            <a:r>
              <a:rPr lang="en-US" sz="2400"/>
              <a:t>is a model often used to teach game theory.</a:t>
            </a:r>
          </a:p>
          <a:p>
            <a:endParaRPr lang="en-US" sz="2400"/>
          </a:p>
          <a:p>
            <a:r>
              <a:rPr lang="en-US" sz="2400"/>
              <a:t>It’s a model that depicts two suspects in a crime (‘Suspect A’ and ‘Suspect B’) held in separate cells, unable to communicate with one another.</a:t>
            </a:r>
          </a:p>
          <a:p>
            <a:endParaRPr lang="en-US" sz="2400"/>
          </a:p>
          <a:p>
            <a:r>
              <a:rPr lang="en-US" sz="2400"/>
              <a:t>Each suspect must choose whether to </a:t>
            </a:r>
            <a:r>
              <a:rPr lang="en-US" sz="2400" i="1"/>
              <a:t>confess</a:t>
            </a:r>
            <a:r>
              <a:rPr lang="en-US" sz="2400"/>
              <a:t> or to </a:t>
            </a:r>
            <a:r>
              <a:rPr lang="en-US" sz="2400" i="1"/>
              <a:t>not confess</a:t>
            </a:r>
            <a:r>
              <a:rPr lang="en-US" sz="2400"/>
              <a:t>.</a:t>
            </a:r>
          </a:p>
        </p:txBody>
      </p:sp>
    </p:spTree>
    <p:extLst>
      <p:ext uri="{BB962C8B-B14F-4D97-AF65-F5344CB8AC3E}">
        <p14:creationId xmlns:p14="http://schemas.microsoft.com/office/powerpoint/2010/main" val="31800803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3" name="TextBox 2">
            <a:extLst>
              <a:ext uri="{FF2B5EF4-FFF2-40B4-BE49-F238E27FC236}">
                <a16:creationId xmlns:a16="http://schemas.microsoft.com/office/drawing/2014/main" id="{100DF0A1-87C6-FD8F-C886-ECFD19DD39DF}"/>
              </a:ext>
            </a:extLst>
          </p:cNvPr>
          <p:cNvSpPr txBox="1"/>
          <p:nvPr/>
        </p:nvSpPr>
        <p:spPr>
          <a:xfrm>
            <a:off x="827314" y="1341120"/>
            <a:ext cx="10371909" cy="4524315"/>
          </a:xfrm>
          <a:prstGeom prst="rect">
            <a:avLst/>
          </a:prstGeom>
          <a:noFill/>
        </p:spPr>
        <p:txBody>
          <a:bodyPr wrap="square" rtlCol="0">
            <a:spAutoFit/>
          </a:bodyPr>
          <a:lstStyle/>
          <a:p>
            <a:r>
              <a:rPr lang="en-US" sz="2400"/>
              <a:t>The </a:t>
            </a:r>
            <a:r>
              <a:rPr lang="en-US" sz="2400" b="1"/>
              <a:t>prisoners dilemma </a:t>
            </a:r>
            <a:r>
              <a:rPr lang="en-US" sz="2400"/>
              <a:t>is a model often used to teach game theory.</a:t>
            </a:r>
          </a:p>
          <a:p>
            <a:endParaRPr lang="en-US" sz="2400"/>
          </a:p>
          <a:p>
            <a:r>
              <a:rPr lang="en-US" sz="2400"/>
              <a:t>It’s a model that depicts two suspects in a crime (‘Suspect A’ and ‘Suspect B’) held in separate cells, unable to communicate with one another.</a:t>
            </a:r>
          </a:p>
          <a:p>
            <a:endParaRPr lang="en-US" sz="2400"/>
          </a:p>
          <a:p>
            <a:r>
              <a:rPr lang="en-US" sz="2400"/>
              <a:t>Each suspect must choose whether to </a:t>
            </a:r>
            <a:r>
              <a:rPr lang="en-US" sz="2400" i="1"/>
              <a:t>confess</a:t>
            </a:r>
            <a:r>
              <a:rPr lang="en-US" sz="2400"/>
              <a:t> or to </a:t>
            </a:r>
            <a:r>
              <a:rPr lang="en-US" sz="2400" i="1"/>
              <a:t>not confess</a:t>
            </a:r>
            <a:r>
              <a:rPr lang="en-US" sz="2400"/>
              <a:t>.</a:t>
            </a:r>
          </a:p>
          <a:p>
            <a:endParaRPr lang="en-US" sz="2400"/>
          </a:p>
          <a:p>
            <a:r>
              <a:rPr lang="en-US" sz="2400"/>
              <a:t>If...</a:t>
            </a:r>
          </a:p>
          <a:p>
            <a:pPr marL="342900" indent="-342900">
              <a:buFont typeface="Arial" panose="020B0604020202020204" pitchFamily="34" charset="0"/>
              <a:buChar char="•"/>
            </a:pPr>
            <a:r>
              <a:rPr lang="en-US" sz="2400">
                <a:solidFill>
                  <a:schemeClr val="tx2"/>
                </a:solidFill>
              </a:rPr>
              <a:t>Neither suspect confesses</a:t>
            </a:r>
            <a:r>
              <a:rPr lang="en-US" sz="2400"/>
              <a:t>, they will </a:t>
            </a:r>
            <a:r>
              <a:rPr lang="en-US" sz="2400">
                <a:solidFill>
                  <a:schemeClr val="tx2"/>
                </a:solidFill>
              </a:rPr>
              <a:t>each get 1 years </a:t>
            </a:r>
            <a:r>
              <a:rPr lang="en-US" sz="2400"/>
              <a:t>in prison.</a:t>
            </a:r>
          </a:p>
          <a:p>
            <a:pPr marL="342900" indent="-342900">
              <a:buFont typeface="Arial" panose="020B0604020202020204" pitchFamily="34" charset="0"/>
              <a:buChar char="•"/>
            </a:pPr>
            <a:r>
              <a:rPr lang="en-US" sz="2400">
                <a:solidFill>
                  <a:schemeClr val="accent3"/>
                </a:solidFill>
              </a:rPr>
              <a:t>Both suspects confess</a:t>
            </a:r>
            <a:r>
              <a:rPr lang="en-US" sz="2400"/>
              <a:t>, they will </a:t>
            </a:r>
            <a:r>
              <a:rPr lang="en-US" sz="2400">
                <a:solidFill>
                  <a:schemeClr val="accent3"/>
                </a:solidFill>
              </a:rPr>
              <a:t>each get 5 years </a:t>
            </a:r>
            <a:r>
              <a:rPr lang="en-US" sz="2400"/>
              <a:t>in prison</a:t>
            </a:r>
          </a:p>
          <a:p>
            <a:pPr marL="342900" indent="-342900">
              <a:buFont typeface="Arial" panose="020B0604020202020204" pitchFamily="34" charset="0"/>
              <a:buChar char="•"/>
            </a:pPr>
            <a:r>
              <a:rPr lang="en-US" sz="2400"/>
              <a:t>If </a:t>
            </a:r>
            <a:r>
              <a:rPr lang="en-US" sz="2400">
                <a:solidFill>
                  <a:schemeClr val="accent4"/>
                </a:solidFill>
              </a:rPr>
              <a:t>one suspect confesses </a:t>
            </a:r>
            <a:r>
              <a:rPr lang="en-US" sz="2400"/>
              <a:t>and the </a:t>
            </a:r>
            <a:r>
              <a:rPr lang="en-US" sz="2400">
                <a:solidFill>
                  <a:schemeClr val="accent5"/>
                </a:solidFill>
              </a:rPr>
              <a:t>other does not confess</a:t>
            </a:r>
            <a:r>
              <a:rPr lang="en-US" sz="2400"/>
              <a:t>, the </a:t>
            </a:r>
            <a:r>
              <a:rPr lang="en-US" sz="2400">
                <a:solidFill>
                  <a:schemeClr val="accent4"/>
                </a:solidFill>
              </a:rPr>
              <a:t>one that confesses gets 0 years</a:t>
            </a:r>
            <a:r>
              <a:rPr lang="en-US" sz="2400"/>
              <a:t> in prison and the </a:t>
            </a:r>
            <a:r>
              <a:rPr lang="en-US" sz="2400">
                <a:solidFill>
                  <a:schemeClr val="accent5"/>
                </a:solidFill>
              </a:rPr>
              <a:t>one that did not confess gets 20 years </a:t>
            </a:r>
            <a:r>
              <a:rPr lang="en-US" sz="2400"/>
              <a:t>in prison.</a:t>
            </a:r>
          </a:p>
        </p:txBody>
      </p:sp>
    </p:spTree>
    <p:extLst>
      <p:ext uri="{BB962C8B-B14F-4D97-AF65-F5344CB8AC3E}">
        <p14:creationId xmlns:p14="http://schemas.microsoft.com/office/powerpoint/2010/main" val="1514480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3" name="TextBox 2">
            <a:extLst>
              <a:ext uri="{FF2B5EF4-FFF2-40B4-BE49-F238E27FC236}">
                <a16:creationId xmlns:a16="http://schemas.microsoft.com/office/drawing/2014/main" id="{100DF0A1-87C6-FD8F-C886-ECFD19DD39DF}"/>
              </a:ext>
            </a:extLst>
          </p:cNvPr>
          <p:cNvSpPr txBox="1"/>
          <p:nvPr/>
        </p:nvSpPr>
        <p:spPr>
          <a:xfrm>
            <a:off x="409303" y="801188"/>
            <a:ext cx="4990013" cy="3046988"/>
          </a:xfrm>
          <a:prstGeom prst="rect">
            <a:avLst/>
          </a:prstGeom>
          <a:noFill/>
        </p:spPr>
        <p:txBody>
          <a:bodyPr wrap="square" rtlCol="0">
            <a:spAutoFit/>
          </a:bodyPr>
          <a:lstStyle/>
          <a:p>
            <a:r>
              <a:rPr lang="en-US" sz="1600"/>
              <a:t>Each suspect must choose whether to </a:t>
            </a:r>
            <a:r>
              <a:rPr lang="en-US" sz="1600" i="1"/>
              <a:t>confess</a:t>
            </a:r>
            <a:r>
              <a:rPr lang="en-US" sz="1600"/>
              <a:t> or to </a:t>
            </a:r>
            <a:r>
              <a:rPr lang="en-US" sz="1600" i="1"/>
              <a:t>not confess</a:t>
            </a:r>
            <a:r>
              <a:rPr lang="en-US" sz="1600"/>
              <a:t>.</a:t>
            </a:r>
          </a:p>
          <a:p>
            <a:endParaRPr lang="en-US" sz="1600"/>
          </a:p>
          <a:p>
            <a:r>
              <a:rPr lang="en-US" sz="1600"/>
              <a:t>If...</a:t>
            </a:r>
          </a:p>
          <a:p>
            <a:pPr marL="342900" indent="-342900">
              <a:buFont typeface="Arial" panose="020B0604020202020204" pitchFamily="34" charset="0"/>
              <a:buChar char="•"/>
            </a:pPr>
            <a:r>
              <a:rPr lang="en-US" sz="1600">
                <a:solidFill>
                  <a:schemeClr val="tx2"/>
                </a:solidFill>
              </a:rPr>
              <a:t>Neither suspect confesses</a:t>
            </a:r>
            <a:r>
              <a:rPr lang="en-US" sz="1600"/>
              <a:t>, they will </a:t>
            </a:r>
            <a:r>
              <a:rPr lang="en-US" sz="1600">
                <a:solidFill>
                  <a:schemeClr val="tx2"/>
                </a:solidFill>
              </a:rPr>
              <a:t>each get 1 year </a:t>
            </a:r>
            <a:r>
              <a:rPr lang="en-US" sz="1600"/>
              <a:t>in prison.</a:t>
            </a:r>
          </a:p>
          <a:p>
            <a:pPr marL="342900" indent="-342900">
              <a:buFont typeface="Arial" panose="020B0604020202020204" pitchFamily="34" charset="0"/>
              <a:buChar char="•"/>
            </a:pPr>
            <a:r>
              <a:rPr lang="en-US" sz="1600">
                <a:solidFill>
                  <a:schemeClr val="accent3"/>
                </a:solidFill>
              </a:rPr>
              <a:t>Both suspects confess</a:t>
            </a:r>
            <a:r>
              <a:rPr lang="en-US" sz="1600"/>
              <a:t>, they will </a:t>
            </a:r>
            <a:r>
              <a:rPr lang="en-US" sz="1600">
                <a:solidFill>
                  <a:schemeClr val="accent3"/>
                </a:solidFill>
              </a:rPr>
              <a:t>each get 5 years </a:t>
            </a:r>
            <a:r>
              <a:rPr lang="en-US" sz="1600"/>
              <a:t>in prison</a:t>
            </a:r>
          </a:p>
          <a:p>
            <a:pPr marL="342900" indent="-342900">
              <a:buFont typeface="Arial" panose="020B0604020202020204" pitchFamily="34" charset="0"/>
              <a:buChar char="•"/>
            </a:pPr>
            <a:r>
              <a:rPr lang="en-US" sz="1600"/>
              <a:t>If </a:t>
            </a:r>
            <a:r>
              <a:rPr lang="en-US" sz="1600">
                <a:solidFill>
                  <a:schemeClr val="accent4"/>
                </a:solidFill>
              </a:rPr>
              <a:t>one suspect confesses </a:t>
            </a:r>
            <a:r>
              <a:rPr lang="en-US" sz="1600"/>
              <a:t>and the </a:t>
            </a:r>
            <a:r>
              <a:rPr lang="en-US" sz="1600">
                <a:solidFill>
                  <a:schemeClr val="accent5"/>
                </a:solidFill>
              </a:rPr>
              <a:t>other does not confess</a:t>
            </a:r>
            <a:r>
              <a:rPr lang="en-US" sz="1600"/>
              <a:t>, the </a:t>
            </a:r>
            <a:r>
              <a:rPr lang="en-US" sz="1600">
                <a:solidFill>
                  <a:schemeClr val="accent4"/>
                </a:solidFill>
              </a:rPr>
              <a:t>one that confesses gets 0 years</a:t>
            </a:r>
            <a:r>
              <a:rPr lang="en-US" sz="1600"/>
              <a:t> in prison and the </a:t>
            </a:r>
            <a:r>
              <a:rPr lang="en-US" sz="1600">
                <a:solidFill>
                  <a:schemeClr val="accent5"/>
                </a:solidFill>
              </a:rPr>
              <a:t>one that did not confess gets 20 years </a:t>
            </a:r>
            <a:r>
              <a:rPr lang="en-US" sz="1600"/>
              <a:t>in prison.</a:t>
            </a:r>
          </a:p>
        </p:txBody>
      </p:sp>
    </p:spTree>
    <p:extLst>
      <p:ext uri="{BB962C8B-B14F-4D97-AF65-F5344CB8AC3E}">
        <p14:creationId xmlns:p14="http://schemas.microsoft.com/office/powerpoint/2010/main" val="3368734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3" name="TextBox 2">
            <a:extLst>
              <a:ext uri="{FF2B5EF4-FFF2-40B4-BE49-F238E27FC236}">
                <a16:creationId xmlns:a16="http://schemas.microsoft.com/office/drawing/2014/main" id="{100DF0A1-87C6-FD8F-C886-ECFD19DD39DF}"/>
              </a:ext>
            </a:extLst>
          </p:cNvPr>
          <p:cNvSpPr txBox="1"/>
          <p:nvPr/>
        </p:nvSpPr>
        <p:spPr>
          <a:xfrm>
            <a:off x="409303" y="801188"/>
            <a:ext cx="4990013" cy="3046988"/>
          </a:xfrm>
          <a:prstGeom prst="rect">
            <a:avLst/>
          </a:prstGeom>
          <a:noFill/>
        </p:spPr>
        <p:txBody>
          <a:bodyPr wrap="square" rtlCol="0">
            <a:spAutoFit/>
          </a:bodyPr>
          <a:lstStyle/>
          <a:p>
            <a:r>
              <a:rPr lang="en-US" sz="1600"/>
              <a:t>Each suspect must choose whether to </a:t>
            </a:r>
            <a:r>
              <a:rPr lang="en-US" sz="1600" i="1"/>
              <a:t>confess</a:t>
            </a:r>
            <a:r>
              <a:rPr lang="en-US" sz="1600"/>
              <a:t> or to </a:t>
            </a:r>
            <a:r>
              <a:rPr lang="en-US" sz="1600" i="1"/>
              <a:t>not confess</a:t>
            </a:r>
            <a:r>
              <a:rPr lang="en-US" sz="1600"/>
              <a:t>.</a:t>
            </a:r>
          </a:p>
          <a:p>
            <a:endParaRPr lang="en-US" sz="1600"/>
          </a:p>
          <a:p>
            <a:r>
              <a:rPr lang="en-US" sz="1600"/>
              <a:t>If...</a:t>
            </a:r>
          </a:p>
          <a:p>
            <a:pPr marL="342900" indent="-342900">
              <a:buFont typeface="Arial" panose="020B0604020202020204" pitchFamily="34" charset="0"/>
              <a:buChar char="•"/>
            </a:pPr>
            <a:r>
              <a:rPr lang="en-US" sz="1600">
                <a:solidFill>
                  <a:schemeClr val="tx2"/>
                </a:solidFill>
              </a:rPr>
              <a:t>Neither suspect confesses</a:t>
            </a:r>
            <a:r>
              <a:rPr lang="en-US" sz="1600"/>
              <a:t>, they will </a:t>
            </a:r>
            <a:r>
              <a:rPr lang="en-US" sz="1600">
                <a:solidFill>
                  <a:schemeClr val="tx2"/>
                </a:solidFill>
              </a:rPr>
              <a:t>each get 1 year </a:t>
            </a:r>
            <a:r>
              <a:rPr lang="en-US" sz="1600"/>
              <a:t>in prison.</a:t>
            </a:r>
          </a:p>
          <a:p>
            <a:pPr marL="342900" indent="-342900">
              <a:buFont typeface="Arial" panose="020B0604020202020204" pitchFamily="34" charset="0"/>
              <a:buChar char="•"/>
            </a:pPr>
            <a:r>
              <a:rPr lang="en-US" sz="1600">
                <a:solidFill>
                  <a:schemeClr val="accent3"/>
                </a:solidFill>
              </a:rPr>
              <a:t>Both suspects confess</a:t>
            </a:r>
            <a:r>
              <a:rPr lang="en-US" sz="1600"/>
              <a:t>, they will </a:t>
            </a:r>
            <a:r>
              <a:rPr lang="en-US" sz="1600">
                <a:solidFill>
                  <a:schemeClr val="accent3"/>
                </a:solidFill>
              </a:rPr>
              <a:t>each get 5 years </a:t>
            </a:r>
            <a:r>
              <a:rPr lang="en-US" sz="1600"/>
              <a:t>in prison</a:t>
            </a:r>
          </a:p>
          <a:p>
            <a:pPr marL="342900" indent="-342900">
              <a:buFont typeface="Arial" panose="020B0604020202020204" pitchFamily="34" charset="0"/>
              <a:buChar char="•"/>
            </a:pPr>
            <a:r>
              <a:rPr lang="en-US" sz="1600"/>
              <a:t>If </a:t>
            </a:r>
            <a:r>
              <a:rPr lang="en-US" sz="1600">
                <a:solidFill>
                  <a:schemeClr val="accent4"/>
                </a:solidFill>
              </a:rPr>
              <a:t>one suspect confesses </a:t>
            </a:r>
            <a:r>
              <a:rPr lang="en-US" sz="1600"/>
              <a:t>and the </a:t>
            </a:r>
            <a:r>
              <a:rPr lang="en-US" sz="1600">
                <a:solidFill>
                  <a:schemeClr val="accent5"/>
                </a:solidFill>
              </a:rPr>
              <a:t>other does not confess</a:t>
            </a:r>
            <a:r>
              <a:rPr lang="en-US" sz="1600"/>
              <a:t>, the </a:t>
            </a:r>
            <a:r>
              <a:rPr lang="en-US" sz="1600">
                <a:solidFill>
                  <a:schemeClr val="accent4"/>
                </a:solidFill>
              </a:rPr>
              <a:t>one that confesses gets 0 years</a:t>
            </a:r>
            <a:r>
              <a:rPr lang="en-US" sz="1600"/>
              <a:t> in prison and the </a:t>
            </a:r>
            <a:r>
              <a:rPr lang="en-US" sz="1600">
                <a:solidFill>
                  <a:schemeClr val="accent5"/>
                </a:solidFill>
              </a:rPr>
              <a:t>one that did not confess gets 20 years </a:t>
            </a:r>
            <a:r>
              <a:rPr lang="en-US" sz="1600"/>
              <a:t>in prison.</a:t>
            </a:r>
          </a:p>
        </p:txBody>
      </p:sp>
      <p:sp>
        <p:nvSpPr>
          <p:cNvPr id="4" name="TextBox 3">
            <a:extLst>
              <a:ext uri="{FF2B5EF4-FFF2-40B4-BE49-F238E27FC236}">
                <a16:creationId xmlns:a16="http://schemas.microsoft.com/office/drawing/2014/main" id="{CB1811F1-ABFB-561C-D136-BBCF6BE4FAF6}"/>
              </a:ext>
            </a:extLst>
          </p:cNvPr>
          <p:cNvSpPr txBox="1"/>
          <p:nvPr/>
        </p:nvSpPr>
        <p:spPr>
          <a:xfrm>
            <a:off x="409303" y="4378847"/>
            <a:ext cx="4920343" cy="14773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b="1"/>
              <a:t>Prompt A: Write a matrix form of the Prisoner’s Dilemma, in which each suspect chooses to confess or to not confess and each suspect’s payoff is the negative number of years she gets in prison.</a:t>
            </a:r>
          </a:p>
        </p:txBody>
      </p:sp>
    </p:spTree>
    <p:extLst>
      <p:ext uri="{BB962C8B-B14F-4D97-AF65-F5344CB8AC3E}">
        <p14:creationId xmlns:p14="http://schemas.microsoft.com/office/powerpoint/2010/main" val="3937666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3" name="TextBox 2">
            <a:extLst>
              <a:ext uri="{FF2B5EF4-FFF2-40B4-BE49-F238E27FC236}">
                <a16:creationId xmlns:a16="http://schemas.microsoft.com/office/drawing/2014/main" id="{100DF0A1-87C6-FD8F-C886-ECFD19DD39DF}"/>
              </a:ext>
            </a:extLst>
          </p:cNvPr>
          <p:cNvSpPr txBox="1"/>
          <p:nvPr/>
        </p:nvSpPr>
        <p:spPr>
          <a:xfrm>
            <a:off x="409303" y="801188"/>
            <a:ext cx="4990013" cy="3046988"/>
          </a:xfrm>
          <a:prstGeom prst="rect">
            <a:avLst/>
          </a:prstGeom>
          <a:noFill/>
        </p:spPr>
        <p:txBody>
          <a:bodyPr wrap="square" rtlCol="0">
            <a:spAutoFit/>
          </a:bodyPr>
          <a:lstStyle/>
          <a:p>
            <a:r>
              <a:rPr lang="en-US" sz="1600"/>
              <a:t>Each suspect must choose whether to </a:t>
            </a:r>
            <a:r>
              <a:rPr lang="en-US" sz="1600" i="1"/>
              <a:t>confess</a:t>
            </a:r>
            <a:r>
              <a:rPr lang="en-US" sz="1600"/>
              <a:t> or to </a:t>
            </a:r>
            <a:r>
              <a:rPr lang="en-US" sz="1600" i="1"/>
              <a:t>not confess</a:t>
            </a:r>
            <a:r>
              <a:rPr lang="en-US" sz="1600"/>
              <a:t>.</a:t>
            </a:r>
          </a:p>
          <a:p>
            <a:endParaRPr lang="en-US" sz="1600"/>
          </a:p>
          <a:p>
            <a:r>
              <a:rPr lang="en-US" sz="1600"/>
              <a:t>If...</a:t>
            </a:r>
          </a:p>
          <a:p>
            <a:pPr marL="342900" indent="-342900">
              <a:buFont typeface="Arial" panose="020B0604020202020204" pitchFamily="34" charset="0"/>
              <a:buChar char="•"/>
            </a:pPr>
            <a:r>
              <a:rPr lang="en-US" sz="1600">
                <a:solidFill>
                  <a:schemeClr val="tx2"/>
                </a:solidFill>
              </a:rPr>
              <a:t>Neither suspect confesses</a:t>
            </a:r>
            <a:r>
              <a:rPr lang="en-US" sz="1600"/>
              <a:t>, they will </a:t>
            </a:r>
            <a:r>
              <a:rPr lang="en-US" sz="1600">
                <a:solidFill>
                  <a:schemeClr val="tx2"/>
                </a:solidFill>
              </a:rPr>
              <a:t>each get 1 year </a:t>
            </a:r>
            <a:r>
              <a:rPr lang="en-US" sz="1600"/>
              <a:t>in prison.</a:t>
            </a:r>
          </a:p>
          <a:p>
            <a:pPr marL="342900" indent="-342900">
              <a:buFont typeface="Arial" panose="020B0604020202020204" pitchFamily="34" charset="0"/>
              <a:buChar char="•"/>
            </a:pPr>
            <a:r>
              <a:rPr lang="en-US" sz="1600">
                <a:solidFill>
                  <a:schemeClr val="accent3"/>
                </a:solidFill>
              </a:rPr>
              <a:t>Both suspects confess</a:t>
            </a:r>
            <a:r>
              <a:rPr lang="en-US" sz="1600"/>
              <a:t>, they will </a:t>
            </a:r>
            <a:r>
              <a:rPr lang="en-US" sz="1600">
                <a:solidFill>
                  <a:schemeClr val="accent3"/>
                </a:solidFill>
              </a:rPr>
              <a:t>each get 5 years </a:t>
            </a:r>
            <a:r>
              <a:rPr lang="en-US" sz="1600"/>
              <a:t>in prison</a:t>
            </a:r>
          </a:p>
          <a:p>
            <a:pPr marL="342900" indent="-342900">
              <a:buFont typeface="Arial" panose="020B0604020202020204" pitchFamily="34" charset="0"/>
              <a:buChar char="•"/>
            </a:pPr>
            <a:r>
              <a:rPr lang="en-US" sz="1600"/>
              <a:t>If </a:t>
            </a:r>
            <a:r>
              <a:rPr lang="en-US" sz="1600">
                <a:solidFill>
                  <a:schemeClr val="accent4"/>
                </a:solidFill>
              </a:rPr>
              <a:t>one suspect confesses </a:t>
            </a:r>
            <a:r>
              <a:rPr lang="en-US" sz="1600"/>
              <a:t>and the </a:t>
            </a:r>
            <a:r>
              <a:rPr lang="en-US" sz="1600">
                <a:solidFill>
                  <a:schemeClr val="accent5"/>
                </a:solidFill>
              </a:rPr>
              <a:t>other does not confess</a:t>
            </a:r>
            <a:r>
              <a:rPr lang="en-US" sz="1600"/>
              <a:t>, the </a:t>
            </a:r>
            <a:r>
              <a:rPr lang="en-US" sz="1600">
                <a:solidFill>
                  <a:schemeClr val="accent4"/>
                </a:solidFill>
              </a:rPr>
              <a:t>one that confesses gets 0 years</a:t>
            </a:r>
            <a:r>
              <a:rPr lang="en-US" sz="1600"/>
              <a:t> in prison and the </a:t>
            </a:r>
            <a:r>
              <a:rPr lang="en-US" sz="1600">
                <a:solidFill>
                  <a:schemeClr val="accent5"/>
                </a:solidFill>
              </a:rPr>
              <a:t>one that did not confess gets 20 years </a:t>
            </a:r>
            <a:r>
              <a:rPr lang="en-US" sz="1600"/>
              <a:t>in prison.</a:t>
            </a:r>
          </a:p>
        </p:txBody>
      </p:sp>
      <p:sp>
        <p:nvSpPr>
          <p:cNvPr id="4" name="TextBox 3">
            <a:extLst>
              <a:ext uri="{FF2B5EF4-FFF2-40B4-BE49-F238E27FC236}">
                <a16:creationId xmlns:a16="http://schemas.microsoft.com/office/drawing/2014/main" id="{CB1811F1-ABFB-561C-D136-BBCF6BE4FAF6}"/>
              </a:ext>
            </a:extLst>
          </p:cNvPr>
          <p:cNvSpPr txBox="1"/>
          <p:nvPr/>
        </p:nvSpPr>
        <p:spPr>
          <a:xfrm>
            <a:off x="409303" y="4378847"/>
            <a:ext cx="4920343" cy="14773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b="1"/>
              <a:t>Prompt A: Write a matrix form of the Prisoner’s Dilemma, in which each suspect chooses to confess or to not confess and each suspect’s payoff is the negative number of years she gets in prison.</a:t>
            </a:r>
          </a:p>
        </p:txBody>
      </p:sp>
      <p:sp>
        <p:nvSpPr>
          <p:cNvPr id="5" name="Rectangle 4">
            <a:extLst>
              <a:ext uri="{FF2B5EF4-FFF2-40B4-BE49-F238E27FC236}">
                <a16:creationId xmlns:a16="http://schemas.microsoft.com/office/drawing/2014/main" id="{448E35C2-8034-295E-1F56-C06FB485B507}"/>
              </a:ext>
            </a:extLst>
          </p:cNvPr>
          <p:cNvSpPr/>
          <p:nvPr/>
        </p:nvSpPr>
        <p:spPr>
          <a:xfrm>
            <a:off x="7916091" y="1611086"/>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9771017" y="1611086"/>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7916091" y="3435532"/>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8760821" y="470263"/>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5769430" y="3365863"/>
            <a:ext cx="2185852" cy="369332"/>
          </a:xfrm>
          <a:prstGeom prst="rect">
            <a:avLst/>
          </a:prstGeom>
          <a:noFill/>
        </p:spPr>
        <p:txBody>
          <a:bodyPr wrap="square" rtlCol="0">
            <a:spAutoFit/>
          </a:bodyPr>
          <a:lstStyle/>
          <a:p>
            <a:pPr algn="ctr"/>
            <a:r>
              <a:rPr lang="en-US">
                <a:solidFill>
                  <a:schemeClr val="accent3"/>
                </a:solidFill>
              </a:rPr>
              <a:t>suspect B</a:t>
            </a:r>
          </a:p>
        </p:txBody>
      </p:sp>
    </p:spTree>
    <p:extLst>
      <p:ext uri="{BB962C8B-B14F-4D97-AF65-F5344CB8AC3E}">
        <p14:creationId xmlns:p14="http://schemas.microsoft.com/office/powerpoint/2010/main" val="41310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3" name="TextBox 2">
            <a:extLst>
              <a:ext uri="{FF2B5EF4-FFF2-40B4-BE49-F238E27FC236}">
                <a16:creationId xmlns:a16="http://schemas.microsoft.com/office/drawing/2014/main" id="{100DF0A1-87C6-FD8F-C886-ECFD19DD39DF}"/>
              </a:ext>
            </a:extLst>
          </p:cNvPr>
          <p:cNvSpPr txBox="1"/>
          <p:nvPr/>
        </p:nvSpPr>
        <p:spPr>
          <a:xfrm>
            <a:off x="409303" y="801188"/>
            <a:ext cx="4990013" cy="3046988"/>
          </a:xfrm>
          <a:prstGeom prst="rect">
            <a:avLst/>
          </a:prstGeom>
          <a:noFill/>
        </p:spPr>
        <p:txBody>
          <a:bodyPr wrap="square" rtlCol="0">
            <a:spAutoFit/>
          </a:bodyPr>
          <a:lstStyle/>
          <a:p>
            <a:r>
              <a:rPr lang="en-US" sz="1600"/>
              <a:t>Each suspect must choose whether to </a:t>
            </a:r>
            <a:r>
              <a:rPr lang="en-US" sz="1600" i="1"/>
              <a:t>confess</a:t>
            </a:r>
            <a:r>
              <a:rPr lang="en-US" sz="1600"/>
              <a:t> or to </a:t>
            </a:r>
            <a:r>
              <a:rPr lang="en-US" sz="1600" i="1"/>
              <a:t>not confess</a:t>
            </a:r>
            <a:r>
              <a:rPr lang="en-US" sz="1600"/>
              <a:t>.</a:t>
            </a:r>
          </a:p>
          <a:p>
            <a:endParaRPr lang="en-US" sz="1600"/>
          </a:p>
          <a:p>
            <a:r>
              <a:rPr lang="en-US" sz="1600"/>
              <a:t>If...</a:t>
            </a:r>
          </a:p>
          <a:p>
            <a:pPr marL="342900" indent="-342900">
              <a:buFont typeface="Arial" panose="020B0604020202020204" pitchFamily="34" charset="0"/>
              <a:buChar char="•"/>
            </a:pPr>
            <a:r>
              <a:rPr lang="en-US" sz="1600">
                <a:solidFill>
                  <a:schemeClr val="tx2"/>
                </a:solidFill>
              </a:rPr>
              <a:t>Neither suspect confesses</a:t>
            </a:r>
            <a:r>
              <a:rPr lang="en-US" sz="1600"/>
              <a:t>, they will </a:t>
            </a:r>
            <a:r>
              <a:rPr lang="en-US" sz="1600">
                <a:solidFill>
                  <a:schemeClr val="tx2"/>
                </a:solidFill>
              </a:rPr>
              <a:t>each get 1 year </a:t>
            </a:r>
            <a:r>
              <a:rPr lang="en-US" sz="1600"/>
              <a:t>in prison.</a:t>
            </a:r>
          </a:p>
          <a:p>
            <a:pPr marL="342900" indent="-342900">
              <a:buFont typeface="Arial" panose="020B0604020202020204" pitchFamily="34" charset="0"/>
              <a:buChar char="•"/>
            </a:pPr>
            <a:r>
              <a:rPr lang="en-US" sz="1600">
                <a:solidFill>
                  <a:schemeClr val="accent3"/>
                </a:solidFill>
              </a:rPr>
              <a:t>Both suspects confess</a:t>
            </a:r>
            <a:r>
              <a:rPr lang="en-US" sz="1600"/>
              <a:t>, they will </a:t>
            </a:r>
            <a:r>
              <a:rPr lang="en-US" sz="1600">
                <a:solidFill>
                  <a:schemeClr val="accent3"/>
                </a:solidFill>
              </a:rPr>
              <a:t>each get 5 years </a:t>
            </a:r>
            <a:r>
              <a:rPr lang="en-US" sz="1600"/>
              <a:t>in prison</a:t>
            </a:r>
          </a:p>
          <a:p>
            <a:pPr marL="342900" indent="-342900">
              <a:buFont typeface="Arial" panose="020B0604020202020204" pitchFamily="34" charset="0"/>
              <a:buChar char="•"/>
            </a:pPr>
            <a:r>
              <a:rPr lang="en-US" sz="1600"/>
              <a:t>If </a:t>
            </a:r>
            <a:r>
              <a:rPr lang="en-US" sz="1600">
                <a:solidFill>
                  <a:schemeClr val="accent4"/>
                </a:solidFill>
              </a:rPr>
              <a:t>one suspect confesses </a:t>
            </a:r>
            <a:r>
              <a:rPr lang="en-US" sz="1600"/>
              <a:t>and the </a:t>
            </a:r>
            <a:r>
              <a:rPr lang="en-US" sz="1600">
                <a:solidFill>
                  <a:schemeClr val="accent5"/>
                </a:solidFill>
              </a:rPr>
              <a:t>other does not confess</a:t>
            </a:r>
            <a:r>
              <a:rPr lang="en-US" sz="1600"/>
              <a:t>, the </a:t>
            </a:r>
            <a:r>
              <a:rPr lang="en-US" sz="1600">
                <a:solidFill>
                  <a:schemeClr val="accent4"/>
                </a:solidFill>
              </a:rPr>
              <a:t>one that confesses gets 0 years</a:t>
            </a:r>
            <a:r>
              <a:rPr lang="en-US" sz="1600"/>
              <a:t> in prison and the </a:t>
            </a:r>
            <a:r>
              <a:rPr lang="en-US" sz="1600">
                <a:solidFill>
                  <a:schemeClr val="accent5"/>
                </a:solidFill>
              </a:rPr>
              <a:t>one that did not confess gets 20 years </a:t>
            </a:r>
            <a:r>
              <a:rPr lang="en-US" sz="1600"/>
              <a:t>in prison.</a:t>
            </a:r>
          </a:p>
        </p:txBody>
      </p:sp>
      <p:sp>
        <p:nvSpPr>
          <p:cNvPr id="4" name="TextBox 3">
            <a:extLst>
              <a:ext uri="{FF2B5EF4-FFF2-40B4-BE49-F238E27FC236}">
                <a16:creationId xmlns:a16="http://schemas.microsoft.com/office/drawing/2014/main" id="{CB1811F1-ABFB-561C-D136-BBCF6BE4FAF6}"/>
              </a:ext>
            </a:extLst>
          </p:cNvPr>
          <p:cNvSpPr txBox="1"/>
          <p:nvPr/>
        </p:nvSpPr>
        <p:spPr>
          <a:xfrm>
            <a:off x="409303" y="4378847"/>
            <a:ext cx="4920343" cy="14773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b="1"/>
              <a:t>Prompt A: Write a matrix form of the Prisoner’s Dilemma, in which each suspect chooses to confess or to not confess and each suspect’s payoff is the negative number of years she gets in prison.</a:t>
            </a:r>
          </a:p>
        </p:txBody>
      </p:sp>
      <p:sp>
        <p:nvSpPr>
          <p:cNvPr id="5" name="Rectangle 4">
            <a:extLst>
              <a:ext uri="{FF2B5EF4-FFF2-40B4-BE49-F238E27FC236}">
                <a16:creationId xmlns:a16="http://schemas.microsoft.com/office/drawing/2014/main" id="{448E35C2-8034-295E-1F56-C06FB485B507}"/>
              </a:ext>
            </a:extLst>
          </p:cNvPr>
          <p:cNvSpPr/>
          <p:nvPr/>
        </p:nvSpPr>
        <p:spPr>
          <a:xfrm>
            <a:off x="7916091" y="1611086"/>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9771017" y="1611086"/>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7916091" y="3435532"/>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8678091" y="741008"/>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072328" y="3348446"/>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7737563" y="1176047"/>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9596845" y="1176047"/>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6608015" y="238218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6644637" y="4106483"/>
            <a:ext cx="2185852" cy="369332"/>
          </a:xfrm>
          <a:prstGeom prst="rect">
            <a:avLst/>
          </a:prstGeom>
          <a:noFill/>
        </p:spPr>
        <p:txBody>
          <a:bodyPr wrap="square" rtlCol="0">
            <a:spAutoFit/>
          </a:bodyPr>
          <a:lstStyle/>
          <a:p>
            <a:pPr algn="ctr"/>
            <a:r>
              <a:rPr lang="en-US">
                <a:solidFill>
                  <a:schemeClr val="accent3"/>
                </a:solidFill>
              </a:rPr>
              <a:t>confess</a:t>
            </a:r>
          </a:p>
        </p:txBody>
      </p:sp>
    </p:spTree>
    <p:extLst>
      <p:ext uri="{BB962C8B-B14F-4D97-AF65-F5344CB8AC3E}">
        <p14:creationId xmlns:p14="http://schemas.microsoft.com/office/powerpoint/2010/main" val="1594104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3" name="TextBox 2">
            <a:extLst>
              <a:ext uri="{FF2B5EF4-FFF2-40B4-BE49-F238E27FC236}">
                <a16:creationId xmlns:a16="http://schemas.microsoft.com/office/drawing/2014/main" id="{100DF0A1-87C6-FD8F-C886-ECFD19DD39DF}"/>
              </a:ext>
            </a:extLst>
          </p:cNvPr>
          <p:cNvSpPr txBox="1"/>
          <p:nvPr/>
        </p:nvSpPr>
        <p:spPr>
          <a:xfrm>
            <a:off x="409303" y="801188"/>
            <a:ext cx="4990013" cy="3046988"/>
          </a:xfrm>
          <a:prstGeom prst="rect">
            <a:avLst/>
          </a:prstGeom>
          <a:noFill/>
        </p:spPr>
        <p:txBody>
          <a:bodyPr wrap="square" rtlCol="0">
            <a:spAutoFit/>
          </a:bodyPr>
          <a:lstStyle/>
          <a:p>
            <a:r>
              <a:rPr lang="en-US" sz="1600"/>
              <a:t>Each suspect must choose whether to </a:t>
            </a:r>
            <a:r>
              <a:rPr lang="en-US" sz="1600" i="1"/>
              <a:t>confess</a:t>
            </a:r>
            <a:r>
              <a:rPr lang="en-US" sz="1600"/>
              <a:t> or to </a:t>
            </a:r>
            <a:r>
              <a:rPr lang="en-US" sz="1600" i="1"/>
              <a:t>not confess</a:t>
            </a:r>
            <a:r>
              <a:rPr lang="en-US" sz="1600"/>
              <a:t>.</a:t>
            </a:r>
          </a:p>
          <a:p>
            <a:endParaRPr lang="en-US" sz="1600"/>
          </a:p>
          <a:p>
            <a:r>
              <a:rPr lang="en-US" sz="1600"/>
              <a:t>If...</a:t>
            </a:r>
          </a:p>
          <a:p>
            <a:pPr marL="342900" indent="-342900">
              <a:buFont typeface="Arial" panose="020B0604020202020204" pitchFamily="34" charset="0"/>
              <a:buChar char="•"/>
            </a:pPr>
            <a:r>
              <a:rPr lang="en-US" sz="1600">
                <a:solidFill>
                  <a:schemeClr val="tx2"/>
                </a:solidFill>
              </a:rPr>
              <a:t>Neither suspect confesses</a:t>
            </a:r>
            <a:r>
              <a:rPr lang="en-US" sz="1600"/>
              <a:t>, they will </a:t>
            </a:r>
            <a:r>
              <a:rPr lang="en-US" sz="1600">
                <a:solidFill>
                  <a:schemeClr val="tx2"/>
                </a:solidFill>
              </a:rPr>
              <a:t>each get 1 year </a:t>
            </a:r>
            <a:r>
              <a:rPr lang="en-US" sz="1600"/>
              <a:t>in prison.</a:t>
            </a:r>
          </a:p>
          <a:p>
            <a:pPr marL="342900" indent="-342900">
              <a:buFont typeface="Arial" panose="020B0604020202020204" pitchFamily="34" charset="0"/>
              <a:buChar char="•"/>
            </a:pPr>
            <a:r>
              <a:rPr lang="en-US" sz="1600">
                <a:solidFill>
                  <a:schemeClr val="accent3"/>
                </a:solidFill>
              </a:rPr>
              <a:t>Both suspects confess</a:t>
            </a:r>
            <a:r>
              <a:rPr lang="en-US" sz="1600"/>
              <a:t>, they will </a:t>
            </a:r>
            <a:r>
              <a:rPr lang="en-US" sz="1600">
                <a:solidFill>
                  <a:schemeClr val="accent3"/>
                </a:solidFill>
              </a:rPr>
              <a:t>each get 5 years </a:t>
            </a:r>
            <a:r>
              <a:rPr lang="en-US" sz="1600"/>
              <a:t>in prison</a:t>
            </a:r>
          </a:p>
          <a:p>
            <a:pPr marL="342900" indent="-342900">
              <a:buFont typeface="Arial" panose="020B0604020202020204" pitchFamily="34" charset="0"/>
              <a:buChar char="•"/>
            </a:pPr>
            <a:r>
              <a:rPr lang="en-US" sz="1600"/>
              <a:t>If </a:t>
            </a:r>
            <a:r>
              <a:rPr lang="en-US" sz="1600">
                <a:solidFill>
                  <a:schemeClr val="accent4"/>
                </a:solidFill>
              </a:rPr>
              <a:t>one suspect confesses </a:t>
            </a:r>
            <a:r>
              <a:rPr lang="en-US" sz="1600"/>
              <a:t>and the </a:t>
            </a:r>
            <a:r>
              <a:rPr lang="en-US" sz="1600">
                <a:solidFill>
                  <a:schemeClr val="accent5"/>
                </a:solidFill>
              </a:rPr>
              <a:t>other does not confess</a:t>
            </a:r>
            <a:r>
              <a:rPr lang="en-US" sz="1600"/>
              <a:t>, the </a:t>
            </a:r>
            <a:r>
              <a:rPr lang="en-US" sz="1600">
                <a:solidFill>
                  <a:schemeClr val="accent4"/>
                </a:solidFill>
              </a:rPr>
              <a:t>one that confesses gets 0 years</a:t>
            </a:r>
            <a:r>
              <a:rPr lang="en-US" sz="1600"/>
              <a:t> in prison and the </a:t>
            </a:r>
            <a:r>
              <a:rPr lang="en-US" sz="1600">
                <a:solidFill>
                  <a:schemeClr val="accent5"/>
                </a:solidFill>
              </a:rPr>
              <a:t>one that did not confess gets 20 years </a:t>
            </a:r>
            <a:r>
              <a:rPr lang="en-US" sz="1600"/>
              <a:t>in prison.</a:t>
            </a:r>
          </a:p>
        </p:txBody>
      </p:sp>
      <p:sp>
        <p:nvSpPr>
          <p:cNvPr id="4" name="TextBox 3">
            <a:extLst>
              <a:ext uri="{FF2B5EF4-FFF2-40B4-BE49-F238E27FC236}">
                <a16:creationId xmlns:a16="http://schemas.microsoft.com/office/drawing/2014/main" id="{CB1811F1-ABFB-561C-D136-BBCF6BE4FAF6}"/>
              </a:ext>
            </a:extLst>
          </p:cNvPr>
          <p:cNvSpPr txBox="1"/>
          <p:nvPr/>
        </p:nvSpPr>
        <p:spPr>
          <a:xfrm>
            <a:off x="409303" y="4378847"/>
            <a:ext cx="4920343" cy="14773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b="1"/>
              <a:t>Prompt A: Write a matrix form of the Prisoner’s Dilemma, in which each suspect chooses to confess or to not confess and each suspect’s payoff is the negative number of years she gets in prison.</a:t>
            </a:r>
          </a:p>
        </p:txBody>
      </p:sp>
      <p:sp>
        <p:nvSpPr>
          <p:cNvPr id="5" name="Rectangle 4">
            <a:extLst>
              <a:ext uri="{FF2B5EF4-FFF2-40B4-BE49-F238E27FC236}">
                <a16:creationId xmlns:a16="http://schemas.microsoft.com/office/drawing/2014/main" id="{448E35C2-8034-295E-1F56-C06FB485B507}"/>
              </a:ext>
            </a:extLst>
          </p:cNvPr>
          <p:cNvSpPr/>
          <p:nvPr/>
        </p:nvSpPr>
        <p:spPr>
          <a:xfrm>
            <a:off x="7916091" y="1611086"/>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9771017" y="1611086"/>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7916091" y="3435532"/>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8678091" y="741008"/>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072328" y="3348446"/>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7737563" y="1176047"/>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9596845" y="1176047"/>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6608015" y="238218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6644637" y="4106483"/>
            <a:ext cx="2185852" cy="369332"/>
          </a:xfrm>
          <a:prstGeom prst="rect">
            <a:avLst/>
          </a:prstGeom>
          <a:noFill/>
        </p:spPr>
        <p:txBody>
          <a:bodyPr wrap="square" rtlCol="0">
            <a:spAutoFit/>
          </a:bodyPr>
          <a:lstStyle/>
          <a:p>
            <a:pPr algn="ctr"/>
            <a:r>
              <a:rPr lang="en-US">
                <a:solidFill>
                  <a:schemeClr val="accent3"/>
                </a:solidFill>
              </a:rPr>
              <a:t>confess</a:t>
            </a:r>
          </a:p>
        </p:txBody>
      </p:sp>
      <p:sp>
        <p:nvSpPr>
          <p:cNvPr id="14" name="TextBox 13">
            <a:extLst>
              <a:ext uri="{FF2B5EF4-FFF2-40B4-BE49-F238E27FC236}">
                <a16:creationId xmlns:a16="http://schemas.microsoft.com/office/drawing/2014/main" id="{6C33343E-70F8-3DE9-9A54-3A1388F603E6}"/>
              </a:ext>
            </a:extLst>
          </p:cNvPr>
          <p:cNvSpPr txBox="1"/>
          <p:nvPr/>
        </p:nvSpPr>
        <p:spPr>
          <a:xfrm>
            <a:off x="8355871" y="2333897"/>
            <a:ext cx="1001484" cy="369332"/>
          </a:xfrm>
          <a:prstGeom prst="rect">
            <a:avLst/>
          </a:prstGeom>
          <a:noFill/>
        </p:spPr>
        <p:txBody>
          <a:bodyPr wrap="square" rtlCol="0">
            <a:spAutoFit/>
          </a:bodyPr>
          <a:lstStyle/>
          <a:p>
            <a:pPr algn="ctr"/>
            <a:r>
              <a:rPr lang="en-US"/>
              <a:t>(-1,-1)</a:t>
            </a:r>
          </a:p>
        </p:txBody>
      </p:sp>
      <p:sp>
        <p:nvSpPr>
          <p:cNvPr id="15" name="Rectangle 14">
            <a:extLst>
              <a:ext uri="{FF2B5EF4-FFF2-40B4-BE49-F238E27FC236}">
                <a16:creationId xmlns:a16="http://schemas.microsoft.com/office/drawing/2014/main" id="{301B2F3C-B65A-1D12-6FF5-22B414627F5C}"/>
              </a:ext>
            </a:extLst>
          </p:cNvPr>
          <p:cNvSpPr/>
          <p:nvPr/>
        </p:nvSpPr>
        <p:spPr>
          <a:xfrm>
            <a:off x="618309" y="1759131"/>
            <a:ext cx="4711337" cy="574766"/>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4719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3" name="TextBox 2">
            <a:extLst>
              <a:ext uri="{FF2B5EF4-FFF2-40B4-BE49-F238E27FC236}">
                <a16:creationId xmlns:a16="http://schemas.microsoft.com/office/drawing/2014/main" id="{100DF0A1-87C6-FD8F-C886-ECFD19DD39DF}"/>
              </a:ext>
            </a:extLst>
          </p:cNvPr>
          <p:cNvSpPr txBox="1"/>
          <p:nvPr/>
        </p:nvSpPr>
        <p:spPr>
          <a:xfrm>
            <a:off x="409303" y="801188"/>
            <a:ext cx="4990013" cy="3046988"/>
          </a:xfrm>
          <a:prstGeom prst="rect">
            <a:avLst/>
          </a:prstGeom>
          <a:noFill/>
        </p:spPr>
        <p:txBody>
          <a:bodyPr wrap="square" rtlCol="0">
            <a:spAutoFit/>
          </a:bodyPr>
          <a:lstStyle/>
          <a:p>
            <a:r>
              <a:rPr lang="en-US" sz="1600"/>
              <a:t>Each suspect must choose whether to </a:t>
            </a:r>
            <a:r>
              <a:rPr lang="en-US" sz="1600" i="1"/>
              <a:t>confess</a:t>
            </a:r>
            <a:r>
              <a:rPr lang="en-US" sz="1600"/>
              <a:t> or to </a:t>
            </a:r>
            <a:r>
              <a:rPr lang="en-US" sz="1600" i="1"/>
              <a:t>not confess</a:t>
            </a:r>
            <a:r>
              <a:rPr lang="en-US" sz="1600"/>
              <a:t>.</a:t>
            </a:r>
          </a:p>
          <a:p>
            <a:endParaRPr lang="en-US" sz="1600"/>
          </a:p>
          <a:p>
            <a:r>
              <a:rPr lang="en-US" sz="1600"/>
              <a:t>If...</a:t>
            </a:r>
          </a:p>
          <a:p>
            <a:pPr marL="342900" indent="-342900">
              <a:buFont typeface="Arial" panose="020B0604020202020204" pitchFamily="34" charset="0"/>
              <a:buChar char="•"/>
            </a:pPr>
            <a:r>
              <a:rPr lang="en-US" sz="1600">
                <a:solidFill>
                  <a:schemeClr val="tx2"/>
                </a:solidFill>
              </a:rPr>
              <a:t>Neither suspect confesses</a:t>
            </a:r>
            <a:r>
              <a:rPr lang="en-US" sz="1600"/>
              <a:t>, they will </a:t>
            </a:r>
            <a:r>
              <a:rPr lang="en-US" sz="1600">
                <a:solidFill>
                  <a:schemeClr val="tx2"/>
                </a:solidFill>
              </a:rPr>
              <a:t>each get 1 year </a:t>
            </a:r>
            <a:r>
              <a:rPr lang="en-US" sz="1600"/>
              <a:t>in prison.</a:t>
            </a:r>
          </a:p>
          <a:p>
            <a:pPr marL="342900" indent="-342900">
              <a:buFont typeface="Arial" panose="020B0604020202020204" pitchFamily="34" charset="0"/>
              <a:buChar char="•"/>
            </a:pPr>
            <a:r>
              <a:rPr lang="en-US" sz="1600">
                <a:solidFill>
                  <a:schemeClr val="accent3"/>
                </a:solidFill>
              </a:rPr>
              <a:t>Both suspects confess</a:t>
            </a:r>
            <a:r>
              <a:rPr lang="en-US" sz="1600"/>
              <a:t>, they will </a:t>
            </a:r>
            <a:r>
              <a:rPr lang="en-US" sz="1600">
                <a:solidFill>
                  <a:schemeClr val="accent3"/>
                </a:solidFill>
              </a:rPr>
              <a:t>each get 5 years </a:t>
            </a:r>
            <a:r>
              <a:rPr lang="en-US" sz="1600"/>
              <a:t>in prison</a:t>
            </a:r>
          </a:p>
          <a:p>
            <a:pPr marL="342900" indent="-342900">
              <a:buFont typeface="Arial" panose="020B0604020202020204" pitchFamily="34" charset="0"/>
              <a:buChar char="•"/>
            </a:pPr>
            <a:r>
              <a:rPr lang="en-US" sz="1600"/>
              <a:t>If </a:t>
            </a:r>
            <a:r>
              <a:rPr lang="en-US" sz="1600">
                <a:solidFill>
                  <a:schemeClr val="accent4"/>
                </a:solidFill>
              </a:rPr>
              <a:t>one suspect confesses </a:t>
            </a:r>
            <a:r>
              <a:rPr lang="en-US" sz="1600"/>
              <a:t>and the </a:t>
            </a:r>
            <a:r>
              <a:rPr lang="en-US" sz="1600">
                <a:solidFill>
                  <a:schemeClr val="accent5"/>
                </a:solidFill>
              </a:rPr>
              <a:t>other does not confess</a:t>
            </a:r>
            <a:r>
              <a:rPr lang="en-US" sz="1600"/>
              <a:t>, the </a:t>
            </a:r>
            <a:r>
              <a:rPr lang="en-US" sz="1600">
                <a:solidFill>
                  <a:schemeClr val="accent4"/>
                </a:solidFill>
              </a:rPr>
              <a:t>one that confesses gets 0 years</a:t>
            </a:r>
            <a:r>
              <a:rPr lang="en-US" sz="1600"/>
              <a:t> in prison and the </a:t>
            </a:r>
            <a:r>
              <a:rPr lang="en-US" sz="1600">
                <a:solidFill>
                  <a:schemeClr val="accent5"/>
                </a:solidFill>
              </a:rPr>
              <a:t>one that did not confess gets 20 years </a:t>
            </a:r>
            <a:r>
              <a:rPr lang="en-US" sz="1600"/>
              <a:t>in prison.</a:t>
            </a:r>
          </a:p>
        </p:txBody>
      </p:sp>
      <p:sp>
        <p:nvSpPr>
          <p:cNvPr id="4" name="TextBox 3">
            <a:extLst>
              <a:ext uri="{FF2B5EF4-FFF2-40B4-BE49-F238E27FC236}">
                <a16:creationId xmlns:a16="http://schemas.microsoft.com/office/drawing/2014/main" id="{CB1811F1-ABFB-561C-D136-BBCF6BE4FAF6}"/>
              </a:ext>
            </a:extLst>
          </p:cNvPr>
          <p:cNvSpPr txBox="1"/>
          <p:nvPr/>
        </p:nvSpPr>
        <p:spPr>
          <a:xfrm>
            <a:off x="409303" y="4378847"/>
            <a:ext cx="4920343" cy="14773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b="1"/>
              <a:t>Prompt A: Write a matrix form of the Prisoner’s Dilemma, in which each suspect chooses to confess or to not confess and each suspect’s payoff is the negative number of years she gets in prison.</a:t>
            </a:r>
          </a:p>
        </p:txBody>
      </p:sp>
      <p:sp>
        <p:nvSpPr>
          <p:cNvPr id="5" name="Rectangle 4">
            <a:extLst>
              <a:ext uri="{FF2B5EF4-FFF2-40B4-BE49-F238E27FC236}">
                <a16:creationId xmlns:a16="http://schemas.microsoft.com/office/drawing/2014/main" id="{448E35C2-8034-295E-1F56-C06FB485B507}"/>
              </a:ext>
            </a:extLst>
          </p:cNvPr>
          <p:cNvSpPr/>
          <p:nvPr/>
        </p:nvSpPr>
        <p:spPr>
          <a:xfrm>
            <a:off x="7916091" y="1611086"/>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9771017" y="1611086"/>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7916091" y="3435532"/>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8678091" y="741008"/>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072328" y="3348446"/>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7737563" y="1176047"/>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9596845" y="1176047"/>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6608015" y="238218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6644637" y="4106483"/>
            <a:ext cx="2185852" cy="369332"/>
          </a:xfrm>
          <a:prstGeom prst="rect">
            <a:avLst/>
          </a:prstGeom>
          <a:noFill/>
        </p:spPr>
        <p:txBody>
          <a:bodyPr wrap="square" rtlCol="0">
            <a:spAutoFit/>
          </a:bodyPr>
          <a:lstStyle/>
          <a:p>
            <a:pPr algn="ctr"/>
            <a:r>
              <a:rPr lang="en-US">
                <a:solidFill>
                  <a:schemeClr val="accent3"/>
                </a:solidFill>
              </a:rPr>
              <a:t>confess</a:t>
            </a:r>
          </a:p>
        </p:txBody>
      </p:sp>
      <p:sp>
        <p:nvSpPr>
          <p:cNvPr id="15" name="Rectangle 14">
            <a:extLst>
              <a:ext uri="{FF2B5EF4-FFF2-40B4-BE49-F238E27FC236}">
                <a16:creationId xmlns:a16="http://schemas.microsoft.com/office/drawing/2014/main" id="{301B2F3C-B65A-1D12-6FF5-22B414627F5C}"/>
              </a:ext>
            </a:extLst>
          </p:cNvPr>
          <p:cNvSpPr/>
          <p:nvPr/>
        </p:nvSpPr>
        <p:spPr>
          <a:xfrm>
            <a:off x="642255" y="2279468"/>
            <a:ext cx="4711337" cy="574766"/>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671D1820-AE3D-20A2-3837-DF729EB82911}"/>
              </a:ext>
            </a:extLst>
          </p:cNvPr>
          <p:cNvSpPr txBox="1"/>
          <p:nvPr/>
        </p:nvSpPr>
        <p:spPr>
          <a:xfrm>
            <a:off x="10189029" y="4169620"/>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D611A862-757E-AC83-CC1F-FF8DD5AB93C8}"/>
              </a:ext>
            </a:extLst>
          </p:cNvPr>
          <p:cNvSpPr txBox="1"/>
          <p:nvPr/>
        </p:nvSpPr>
        <p:spPr>
          <a:xfrm>
            <a:off x="8355871" y="2333897"/>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1946749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3" name="TextBox 2">
            <a:extLst>
              <a:ext uri="{FF2B5EF4-FFF2-40B4-BE49-F238E27FC236}">
                <a16:creationId xmlns:a16="http://schemas.microsoft.com/office/drawing/2014/main" id="{100DF0A1-87C6-FD8F-C886-ECFD19DD39DF}"/>
              </a:ext>
            </a:extLst>
          </p:cNvPr>
          <p:cNvSpPr txBox="1"/>
          <p:nvPr/>
        </p:nvSpPr>
        <p:spPr>
          <a:xfrm>
            <a:off x="409303" y="801188"/>
            <a:ext cx="4990013" cy="3046988"/>
          </a:xfrm>
          <a:prstGeom prst="rect">
            <a:avLst/>
          </a:prstGeom>
          <a:noFill/>
        </p:spPr>
        <p:txBody>
          <a:bodyPr wrap="square" rtlCol="0">
            <a:spAutoFit/>
          </a:bodyPr>
          <a:lstStyle/>
          <a:p>
            <a:r>
              <a:rPr lang="en-US" sz="1600"/>
              <a:t>Each suspect must choose whether to </a:t>
            </a:r>
            <a:r>
              <a:rPr lang="en-US" sz="1600" i="1"/>
              <a:t>confess</a:t>
            </a:r>
            <a:r>
              <a:rPr lang="en-US" sz="1600"/>
              <a:t> or to </a:t>
            </a:r>
            <a:r>
              <a:rPr lang="en-US" sz="1600" i="1"/>
              <a:t>not confess</a:t>
            </a:r>
            <a:r>
              <a:rPr lang="en-US" sz="1600"/>
              <a:t>.</a:t>
            </a:r>
          </a:p>
          <a:p>
            <a:endParaRPr lang="en-US" sz="1600"/>
          </a:p>
          <a:p>
            <a:r>
              <a:rPr lang="en-US" sz="1600"/>
              <a:t>If...</a:t>
            </a:r>
          </a:p>
          <a:p>
            <a:pPr marL="342900" indent="-342900">
              <a:buFont typeface="Arial" panose="020B0604020202020204" pitchFamily="34" charset="0"/>
              <a:buChar char="•"/>
            </a:pPr>
            <a:r>
              <a:rPr lang="en-US" sz="1600">
                <a:solidFill>
                  <a:schemeClr val="tx2"/>
                </a:solidFill>
              </a:rPr>
              <a:t>Neither suspect confesses</a:t>
            </a:r>
            <a:r>
              <a:rPr lang="en-US" sz="1600"/>
              <a:t>, they will </a:t>
            </a:r>
            <a:r>
              <a:rPr lang="en-US" sz="1600">
                <a:solidFill>
                  <a:schemeClr val="tx2"/>
                </a:solidFill>
              </a:rPr>
              <a:t>each get 1 years </a:t>
            </a:r>
            <a:r>
              <a:rPr lang="en-US" sz="1600"/>
              <a:t>in prison.</a:t>
            </a:r>
          </a:p>
          <a:p>
            <a:pPr marL="342900" indent="-342900">
              <a:buFont typeface="Arial" panose="020B0604020202020204" pitchFamily="34" charset="0"/>
              <a:buChar char="•"/>
            </a:pPr>
            <a:r>
              <a:rPr lang="en-US" sz="1600">
                <a:solidFill>
                  <a:schemeClr val="accent3"/>
                </a:solidFill>
              </a:rPr>
              <a:t>Both suspects confess</a:t>
            </a:r>
            <a:r>
              <a:rPr lang="en-US" sz="1600"/>
              <a:t>, they will </a:t>
            </a:r>
            <a:r>
              <a:rPr lang="en-US" sz="1600">
                <a:solidFill>
                  <a:schemeClr val="accent3"/>
                </a:solidFill>
              </a:rPr>
              <a:t>each get 5 years </a:t>
            </a:r>
            <a:r>
              <a:rPr lang="en-US" sz="1600"/>
              <a:t>in prison</a:t>
            </a:r>
          </a:p>
          <a:p>
            <a:pPr marL="342900" indent="-342900">
              <a:buFont typeface="Arial" panose="020B0604020202020204" pitchFamily="34" charset="0"/>
              <a:buChar char="•"/>
            </a:pPr>
            <a:r>
              <a:rPr lang="en-US" sz="1600"/>
              <a:t>If </a:t>
            </a:r>
            <a:r>
              <a:rPr lang="en-US" sz="1600">
                <a:solidFill>
                  <a:schemeClr val="accent4"/>
                </a:solidFill>
              </a:rPr>
              <a:t>one suspect confesses </a:t>
            </a:r>
            <a:r>
              <a:rPr lang="en-US" sz="1600"/>
              <a:t>and the </a:t>
            </a:r>
            <a:r>
              <a:rPr lang="en-US" sz="1600">
                <a:solidFill>
                  <a:schemeClr val="accent5"/>
                </a:solidFill>
              </a:rPr>
              <a:t>other does not confess</a:t>
            </a:r>
            <a:r>
              <a:rPr lang="en-US" sz="1600"/>
              <a:t>, the </a:t>
            </a:r>
            <a:r>
              <a:rPr lang="en-US" sz="1600">
                <a:solidFill>
                  <a:schemeClr val="accent4"/>
                </a:solidFill>
              </a:rPr>
              <a:t>one that confesses gets 0 years</a:t>
            </a:r>
            <a:r>
              <a:rPr lang="en-US" sz="1600"/>
              <a:t> in prison and the </a:t>
            </a:r>
            <a:r>
              <a:rPr lang="en-US" sz="1600">
                <a:solidFill>
                  <a:schemeClr val="accent5"/>
                </a:solidFill>
              </a:rPr>
              <a:t>one that did not confess gets 20 years </a:t>
            </a:r>
            <a:r>
              <a:rPr lang="en-US" sz="1600"/>
              <a:t>in prison.</a:t>
            </a:r>
          </a:p>
        </p:txBody>
      </p:sp>
      <p:sp>
        <p:nvSpPr>
          <p:cNvPr id="4" name="TextBox 3">
            <a:extLst>
              <a:ext uri="{FF2B5EF4-FFF2-40B4-BE49-F238E27FC236}">
                <a16:creationId xmlns:a16="http://schemas.microsoft.com/office/drawing/2014/main" id="{CB1811F1-ABFB-561C-D136-BBCF6BE4FAF6}"/>
              </a:ext>
            </a:extLst>
          </p:cNvPr>
          <p:cNvSpPr txBox="1"/>
          <p:nvPr/>
        </p:nvSpPr>
        <p:spPr>
          <a:xfrm>
            <a:off x="409303" y="4378847"/>
            <a:ext cx="4920343" cy="14773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b="1"/>
              <a:t>Prompt A: Write a matrix form of the Prisoner’s Dilemma, in which each suspect chooses to confess or to not confess and each suspect’s payoff is the negative number of years she gets in prison.</a:t>
            </a:r>
          </a:p>
        </p:txBody>
      </p:sp>
      <p:sp>
        <p:nvSpPr>
          <p:cNvPr id="5" name="Rectangle 4">
            <a:extLst>
              <a:ext uri="{FF2B5EF4-FFF2-40B4-BE49-F238E27FC236}">
                <a16:creationId xmlns:a16="http://schemas.microsoft.com/office/drawing/2014/main" id="{448E35C2-8034-295E-1F56-C06FB485B507}"/>
              </a:ext>
            </a:extLst>
          </p:cNvPr>
          <p:cNvSpPr/>
          <p:nvPr/>
        </p:nvSpPr>
        <p:spPr>
          <a:xfrm>
            <a:off x="7916091" y="1611086"/>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9771017" y="1611086"/>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7916091" y="3435532"/>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8678091" y="741008"/>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072328" y="3348446"/>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7737563" y="1176047"/>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9596845" y="1176047"/>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6608015" y="238218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6644637" y="4106483"/>
            <a:ext cx="2185852" cy="369332"/>
          </a:xfrm>
          <a:prstGeom prst="rect">
            <a:avLst/>
          </a:prstGeom>
          <a:noFill/>
        </p:spPr>
        <p:txBody>
          <a:bodyPr wrap="square" rtlCol="0">
            <a:spAutoFit/>
          </a:bodyPr>
          <a:lstStyle/>
          <a:p>
            <a:pPr algn="ctr"/>
            <a:r>
              <a:rPr lang="en-US">
                <a:solidFill>
                  <a:schemeClr val="accent3"/>
                </a:solidFill>
              </a:rPr>
              <a:t>confess</a:t>
            </a:r>
          </a:p>
        </p:txBody>
      </p:sp>
      <p:sp>
        <p:nvSpPr>
          <p:cNvPr id="15" name="Rectangle 14">
            <a:extLst>
              <a:ext uri="{FF2B5EF4-FFF2-40B4-BE49-F238E27FC236}">
                <a16:creationId xmlns:a16="http://schemas.microsoft.com/office/drawing/2014/main" id="{301B2F3C-B65A-1D12-6FF5-22B414627F5C}"/>
              </a:ext>
            </a:extLst>
          </p:cNvPr>
          <p:cNvSpPr/>
          <p:nvPr/>
        </p:nvSpPr>
        <p:spPr>
          <a:xfrm>
            <a:off x="718463" y="2718468"/>
            <a:ext cx="4711337" cy="1129707"/>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671D1820-AE3D-20A2-3837-DF729EB82911}"/>
              </a:ext>
            </a:extLst>
          </p:cNvPr>
          <p:cNvSpPr txBox="1"/>
          <p:nvPr/>
        </p:nvSpPr>
        <p:spPr>
          <a:xfrm>
            <a:off x="10189029" y="4169620"/>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8355871" y="4155774"/>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10204658" y="2345175"/>
            <a:ext cx="1001484" cy="369332"/>
          </a:xfrm>
          <a:prstGeom prst="rect">
            <a:avLst/>
          </a:prstGeom>
          <a:noFill/>
        </p:spPr>
        <p:txBody>
          <a:bodyPr wrap="square" rtlCol="0">
            <a:spAutoFit/>
          </a:bodyPr>
          <a:lstStyle/>
          <a:p>
            <a:pPr algn="ctr"/>
            <a:r>
              <a:rPr lang="en-US"/>
              <a:t>(-20,0)</a:t>
            </a:r>
          </a:p>
        </p:txBody>
      </p:sp>
      <p:sp>
        <p:nvSpPr>
          <p:cNvPr id="19" name="TextBox 18">
            <a:extLst>
              <a:ext uri="{FF2B5EF4-FFF2-40B4-BE49-F238E27FC236}">
                <a16:creationId xmlns:a16="http://schemas.microsoft.com/office/drawing/2014/main" id="{0165136F-2A9B-713B-EE53-2B3DE0BA31C2}"/>
              </a:ext>
            </a:extLst>
          </p:cNvPr>
          <p:cNvSpPr txBox="1"/>
          <p:nvPr/>
        </p:nvSpPr>
        <p:spPr>
          <a:xfrm>
            <a:off x="8355871" y="2333897"/>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2437660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4" name="TextBox 13">
            <a:extLst>
              <a:ext uri="{FF2B5EF4-FFF2-40B4-BE49-F238E27FC236}">
                <a16:creationId xmlns:a16="http://schemas.microsoft.com/office/drawing/2014/main" id="{6C33343E-70F8-3DE9-9A54-3A1388F603E6}"/>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Tree>
    <p:extLst>
      <p:ext uri="{BB962C8B-B14F-4D97-AF65-F5344CB8AC3E}">
        <p14:creationId xmlns:p14="http://schemas.microsoft.com/office/powerpoint/2010/main" val="10163279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5F19065A-7F8F-C2E0-7D29-3621005D9EF6}"/>
              </a:ext>
            </a:extLst>
          </p:cNvPr>
          <p:cNvSpPr txBox="1"/>
          <p:nvPr/>
        </p:nvSpPr>
        <p:spPr>
          <a:xfrm>
            <a:off x="5385472" y="688088"/>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sp>
        <p:nvSpPr>
          <p:cNvPr id="19" name="TextBox 18">
            <a:extLst>
              <a:ext uri="{FF2B5EF4-FFF2-40B4-BE49-F238E27FC236}">
                <a16:creationId xmlns:a16="http://schemas.microsoft.com/office/drawing/2014/main" id="{12F1366B-EE37-57A4-3A14-BE0323416FD7}"/>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2126340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3343F-9326-85C6-8107-CC1179F7083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445EADD-AE9C-263E-4814-9EC77574A3C5}"/>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A38CC332-4D07-7EAF-FC06-A0F4BD544E65}"/>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C7994A5E-3830-717C-B465-75CF92FBBE3F}"/>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58B54B9-EF73-0E75-C27F-EF5A37333EC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076144E-0874-DE27-2D67-9205707143D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A3011D07-7F39-CDE6-78B0-11E0889A2B1B}"/>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A7EC87CF-A158-5FCB-4E75-0C452782CB07}"/>
              </a:ext>
            </a:extLst>
          </p:cNvPr>
          <p:cNvSpPr txBox="1"/>
          <p:nvPr/>
        </p:nvSpPr>
        <p:spPr>
          <a:xfrm>
            <a:off x="992106" y="116951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4EFB2775-E29E-9C36-3904-991A1890DBB0}"/>
              </a:ext>
            </a:extLst>
          </p:cNvPr>
          <p:cNvSpPr txBox="1"/>
          <p:nvPr/>
        </p:nvSpPr>
        <p:spPr>
          <a:xfrm>
            <a:off x="2851388" y="1169515"/>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CD38ADCB-1262-934C-94D6-D0CA6F3417DF}"/>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09A7FE53-8962-944F-419F-EE95C55394EC}"/>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6" name="TextBox 15">
            <a:extLst>
              <a:ext uri="{FF2B5EF4-FFF2-40B4-BE49-F238E27FC236}">
                <a16:creationId xmlns:a16="http://schemas.microsoft.com/office/drawing/2014/main" id="{6A70A0E9-61DF-F157-6BE9-1EC975CA6AEC}"/>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33E8EFB3-F41E-B3DF-EA90-299647302D1F}"/>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84790DC6-D55D-76D3-D464-3CF0A63E614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345AD066-C597-5CD6-B4DF-C88A82594107}"/>
              </a:ext>
            </a:extLst>
          </p:cNvPr>
          <p:cNvSpPr txBox="1"/>
          <p:nvPr/>
        </p:nvSpPr>
        <p:spPr>
          <a:xfrm>
            <a:off x="5385472" y="688088"/>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sp>
        <p:nvSpPr>
          <p:cNvPr id="19" name="TextBox 18">
            <a:extLst>
              <a:ext uri="{FF2B5EF4-FFF2-40B4-BE49-F238E27FC236}">
                <a16:creationId xmlns:a16="http://schemas.microsoft.com/office/drawing/2014/main" id="{228D37F0-D87D-AE5D-DFDE-8646B93A340F}"/>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35976710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5F19065A-7F8F-C2E0-7D29-3621005D9EF6}"/>
              </a:ext>
            </a:extLst>
          </p:cNvPr>
          <p:cNvSpPr txBox="1"/>
          <p:nvPr/>
        </p:nvSpPr>
        <p:spPr>
          <a:xfrm>
            <a:off x="5385472" y="688088"/>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graphicFrame>
        <p:nvGraphicFramePr>
          <p:cNvPr id="15" name="Table 18">
            <a:extLst>
              <a:ext uri="{FF2B5EF4-FFF2-40B4-BE49-F238E27FC236}">
                <a16:creationId xmlns:a16="http://schemas.microsoft.com/office/drawing/2014/main" id="{4E405186-B056-DCC7-C172-CE3A1C8B7EAB}"/>
              </a:ext>
            </a:extLst>
          </p:cNvPr>
          <p:cNvGraphicFramePr>
            <a:graphicFrameLocks noGrp="1"/>
          </p:cNvGraphicFramePr>
          <p:nvPr>
            <p:extLst>
              <p:ext uri="{D42A27DB-BD31-4B8C-83A1-F6EECF244321}">
                <p14:modId xmlns:p14="http://schemas.microsoft.com/office/powerpoint/2010/main" val="838777371"/>
              </p:ext>
            </p:extLst>
          </p:nvPr>
        </p:nvGraphicFramePr>
        <p:xfrm>
          <a:off x="5385471" y="3036722"/>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3"/>
                          </a:solidFill>
                        </a:rPr>
                        <a:t>suspect A’s </a:t>
                      </a:r>
                      <a:r>
                        <a:rPr lang="en-US"/>
                        <a:t>expectations about what suspect B will do</a:t>
                      </a:r>
                    </a:p>
                  </a:txBody>
                  <a:tcPr/>
                </a:tc>
                <a:tc>
                  <a:txBody>
                    <a:bodyPr/>
                    <a:lstStyle/>
                    <a:p>
                      <a:r>
                        <a:rPr lang="en-US">
                          <a:solidFill>
                            <a:schemeClr val="accent3"/>
                          </a:solidFill>
                        </a:rPr>
                        <a:t>suspect A’s </a:t>
                      </a:r>
                      <a:r>
                        <a:rPr lang="en-US"/>
                        <a:t>preferences over her available actions</a:t>
                      </a:r>
                    </a:p>
                  </a:txBody>
                  <a:tcPr/>
                </a:tc>
                <a:extLst>
                  <a:ext uri="{0D108BD9-81ED-4DB2-BD59-A6C34878D82A}">
                    <a16:rowId xmlns:a16="http://schemas.microsoft.com/office/drawing/2014/main" val="3626194292"/>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sp>
        <p:nvSpPr>
          <p:cNvPr id="19" name="TextBox 18">
            <a:extLst>
              <a:ext uri="{FF2B5EF4-FFF2-40B4-BE49-F238E27FC236}">
                <a16:creationId xmlns:a16="http://schemas.microsoft.com/office/drawing/2014/main" id="{3C8C287B-34C8-29E3-B304-AE9B2EDC38C9}"/>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21577405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5F19065A-7F8F-C2E0-7D29-3621005D9EF6}"/>
              </a:ext>
            </a:extLst>
          </p:cNvPr>
          <p:cNvSpPr txBox="1"/>
          <p:nvPr/>
        </p:nvSpPr>
        <p:spPr>
          <a:xfrm>
            <a:off x="5385472" y="688088"/>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graphicFrame>
        <p:nvGraphicFramePr>
          <p:cNvPr id="15" name="Table 18">
            <a:extLst>
              <a:ext uri="{FF2B5EF4-FFF2-40B4-BE49-F238E27FC236}">
                <a16:creationId xmlns:a16="http://schemas.microsoft.com/office/drawing/2014/main" id="{4E405186-B056-DCC7-C172-CE3A1C8B7EAB}"/>
              </a:ext>
            </a:extLst>
          </p:cNvPr>
          <p:cNvGraphicFramePr>
            <a:graphicFrameLocks noGrp="1"/>
          </p:cNvGraphicFramePr>
          <p:nvPr>
            <p:extLst>
              <p:ext uri="{D42A27DB-BD31-4B8C-83A1-F6EECF244321}">
                <p14:modId xmlns:p14="http://schemas.microsoft.com/office/powerpoint/2010/main" val="2037033933"/>
              </p:ext>
            </p:extLst>
          </p:nvPr>
        </p:nvGraphicFramePr>
        <p:xfrm>
          <a:off x="5385471" y="3036722"/>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3"/>
                          </a:solidFill>
                        </a:rPr>
                        <a:t>suspect A’s </a:t>
                      </a:r>
                      <a:r>
                        <a:rPr lang="en-US"/>
                        <a:t>expectations about what suspect B will do</a:t>
                      </a:r>
                    </a:p>
                  </a:txBody>
                  <a:tcPr/>
                </a:tc>
                <a:tc>
                  <a:txBody>
                    <a:bodyPr/>
                    <a:lstStyle/>
                    <a:p>
                      <a:r>
                        <a:rPr lang="en-US">
                          <a:solidFill>
                            <a:schemeClr val="accent3"/>
                          </a:solidFill>
                        </a:rPr>
                        <a:t>suspect A’s </a:t>
                      </a:r>
                      <a:r>
                        <a:rPr lang="en-US"/>
                        <a:t>preferences over her available actions</a:t>
                      </a:r>
                    </a:p>
                  </a:txBody>
                  <a:tcPr/>
                </a:tc>
                <a:extLst>
                  <a:ext uri="{0D108BD9-81ED-4DB2-BD59-A6C34878D82A}">
                    <a16:rowId xmlns:a16="http://schemas.microsoft.com/office/drawing/2014/main" val="3626194292"/>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graphicFrame>
        <p:nvGraphicFramePr>
          <p:cNvPr id="19" name="Table 18">
            <a:extLst>
              <a:ext uri="{FF2B5EF4-FFF2-40B4-BE49-F238E27FC236}">
                <a16:creationId xmlns:a16="http://schemas.microsoft.com/office/drawing/2014/main" id="{4357DE94-BAAE-D996-4AFA-32C270105F88}"/>
              </a:ext>
            </a:extLst>
          </p:cNvPr>
          <p:cNvGraphicFramePr>
            <a:graphicFrameLocks noGrp="1"/>
          </p:cNvGraphicFramePr>
          <p:nvPr>
            <p:extLst>
              <p:ext uri="{D42A27DB-BD31-4B8C-83A1-F6EECF244321}">
                <p14:modId xmlns:p14="http://schemas.microsoft.com/office/powerpoint/2010/main" val="4293174388"/>
              </p:ext>
            </p:extLst>
          </p:nvPr>
        </p:nvGraphicFramePr>
        <p:xfrm>
          <a:off x="5385471" y="4686663"/>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5"/>
                          </a:solidFill>
                        </a:rPr>
                        <a:t>suspect B’s</a:t>
                      </a:r>
                      <a:r>
                        <a:rPr lang="en-US"/>
                        <a:t> expectations about what suspect A will do</a:t>
                      </a:r>
                    </a:p>
                  </a:txBody>
                  <a:tcPr/>
                </a:tc>
                <a:tc>
                  <a:txBody>
                    <a:bodyPr/>
                    <a:lstStyle/>
                    <a:p>
                      <a:r>
                        <a:rPr lang="en-US">
                          <a:solidFill>
                            <a:schemeClr val="accent5"/>
                          </a:solidFill>
                        </a:rPr>
                        <a:t>suspect B’s </a:t>
                      </a:r>
                      <a:r>
                        <a:rPr lang="en-US"/>
                        <a:t>preferences over his available actions</a:t>
                      </a:r>
                    </a:p>
                  </a:txBody>
                  <a:tcPr/>
                </a:tc>
                <a:extLst>
                  <a:ext uri="{0D108BD9-81ED-4DB2-BD59-A6C34878D82A}">
                    <a16:rowId xmlns:a16="http://schemas.microsoft.com/office/drawing/2014/main" val="3626194292"/>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sp>
        <p:nvSpPr>
          <p:cNvPr id="20" name="TextBox 19">
            <a:extLst>
              <a:ext uri="{FF2B5EF4-FFF2-40B4-BE49-F238E27FC236}">
                <a16:creationId xmlns:a16="http://schemas.microsoft.com/office/drawing/2014/main" id="{2F438B52-20C6-3BDC-027B-21EE32E34A24}"/>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26400264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5F19065A-7F8F-C2E0-7D29-3621005D9EF6}"/>
              </a:ext>
            </a:extLst>
          </p:cNvPr>
          <p:cNvSpPr txBox="1"/>
          <p:nvPr/>
        </p:nvSpPr>
        <p:spPr>
          <a:xfrm>
            <a:off x="5385472" y="688088"/>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graphicFrame>
        <p:nvGraphicFramePr>
          <p:cNvPr id="15" name="Table 18">
            <a:extLst>
              <a:ext uri="{FF2B5EF4-FFF2-40B4-BE49-F238E27FC236}">
                <a16:creationId xmlns:a16="http://schemas.microsoft.com/office/drawing/2014/main" id="{4E405186-B056-DCC7-C172-CE3A1C8B7EAB}"/>
              </a:ext>
            </a:extLst>
          </p:cNvPr>
          <p:cNvGraphicFramePr>
            <a:graphicFrameLocks noGrp="1"/>
          </p:cNvGraphicFramePr>
          <p:nvPr>
            <p:extLst>
              <p:ext uri="{D42A27DB-BD31-4B8C-83A1-F6EECF244321}">
                <p14:modId xmlns:p14="http://schemas.microsoft.com/office/powerpoint/2010/main" val="583450292"/>
              </p:ext>
            </p:extLst>
          </p:nvPr>
        </p:nvGraphicFramePr>
        <p:xfrm>
          <a:off x="5385471" y="3036722"/>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3"/>
                          </a:solidFill>
                        </a:rPr>
                        <a:t>suspect A’s </a:t>
                      </a:r>
                      <a:r>
                        <a:rPr lang="en-US"/>
                        <a:t>expectations about what suspect B will do</a:t>
                      </a:r>
                    </a:p>
                  </a:txBody>
                  <a:tcPr/>
                </a:tc>
                <a:tc>
                  <a:txBody>
                    <a:bodyPr/>
                    <a:lstStyle/>
                    <a:p>
                      <a:r>
                        <a:rPr lang="en-US">
                          <a:solidFill>
                            <a:schemeClr val="accent3"/>
                          </a:solidFill>
                        </a:rPr>
                        <a:t>suspect A’s </a:t>
                      </a:r>
                      <a:r>
                        <a:rPr lang="en-US"/>
                        <a:t>preferences over her available actions</a:t>
                      </a:r>
                    </a:p>
                  </a:txBody>
                  <a:tcPr/>
                </a:tc>
                <a:extLst>
                  <a:ext uri="{0D108BD9-81ED-4DB2-BD59-A6C34878D82A}">
                    <a16:rowId xmlns:a16="http://schemas.microsoft.com/office/drawing/2014/main" val="3626194292"/>
                  </a:ext>
                </a:extLst>
              </a:tr>
              <a:tr h="370840">
                <a:tc>
                  <a:txBody>
                    <a:bodyPr/>
                    <a:lstStyle/>
                    <a:p>
                      <a:r>
                        <a:rPr lang="en-US"/>
                        <a:t>B will confess</a:t>
                      </a:r>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r>
                        <a:rPr lang="en-US"/>
                        <a:t>B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graphicFrame>
        <p:nvGraphicFramePr>
          <p:cNvPr id="19" name="Table 18">
            <a:extLst>
              <a:ext uri="{FF2B5EF4-FFF2-40B4-BE49-F238E27FC236}">
                <a16:creationId xmlns:a16="http://schemas.microsoft.com/office/drawing/2014/main" id="{4357DE94-BAAE-D996-4AFA-32C270105F88}"/>
              </a:ext>
            </a:extLst>
          </p:cNvPr>
          <p:cNvGraphicFramePr>
            <a:graphicFrameLocks noGrp="1"/>
          </p:cNvGraphicFramePr>
          <p:nvPr>
            <p:extLst>
              <p:ext uri="{D42A27DB-BD31-4B8C-83A1-F6EECF244321}">
                <p14:modId xmlns:p14="http://schemas.microsoft.com/office/powerpoint/2010/main" val="2816925136"/>
              </p:ext>
            </p:extLst>
          </p:nvPr>
        </p:nvGraphicFramePr>
        <p:xfrm>
          <a:off x="5385471" y="4686663"/>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5"/>
                          </a:solidFill>
                        </a:rPr>
                        <a:t>suspect B’s</a:t>
                      </a:r>
                      <a:r>
                        <a:rPr lang="en-US"/>
                        <a:t> expectations about what suspect A will do</a:t>
                      </a:r>
                    </a:p>
                  </a:txBody>
                  <a:tcPr/>
                </a:tc>
                <a:tc>
                  <a:txBody>
                    <a:bodyPr/>
                    <a:lstStyle/>
                    <a:p>
                      <a:r>
                        <a:rPr lang="en-US">
                          <a:solidFill>
                            <a:schemeClr val="accent5"/>
                          </a:solidFill>
                        </a:rPr>
                        <a:t>suspect B’s </a:t>
                      </a:r>
                      <a:r>
                        <a:rPr lang="en-US"/>
                        <a:t>preferences over his available actions</a:t>
                      </a:r>
                    </a:p>
                  </a:txBody>
                  <a:tcPr/>
                </a:tc>
                <a:extLst>
                  <a:ext uri="{0D108BD9-81ED-4DB2-BD59-A6C34878D82A}">
                    <a16:rowId xmlns:a16="http://schemas.microsoft.com/office/drawing/2014/main" val="3626194292"/>
                  </a:ext>
                </a:extLst>
              </a:tr>
              <a:tr h="370840">
                <a:tc>
                  <a:txBody>
                    <a:bodyPr/>
                    <a:lstStyle/>
                    <a:p>
                      <a:r>
                        <a:rPr lang="en-US"/>
                        <a:t>A will confess</a:t>
                      </a:r>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r>
                        <a:rPr lang="en-US"/>
                        <a:t>A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sp>
        <p:nvSpPr>
          <p:cNvPr id="20" name="TextBox 19">
            <a:extLst>
              <a:ext uri="{FF2B5EF4-FFF2-40B4-BE49-F238E27FC236}">
                <a16:creationId xmlns:a16="http://schemas.microsoft.com/office/drawing/2014/main" id="{F0D54386-9EED-C984-9C2F-EBADB15C0D7C}"/>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27296174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5F19065A-7F8F-C2E0-7D29-3621005D9EF6}"/>
              </a:ext>
            </a:extLst>
          </p:cNvPr>
          <p:cNvSpPr txBox="1"/>
          <p:nvPr/>
        </p:nvSpPr>
        <p:spPr>
          <a:xfrm>
            <a:off x="5385472" y="688088"/>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graphicFrame>
        <p:nvGraphicFramePr>
          <p:cNvPr id="15" name="Table 18">
            <a:extLst>
              <a:ext uri="{FF2B5EF4-FFF2-40B4-BE49-F238E27FC236}">
                <a16:creationId xmlns:a16="http://schemas.microsoft.com/office/drawing/2014/main" id="{4E405186-B056-DCC7-C172-CE3A1C8B7EAB}"/>
              </a:ext>
            </a:extLst>
          </p:cNvPr>
          <p:cNvGraphicFramePr>
            <a:graphicFrameLocks noGrp="1"/>
          </p:cNvGraphicFramePr>
          <p:nvPr/>
        </p:nvGraphicFramePr>
        <p:xfrm>
          <a:off x="5385471" y="3036722"/>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3"/>
                          </a:solidFill>
                        </a:rPr>
                        <a:t>suspect A’s </a:t>
                      </a:r>
                      <a:r>
                        <a:rPr lang="en-US"/>
                        <a:t>expectations about what suspect B will do</a:t>
                      </a:r>
                    </a:p>
                  </a:txBody>
                  <a:tcPr/>
                </a:tc>
                <a:tc>
                  <a:txBody>
                    <a:bodyPr/>
                    <a:lstStyle/>
                    <a:p>
                      <a:r>
                        <a:rPr lang="en-US">
                          <a:solidFill>
                            <a:schemeClr val="accent3"/>
                          </a:solidFill>
                        </a:rPr>
                        <a:t>suspect A’s </a:t>
                      </a:r>
                      <a:r>
                        <a:rPr lang="en-US"/>
                        <a:t>preferences over her available actions</a:t>
                      </a:r>
                    </a:p>
                  </a:txBody>
                  <a:tcPr/>
                </a:tc>
                <a:extLst>
                  <a:ext uri="{0D108BD9-81ED-4DB2-BD59-A6C34878D82A}">
                    <a16:rowId xmlns:a16="http://schemas.microsoft.com/office/drawing/2014/main" val="3626194292"/>
                  </a:ext>
                </a:extLst>
              </a:tr>
              <a:tr h="370840">
                <a:tc>
                  <a:txBody>
                    <a:bodyPr/>
                    <a:lstStyle/>
                    <a:p>
                      <a:r>
                        <a:rPr lang="en-US"/>
                        <a:t>B will confess</a:t>
                      </a:r>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r>
                        <a:rPr lang="en-US"/>
                        <a:t>B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graphicFrame>
        <p:nvGraphicFramePr>
          <p:cNvPr id="19" name="Table 18">
            <a:extLst>
              <a:ext uri="{FF2B5EF4-FFF2-40B4-BE49-F238E27FC236}">
                <a16:creationId xmlns:a16="http://schemas.microsoft.com/office/drawing/2014/main" id="{4357DE94-BAAE-D996-4AFA-32C270105F88}"/>
              </a:ext>
            </a:extLst>
          </p:cNvPr>
          <p:cNvGraphicFramePr>
            <a:graphicFrameLocks noGrp="1"/>
          </p:cNvGraphicFramePr>
          <p:nvPr/>
        </p:nvGraphicFramePr>
        <p:xfrm>
          <a:off x="5385471" y="4686663"/>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5"/>
                          </a:solidFill>
                        </a:rPr>
                        <a:t>suspect B’s</a:t>
                      </a:r>
                      <a:r>
                        <a:rPr lang="en-US"/>
                        <a:t> expectations about what suspect A will do</a:t>
                      </a:r>
                    </a:p>
                  </a:txBody>
                  <a:tcPr/>
                </a:tc>
                <a:tc>
                  <a:txBody>
                    <a:bodyPr/>
                    <a:lstStyle/>
                    <a:p>
                      <a:r>
                        <a:rPr lang="en-US">
                          <a:solidFill>
                            <a:schemeClr val="accent5"/>
                          </a:solidFill>
                        </a:rPr>
                        <a:t>suspect B’s </a:t>
                      </a:r>
                      <a:r>
                        <a:rPr lang="en-US"/>
                        <a:t>preferences over his available actions</a:t>
                      </a:r>
                    </a:p>
                  </a:txBody>
                  <a:tcPr/>
                </a:tc>
                <a:extLst>
                  <a:ext uri="{0D108BD9-81ED-4DB2-BD59-A6C34878D82A}">
                    <a16:rowId xmlns:a16="http://schemas.microsoft.com/office/drawing/2014/main" val="3626194292"/>
                  </a:ext>
                </a:extLst>
              </a:tr>
              <a:tr h="370840">
                <a:tc>
                  <a:txBody>
                    <a:bodyPr/>
                    <a:lstStyle/>
                    <a:p>
                      <a:r>
                        <a:rPr lang="en-US"/>
                        <a:t>A will confess</a:t>
                      </a:r>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r>
                        <a:rPr lang="en-US"/>
                        <a:t>A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sp>
        <p:nvSpPr>
          <p:cNvPr id="20" name="Rectangle 19">
            <a:extLst>
              <a:ext uri="{FF2B5EF4-FFF2-40B4-BE49-F238E27FC236}">
                <a16:creationId xmlns:a16="http://schemas.microsoft.com/office/drawing/2014/main" id="{7D0DA6B2-4AB2-F716-73C7-70566D689C5D}"/>
              </a:ext>
            </a:extLst>
          </p:cNvPr>
          <p:cNvSpPr/>
          <p:nvPr/>
        </p:nvSpPr>
        <p:spPr>
          <a:xfrm>
            <a:off x="5385471" y="3640631"/>
            <a:ext cx="6571398" cy="409752"/>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25B3BA6D-B381-277D-F9C1-80113D0AD199}"/>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23919936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5F19065A-7F8F-C2E0-7D29-3621005D9EF6}"/>
              </a:ext>
            </a:extLst>
          </p:cNvPr>
          <p:cNvSpPr txBox="1"/>
          <p:nvPr/>
        </p:nvSpPr>
        <p:spPr>
          <a:xfrm>
            <a:off x="5385472" y="688088"/>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graphicFrame>
        <p:nvGraphicFramePr>
          <p:cNvPr id="15" name="Table 18">
            <a:extLst>
              <a:ext uri="{FF2B5EF4-FFF2-40B4-BE49-F238E27FC236}">
                <a16:creationId xmlns:a16="http://schemas.microsoft.com/office/drawing/2014/main" id="{4E405186-B056-DCC7-C172-CE3A1C8B7EAB}"/>
              </a:ext>
            </a:extLst>
          </p:cNvPr>
          <p:cNvGraphicFramePr>
            <a:graphicFrameLocks noGrp="1"/>
          </p:cNvGraphicFramePr>
          <p:nvPr/>
        </p:nvGraphicFramePr>
        <p:xfrm>
          <a:off x="5385471" y="3036722"/>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3"/>
                          </a:solidFill>
                        </a:rPr>
                        <a:t>suspect A’s </a:t>
                      </a:r>
                      <a:r>
                        <a:rPr lang="en-US"/>
                        <a:t>expectations about what suspect B will do</a:t>
                      </a:r>
                    </a:p>
                  </a:txBody>
                  <a:tcPr/>
                </a:tc>
                <a:tc>
                  <a:txBody>
                    <a:bodyPr/>
                    <a:lstStyle/>
                    <a:p>
                      <a:r>
                        <a:rPr lang="en-US">
                          <a:solidFill>
                            <a:schemeClr val="accent3"/>
                          </a:solidFill>
                        </a:rPr>
                        <a:t>suspect A’s </a:t>
                      </a:r>
                      <a:r>
                        <a:rPr lang="en-US"/>
                        <a:t>preferences over her available actions</a:t>
                      </a:r>
                    </a:p>
                  </a:txBody>
                  <a:tcPr/>
                </a:tc>
                <a:extLst>
                  <a:ext uri="{0D108BD9-81ED-4DB2-BD59-A6C34878D82A}">
                    <a16:rowId xmlns:a16="http://schemas.microsoft.com/office/drawing/2014/main" val="3626194292"/>
                  </a:ext>
                </a:extLst>
              </a:tr>
              <a:tr h="370840">
                <a:tc>
                  <a:txBody>
                    <a:bodyPr/>
                    <a:lstStyle/>
                    <a:p>
                      <a:r>
                        <a:rPr lang="en-US"/>
                        <a:t>B will confess</a:t>
                      </a:r>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r>
                        <a:rPr lang="en-US"/>
                        <a:t>B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graphicFrame>
        <p:nvGraphicFramePr>
          <p:cNvPr id="19" name="Table 18">
            <a:extLst>
              <a:ext uri="{FF2B5EF4-FFF2-40B4-BE49-F238E27FC236}">
                <a16:creationId xmlns:a16="http://schemas.microsoft.com/office/drawing/2014/main" id="{4357DE94-BAAE-D996-4AFA-32C270105F88}"/>
              </a:ext>
            </a:extLst>
          </p:cNvPr>
          <p:cNvGraphicFramePr>
            <a:graphicFrameLocks noGrp="1"/>
          </p:cNvGraphicFramePr>
          <p:nvPr/>
        </p:nvGraphicFramePr>
        <p:xfrm>
          <a:off x="5385471" y="4686663"/>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5"/>
                          </a:solidFill>
                        </a:rPr>
                        <a:t>suspect B’s</a:t>
                      </a:r>
                      <a:r>
                        <a:rPr lang="en-US"/>
                        <a:t> expectations about what suspect A will do</a:t>
                      </a:r>
                    </a:p>
                  </a:txBody>
                  <a:tcPr/>
                </a:tc>
                <a:tc>
                  <a:txBody>
                    <a:bodyPr/>
                    <a:lstStyle/>
                    <a:p>
                      <a:r>
                        <a:rPr lang="en-US">
                          <a:solidFill>
                            <a:schemeClr val="accent5"/>
                          </a:solidFill>
                        </a:rPr>
                        <a:t>suspect B’s </a:t>
                      </a:r>
                      <a:r>
                        <a:rPr lang="en-US"/>
                        <a:t>preferences over his available actions</a:t>
                      </a:r>
                    </a:p>
                  </a:txBody>
                  <a:tcPr/>
                </a:tc>
                <a:extLst>
                  <a:ext uri="{0D108BD9-81ED-4DB2-BD59-A6C34878D82A}">
                    <a16:rowId xmlns:a16="http://schemas.microsoft.com/office/drawing/2014/main" val="3626194292"/>
                  </a:ext>
                </a:extLst>
              </a:tr>
              <a:tr h="370840">
                <a:tc>
                  <a:txBody>
                    <a:bodyPr/>
                    <a:lstStyle/>
                    <a:p>
                      <a:r>
                        <a:rPr lang="en-US"/>
                        <a:t>A will confess</a:t>
                      </a:r>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r>
                        <a:rPr lang="en-US"/>
                        <a:t>A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sp>
        <p:nvSpPr>
          <p:cNvPr id="20" name="Rectangle 19">
            <a:extLst>
              <a:ext uri="{FF2B5EF4-FFF2-40B4-BE49-F238E27FC236}">
                <a16:creationId xmlns:a16="http://schemas.microsoft.com/office/drawing/2014/main" id="{7D0DA6B2-4AB2-F716-73C7-70566D689C5D}"/>
              </a:ext>
            </a:extLst>
          </p:cNvPr>
          <p:cNvSpPr/>
          <p:nvPr/>
        </p:nvSpPr>
        <p:spPr>
          <a:xfrm>
            <a:off x="5385471" y="3640631"/>
            <a:ext cx="6571398" cy="409752"/>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C53094E-3D96-522C-596F-A588359CEC87}"/>
              </a:ext>
            </a:extLst>
          </p:cNvPr>
          <p:cNvSpPr/>
          <p:nvPr/>
        </p:nvSpPr>
        <p:spPr>
          <a:xfrm>
            <a:off x="1170634" y="3419507"/>
            <a:ext cx="3740336" cy="1830077"/>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CC76C514-7ADE-282B-F096-A28D9BCD4882}"/>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25925113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rgbClr val="00B0F0"/>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rgbClr val="FFFF00"/>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5F19065A-7F8F-C2E0-7D29-3621005D9EF6}"/>
              </a:ext>
            </a:extLst>
          </p:cNvPr>
          <p:cNvSpPr txBox="1"/>
          <p:nvPr/>
        </p:nvSpPr>
        <p:spPr>
          <a:xfrm>
            <a:off x="5385472" y="688088"/>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graphicFrame>
        <p:nvGraphicFramePr>
          <p:cNvPr id="15" name="Table 18">
            <a:extLst>
              <a:ext uri="{FF2B5EF4-FFF2-40B4-BE49-F238E27FC236}">
                <a16:creationId xmlns:a16="http://schemas.microsoft.com/office/drawing/2014/main" id="{4E405186-B056-DCC7-C172-CE3A1C8B7EAB}"/>
              </a:ext>
            </a:extLst>
          </p:cNvPr>
          <p:cNvGraphicFramePr>
            <a:graphicFrameLocks noGrp="1"/>
          </p:cNvGraphicFramePr>
          <p:nvPr/>
        </p:nvGraphicFramePr>
        <p:xfrm>
          <a:off x="5385471" y="3036722"/>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3"/>
                          </a:solidFill>
                        </a:rPr>
                        <a:t>suspect A’s </a:t>
                      </a:r>
                      <a:r>
                        <a:rPr lang="en-US"/>
                        <a:t>expectations about what suspect B will do</a:t>
                      </a:r>
                    </a:p>
                  </a:txBody>
                  <a:tcPr/>
                </a:tc>
                <a:tc>
                  <a:txBody>
                    <a:bodyPr/>
                    <a:lstStyle/>
                    <a:p>
                      <a:r>
                        <a:rPr lang="en-US">
                          <a:solidFill>
                            <a:schemeClr val="accent3"/>
                          </a:solidFill>
                        </a:rPr>
                        <a:t>suspect A’s </a:t>
                      </a:r>
                      <a:r>
                        <a:rPr lang="en-US"/>
                        <a:t>preferences over her available actions</a:t>
                      </a:r>
                    </a:p>
                  </a:txBody>
                  <a:tcPr/>
                </a:tc>
                <a:extLst>
                  <a:ext uri="{0D108BD9-81ED-4DB2-BD59-A6C34878D82A}">
                    <a16:rowId xmlns:a16="http://schemas.microsoft.com/office/drawing/2014/main" val="3626194292"/>
                  </a:ext>
                </a:extLst>
              </a:tr>
              <a:tr h="370840">
                <a:tc>
                  <a:txBody>
                    <a:bodyPr/>
                    <a:lstStyle/>
                    <a:p>
                      <a:r>
                        <a:rPr lang="en-US"/>
                        <a:t>B will confess</a:t>
                      </a:r>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r>
                        <a:rPr lang="en-US"/>
                        <a:t>B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graphicFrame>
        <p:nvGraphicFramePr>
          <p:cNvPr id="19" name="Table 18">
            <a:extLst>
              <a:ext uri="{FF2B5EF4-FFF2-40B4-BE49-F238E27FC236}">
                <a16:creationId xmlns:a16="http://schemas.microsoft.com/office/drawing/2014/main" id="{4357DE94-BAAE-D996-4AFA-32C270105F88}"/>
              </a:ext>
            </a:extLst>
          </p:cNvPr>
          <p:cNvGraphicFramePr>
            <a:graphicFrameLocks noGrp="1"/>
          </p:cNvGraphicFramePr>
          <p:nvPr/>
        </p:nvGraphicFramePr>
        <p:xfrm>
          <a:off x="5385471" y="4686663"/>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5"/>
                          </a:solidFill>
                        </a:rPr>
                        <a:t>suspect B’s</a:t>
                      </a:r>
                      <a:r>
                        <a:rPr lang="en-US"/>
                        <a:t> expectations about what suspect A will do</a:t>
                      </a:r>
                    </a:p>
                  </a:txBody>
                  <a:tcPr/>
                </a:tc>
                <a:tc>
                  <a:txBody>
                    <a:bodyPr/>
                    <a:lstStyle/>
                    <a:p>
                      <a:r>
                        <a:rPr lang="en-US">
                          <a:solidFill>
                            <a:schemeClr val="accent5"/>
                          </a:solidFill>
                        </a:rPr>
                        <a:t>suspect B’s </a:t>
                      </a:r>
                      <a:r>
                        <a:rPr lang="en-US"/>
                        <a:t>preferences over his available actions</a:t>
                      </a:r>
                    </a:p>
                  </a:txBody>
                  <a:tcPr/>
                </a:tc>
                <a:extLst>
                  <a:ext uri="{0D108BD9-81ED-4DB2-BD59-A6C34878D82A}">
                    <a16:rowId xmlns:a16="http://schemas.microsoft.com/office/drawing/2014/main" val="3626194292"/>
                  </a:ext>
                </a:extLst>
              </a:tr>
              <a:tr h="370840">
                <a:tc>
                  <a:txBody>
                    <a:bodyPr/>
                    <a:lstStyle/>
                    <a:p>
                      <a:r>
                        <a:rPr lang="en-US"/>
                        <a:t>A will confess</a:t>
                      </a:r>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r>
                        <a:rPr lang="en-US"/>
                        <a:t>A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sp>
        <p:nvSpPr>
          <p:cNvPr id="20" name="Rectangle 19">
            <a:extLst>
              <a:ext uri="{FF2B5EF4-FFF2-40B4-BE49-F238E27FC236}">
                <a16:creationId xmlns:a16="http://schemas.microsoft.com/office/drawing/2014/main" id="{7D0DA6B2-4AB2-F716-73C7-70566D689C5D}"/>
              </a:ext>
            </a:extLst>
          </p:cNvPr>
          <p:cNvSpPr/>
          <p:nvPr/>
        </p:nvSpPr>
        <p:spPr>
          <a:xfrm>
            <a:off x="5385471" y="3640631"/>
            <a:ext cx="6571398" cy="409752"/>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C53094E-3D96-522C-596F-A588359CEC87}"/>
              </a:ext>
            </a:extLst>
          </p:cNvPr>
          <p:cNvSpPr/>
          <p:nvPr/>
        </p:nvSpPr>
        <p:spPr>
          <a:xfrm>
            <a:off x="1170634" y="3419507"/>
            <a:ext cx="3740336" cy="1830077"/>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CEC05ACF-37E1-E41C-2AAA-4CB47ACAF2BD}"/>
              </a:ext>
            </a:extLst>
          </p:cNvPr>
          <p:cNvSpPr/>
          <p:nvPr/>
        </p:nvSpPr>
        <p:spPr>
          <a:xfrm>
            <a:off x="2020389" y="4050383"/>
            <a:ext cx="500185" cy="569123"/>
          </a:xfrm>
          <a:prstGeom prst="ellipse">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3369D56D-D669-62E6-94C8-CE5E5CC45A00}"/>
              </a:ext>
            </a:extLst>
          </p:cNvPr>
          <p:cNvSpPr/>
          <p:nvPr/>
        </p:nvSpPr>
        <p:spPr>
          <a:xfrm>
            <a:off x="3868394" y="4064344"/>
            <a:ext cx="433640" cy="569123"/>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C03CA9E0-4291-C09A-92AF-EA255DD64A39}"/>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22576974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rgbClr val="00B0F0"/>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rgbClr val="FFFF00"/>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5F19065A-7F8F-C2E0-7D29-3621005D9EF6}"/>
              </a:ext>
            </a:extLst>
          </p:cNvPr>
          <p:cNvSpPr txBox="1"/>
          <p:nvPr/>
        </p:nvSpPr>
        <p:spPr>
          <a:xfrm>
            <a:off x="5385472" y="688088"/>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graphicFrame>
        <p:nvGraphicFramePr>
          <p:cNvPr id="15" name="Table 18">
            <a:extLst>
              <a:ext uri="{FF2B5EF4-FFF2-40B4-BE49-F238E27FC236}">
                <a16:creationId xmlns:a16="http://schemas.microsoft.com/office/drawing/2014/main" id="{4E405186-B056-DCC7-C172-CE3A1C8B7EAB}"/>
              </a:ext>
            </a:extLst>
          </p:cNvPr>
          <p:cNvGraphicFramePr>
            <a:graphicFrameLocks noGrp="1"/>
          </p:cNvGraphicFramePr>
          <p:nvPr>
            <p:extLst>
              <p:ext uri="{D42A27DB-BD31-4B8C-83A1-F6EECF244321}">
                <p14:modId xmlns:p14="http://schemas.microsoft.com/office/powerpoint/2010/main" val="2496339021"/>
              </p:ext>
            </p:extLst>
          </p:nvPr>
        </p:nvGraphicFramePr>
        <p:xfrm>
          <a:off x="5385471" y="3036722"/>
          <a:ext cx="6571398" cy="165100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3"/>
                          </a:solidFill>
                        </a:rPr>
                        <a:t>suspect A’s </a:t>
                      </a:r>
                      <a:r>
                        <a:rPr lang="en-US"/>
                        <a:t>expectations about what suspect B will do</a:t>
                      </a:r>
                    </a:p>
                  </a:txBody>
                  <a:tcPr/>
                </a:tc>
                <a:tc>
                  <a:txBody>
                    <a:bodyPr/>
                    <a:lstStyle/>
                    <a:p>
                      <a:r>
                        <a:rPr lang="en-US">
                          <a:solidFill>
                            <a:schemeClr val="accent3"/>
                          </a:solidFill>
                        </a:rPr>
                        <a:t>suspect A’s </a:t>
                      </a:r>
                      <a:r>
                        <a:rPr lang="en-US"/>
                        <a:t>preferences over her available actions</a:t>
                      </a:r>
                    </a:p>
                  </a:txBody>
                  <a:tcPr/>
                </a:tc>
                <a:extLst>
                  <a:ext uri="{0D108BD9-81ED-4DB2-BD59-A6C34878D82A}">
                    <a16:rowId xmlns:a16="http://schemas.microsoft.com/office/drawing/2014/main" val="3626194292"/>
                  </a:ext>
                </a:extLst>
              </a:tr>
              <a:tr h="370840">
                <a:tc>
                  <a:txBody>
                    <a:bodyPr/>
                    <a:lstStyle/>
                    <a:p>
                      <a:r>
                        <a:rPr lang="en-US"/>
                        <a:t>B will confess</a:t>
                      </a:r>
                    </a:p>
                  </a:txBody>
                  <a:tcPr/>
                </a:tc>
                <a:tc>
                  <a:txBody>
                    <a:bodyPr/>
                    <a:lstStyle/>
                    <a:p>
                      <a:r>
                        <a:rPr lang="en-US"/>
                        <a:t>prefers to confess instead of not confess</a:t>
                      </a:r>
                    </a:p>
                  </a:txBody>
                  <a:tcPr/>
                </a:tc>
                <a:extLst>
                  <a:ext uri="{0D108BD9-81ED-4DB2-BD59-A6C34878D82A}">
                    <a16:rowId xmlns:a16="http://schemas.microsoft.com/office/drawing/2014/main" val="4209888748"/>
                  </a:ext>
                </a:extLst>
              </a:tr>
              <a:tr h="370840">
                <a:tc>
                  <a:txBody>
                    <a:bodyPr/>
                    <a:lstStyle/>
                    <a:p>
                      <a:r>
                        <a:rPr lang="en-US"/>
                        <a:t>B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graphicFrame>
        <p:nvGraphicFramePr>
          <p:cNvPr id="19" name="Table 18">
            <a:extLst>
              <a:ext uri="{FF2B5EF4-FFF2-40B4-BE49-F238E27FC236}">
                <a16:creationId xmlns:a16="http://schemas.microsoft.com/office/drawing/2014/main" id="{4357DE94-BAAE-D996-4AFA-32C270105F88}"/>
              </a:ext>
            </a:extLst>
          </p:cNvPr>
          <p:cNvGraphicFramePr>
            <a:graphicFrameLocks noGrp="1"/>
          </p:cNvGraphicFramePr>
          <p:nvPr>
            <p:extLst>
              <p:ext uri="{D42A27DB-BD31-4B8C-83A1-F6EECF244321}">
                <p14:modId xmlns:p14="http://schemas.microsoft.com/office/powerpoint/2010/main" val="3401910642"/>
              </p:ext>
            </p:extLst>
          </p:nvPr>
        </p:nvGraphicFramePr>
        <p:xfrm>
          <a:off x="5385471" y="5000172"/>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5"/>
                          </a:solidFill>
                        </a:rPr>
                        <a:t>suspect B’s</a:t>
                      </a:r>
                      <a:r>
                        <a:rPr lang="en-US"/>
                        <a:t> expectations about what suspect A will do</a:t>
                      </a:r>
                    </a:p>
                  </a:txBody>
                  <a:tcPr/>
                </a:tc>
                <a:tc>
                  <a:txBody>
                    <a:bodyPr/>
                    <a:lstStyle/>
                    <a:p>
                      <a:r>
                        <a:rPr lang="en-US">
                          <a:solidFill>
                            <a:schemeClr val="accent5"/>
                          </a:solidFill>
                        </a:rPr>
                        <a:t>suspect B’s </a:t>
                      </a:r>
                      <a:r>
                        <a:rPr lang="en-US"/>
                        <a:t>preferences over his available actions</a:t>
                      </a:r>
                    </a:p>
                  </a:txBody>
                  <a:tcPr/>
                </a:tc>
                <a:extLst>
                  <a:ext uri="{0D108BD9-81ED-4DB2-BD59-A6C34878D82A}">
                    <a16:rowId xmlns:a16="http://schemas.microsoft.com/office/drawing/2014/main" val="3626194292"/>
                  </a:ext>
                </a:extLst>
              </a:tr>
              <a:tr h="370840">
                <a:tc>
                  <a:txBody>
                    <a:bodyPr/>
                    <a:lstStyle/>
                    <a:p>
                      <a:r>
                        <a:rPr lang="en-US"/>
                        <a:t>A will confess</a:t>
                      </a:r>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r>
                        <a:rPr lang="en-US"/>
                        <a:t>A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sp>
        <p:nvSpPr>
          <p:cNvPr id="20" name="Rectangle 19">
            <a:extLst>
              <a:ext uri="{FF2B5EF4-FFF2-40B4-BE49-F238E27FC236}">
                <a16:creationId xmlns:a16="http://schemas.microsoft.com/office/drawing/2014/main" id="{7D0DA6B2-4AB2-F716-73C7-70566D689C5D}"/>
              </a:ext>
            </a:extLst>
          </p:cNvPr>
          <p:cNvSpPr/>
          <p:nvPr/>
        </p:nvSpPr>
        <p:spPr>
          <a:xfrm>
            <a:off x="5385471" y="3640630"/>
            <a:ext cx="6571398" cy="661403"/>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C53094E-3D96-522C-596F-A588359CEC87}"/>
              </a:ext>
            </a:extLst>
          </p:cNvPr>
          <p:cNvSpPr/>
          <p:nvPr/>
        </p:nvSpPr>
        <p:spPr>
          <a:xfrm>
            <a:off x="1170634" y="3419507"/>
            <a:ext cx="3740336" cy="1830077"/>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CEC05ACF-37E1-E41C-2AAA-4CB47ACAF2BD}"/>
              </a:ext>
            </a:extLst>
          </p:cNvPr>
          <p:cNvSpPr/>
          <p:nvPr/>
        </p:nvSpPr>
        <p:spPr>
          <a:xfrm>
            <a:off x="2020389" y="4050383"/>
            <a:ext cx="500185" cy="569123"/>
          </a:xfrm>
          <a:prstGeom prst="ellipse">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3369D56D-D669-62E6-94C8-CE5E5CC45A00}"/>
              </a:ext>
            </a:extLst>
          </p:cNvPr>
          <p:cNvSpPr/>
          <p:nvPr/>
        </p:nvSpPr>
        <p:spPr>
          <a:xfrm>
            <a:off x="3868394" y="4064344"/>
            <a:ext cx="433640" cy="569123"/>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59F157EE-F16F-B79B-B57A-43EDB8C5DFE0}"/>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23297500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5F19065A-7F8F-C2E0-7D29-3621005D9EF6}"/>
              </a:ext>
            </a:extLst>
          </p:cNvPr>
          <p:cNvSpPr txBox="1"/>
          <p:nvPr/>
        </p:nvSpPr>
        <p:spPr>
          <a:xfrm>
            <a:off x="5385472" y="688088"/>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graphicFrame>
        <p:nvGraphicFramePr>
          <p:cNvPr id="15" name="Table 18">
            <a:extLst>
              <a:ext uri="{FF2B5EF4-FFF2-40B4-BE49-F238E27FC236}">
                <a16:creationId xmlns:a16="http://schemas.microsoft.com/office/drawing/2014/main" id="{4E405186-B056-DCC7-C172-CE3A1C8B7EAB}"/>
              </a:ext>
            </a:extLst>
          </p:cNvPr>
          <p:cNvGraphicFramePr>
            <a:graphicFrameLocks noGrp="1"/>
          </p:cNvGraphicFramePr>
          <p:nvPr/>
        </p:nvGraphicFramePr>
        <p:xfrm>
          <a:off x="5385471" y="3036722"/>
          <a:ext cx="6571398" cy="165100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3"/>
                          </a:solidFill>
                        </a:rPr>
                        <a:t>suspect A’s </a:t>
                      </a:r>
                      <a:r>
                        <a:rPr lang="en-US"/>
                        <a:t>expectations about what suspect B will do</a:t>
                      </a:r>
                    </a:p>
                  </a:txBody>
                  <a:tcPr/>
                </a:tc>
                <a:tc>
                  <a:txBody>
                    <a:bodyPr/>
                    <a:lstStyle/>
                    <a:p>
                      <a:r>
                        <a:rPr lang="en-US">
                          <a:solidFill>
                            <a:schemeClr val="accent3"/>
                          </a:solidFill>
                        </a:rPr>
                        <a:t>suspect A’s </a:t>
                      </a:r>
                      <a:r>
                        <a:rPr lang="en-US"/>
                        <a:t>preferences over her available actions</a:t>
                      </a:r>
                    </a:p>
                  </a:txBody>
                  <a:tcPr/>
                </a:tc>
                <a:extLst>
                  <a:ext uri="{0D108BD9-81ED-4DB2-BD59-A6C34878D82A}">
                    <a16:rowId xmlns:a16="http://schemas.microsoft.com/office/drawing/2014/main" val="3626194292"/>
                  </a:ext>
                </a:extLst>
              </a:tr>
              <a:tr h="370840">
                <a:tc>
                  <a:txBody>
                    <a:bodyPr/>
                    <a:lstStyle/>
                    <a:p>
                      <a:r>
                        <a:rPr lang="en-US"/>
                        <a:t>B will confess</a:t>
                      </a:r>
                    </a:p>
                  </a:txBody>
                  <a:tcPr/>
                </a:tc>
                <a:tc>
                  <a:txBody>
                    <a:bodyPr/>
                    <a:lstStyle/>
                    <a:p>
                      <a:r>
                        <a:rPr lang="en-US"/>
                        <a:t>prefers to confess instead of not confess</a:t>
                      </a:r>
                    </a:p>
                  </a:txBody>
                  <a:tcPr/>
                </a:tc>
                <a:extLst>
                  <a:ext uri="{0D108BD9-81ED-4DB2-BD59-A6C34878D82A}">
                    <a16:rowId xmlns:a16="http://schemas.microsoft.com/office/drawing/2014/main" val="4209888748"/>
                  </a:ext>
                </a:extLst>
              </a:tr>
              <a:tr h="370840">
                <a:tc>
                  <a:txBody>
                    <a:bodyPr/>
                    <a:lstStyle/>
                    <a:p>
                      <a:r>
                        <a:rPr lang="en-US"/>
                        <a:t>B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graphicFrame>
        <p:nvGraphicFramePr>
          <p:cNvPr id="19" name="Table 18">
            <a:extLst>
              <a:ext uri="{FF2B5EF4-FFF2-40B4-BE49-F238E27FC236}">
                <a16:creationId xmlns:a16="http://schemas.microsoft.com/office/drawing/2014/main" id="{4357DE94-BAAE-D996-4AFA-32C270105F88}"/>
              </a:ext>
            </a:extLst>
          </p:cNvPr>
          <p:cNvGraphicFramePr>
            <a:graphicFrameLocks noGrp="1"/>
          </p:cNvGraphicFramePr>
          <p:nvPr/>
        </p:nvGraphicFramePr>
        <p:xfrm>
          <a:off x="5385471" y="5000172"/>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5"/>
                          </a:solidFill>
                        </a:rPr>
                        <a:t>suspect B’s</a:t>
                      </a:r>
                      <a:r>
                        <a:rPr lang="en-US"/>
                        <a:t> expectations about what suspect A will do</a:t>
                      </a:r>
                    </a:p>
                  </a:txBody>
                  <a:tcPr/>
                </a:tc>
                <a:tc>
                  <a:txBody>
                    <a:bodyPr/>
                    <a:lstStyle/>
                    <a:p>
                      <a:r>
                        <a:rPr lang="en-US">
                          <a:solidFill>
                            <a:schemeClr val="accent5"/>
                          </a:solidFill>
                        </a:rPr>
                        <a:t>suspect B’s </a:t>
                      </a:r>
                      <a:r>
                        <a:rPr lang="en-US"/>
                        <a:t>preferences over his available actions</a:t>
                      </a:r>
                    </a:p>
                  </a:txBody>
                  <a:tcPr/>
                </a:tc>
                <a:extLst>
                  <a:ext uri="{0D108BD9-81ED-4DB2-BD59-A6C34878D82A}">
                    <a16:rowId xmlns:a16="http://schemas.microsoft.com/office/drawing/2014/main" val="3626194292"/>
                  </a:ext>
                </a:extLst>
              </a:tr>
              <a:tr h="370840">
                <a:tc>
                  <a:txBody>
                    <a:bodyPr/>
                    <a:lstStyle/>
                    <a:p>
                      <a:r>
                        <a:rPr lang="en-US"/>
                        <a:t>A will confess</a:t>
                      </a:r>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r>
                        <a:rPr lang="en-US"/>
                        <a:t>A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sp>
        <p:nvSpPr>
          <p:cNvPr id="20" name="Rectangle 19">
            <a:extLst>
              <a:ext uri="{FF2B5EF4-FFF2-40B4-BE49-F238E27FC236}">
                <a16:creationId xmlns:a16="http://schemas.microsoft.com/office/drawing/2014/main" id="{7D0DA6B2-4AB2-F716-73C7-70566D689C5D}"/>
              </a:ext>
            </a:extLst>
          </p:cNvPr>
          <p:cNvSpPr/>
          <p:nvPr/>
        </p:nvSpPr>
        <p:spPr>
          <a:xfrm>
            <a:off x="5385471" y="4333909"/>
            <a:ext cx="6571398" cy="353814"/>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C53094E-3D96-522C-596F-A588359CEC87}"/>
              </a:ext>
            </a:extLst>
          </p:cNvPr>
          <p:cNvSpPr/>
          <p:nvPr/>
        </p:nvSpPr>
        <p:spPr>
          <a:xfrm>
            <a:off x="1170634" y="1582609"/>
            <a:ext cx="3740336" cy="1830077"/>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9956D7F7-AA39-C311-07CB-971AFF581543}"/>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36957534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rgbClr val="00B0F0"/>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rgbClr val="FFFF00"/>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5F19065A-7F8F-C2E0-7D29-3621005D9EF6}"/>
              </a:ext>
            </a:extLst>
          </p:cNvPr>
          <p:cNvSpPr txBox="1"/>
          <p:nvPr/>
        </p:nvSpPr>
        <p:spPr>
          <a:xfrm>
            <a:off x="5385472" y="688088"/>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graphicFrame>
        <p:nvGraphicFramePr>
          <p:cNvPr id="15" name="Table 18">
            <a:extLst>
              <a:ext uri="{FF2B5EF4-FFF2-40B4-BE49-F238E27FC236}">
                <a16:creationId xmlns:a16="http://schemas.microsoft.com/office/drawing/2014/main" id="{4E405186-B056-DCC7-C172-CE3A1C8B7EAB}"/>
              </a:ext>
            </a:extLst>
          </p:cNvPr>
          <p:cNvGraphicFramePr>
            <a:graphicFrameLocks noGrp="1"/>
          </p:cNvGraphicFramePr>
          <p:nvPr/>
        </p:nvGraphicFramePr>
        <p:xfrm>
          <a:off x="5385471" y="3036722"/>
          <a:ext cx="6571398" cy="165100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3"/>
                          </a:solidFill>
                        </a:rPr>
                        <a:t>suspect A’s </a:t>
                      </a:r>
                      <a:r>
                        <a:rPr lang="en-US"/>
                        <a:t>expectations about what suspect B will do</a:t>
                      </a:r>
                    </a:p>
                  </a:txBody>
                  <a:tcPr/>
                </a:tc>
                <a:tc>
                  <a:txBody>
                    <a:bodyPr/>
                    <a:lstStyle/>
                    <a:p>
                      <a:r>
                        <a:rPr lang="en-US">
                          <a:solidFill>
                            <a:schemeClr val="accent3"/>
                          </a:solidFill>
                        </a:rPr>
                        <a:t>suspect A’s </a:t>
                      </a:r>
                      <a:r>
                        <a:rPr lang="en-US"/>
                        <a:t>preferences over her available actions</a:t>
                      </a:r>
                    </a:p>
                  </a:txBody>
                  <a:tcPr/>
                </a:tc>
                <a:extLst>
                  <a:ext uri="{0D108BD9-81ED-4DB2-BD59-A6C34878D82A}">
                    <a16:rowId xmlns:a16="http://schemas.microsoft.com/office/drawing/2014/main" val="3626194292"/>
                  </a:ext>
                </a:extLst>
              </a:tr>
              <a:tr h="370840">
                <a:tc>
                  <a:txBody>
                    <a:bodyPr/>
                    <a:lstStyle/>
                    <a:p>
                      <a:r>
                        <a:rPr lang="en-US"/>
                        <a:t>B will confess</a:t>
                      </a:r>
                    </a:p>
                  </a:txBody>
                  <a:tcPr/>
                </a:tc>
                <a:tc>
                  <a:txBody>
                    <a:bodyPr/>
                    <a:lstStyle/>
                    <a:p>
                      <a:r>
                        <a:rPr lang="en-US"/>
                        <a:t>prefers to confess instead of not confess</a:t>
                      </a:r>
                    </a:p>
                  </a:txBody>
                  <a:tcPr/>
                </a:tc>
                <a:extLst>
                  <a:ext uri="{0D108BD9-81ED-4DB2-BD59-A6C34878D82A}">
                    <a16:rowId xmlns:a16="http://schemas.microsoft.com/office/drawing/2014/main" val="4209888748"/>
                  </a:ext>
                </a:extLst>
              </a:tr>
              <a:tr h="370840">
                <a:tc>
                  <a:txBody>
                    <a:bodyPr/>
                    <a:lstStyle/>
                    <a:p>
                      <a:r>
                        <a:rPr lang="en-US"/>
                        <a:t>B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graphicFrame>
        <p:nvGraphicFramePr>
          <p:cNvPr id="19" name="Table 18">
            <a:extLst>
              <a:ext uri="{FF2B5EF4-FFF2-40B4-BE49-F238E27FC236}">
                <a16:creationId xmlns:a16="http://schemas.microsoft.com/office/drawing/2014/main" id="{4357DE94-BAAE-D996-4AFA-32C270105F88}"/>
              </a:ext>
            </a:extLst>
          </p:cNvPr>
          <p:cNvGraphicFramePr>
            <a:graphicFrameLocks noGrp="1"/>
          </p:cNvGraphicFramePr>
          <p:nvPr/>
        </p:nvGraphicFramePr>
        <p:xfrm>
          <a:off x="5385471" y="5000172"/>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5"/>
                          </a:solidFill>
                        </a:rPr>
                        <a:t>suspect B’s</a:t>
                      </a:r>
                      <a:r>
                        <a:rPr lang="en-US"/>
                        <a:t> expectations about what suspect A will do</a:t>
                      </a:r>
                    </a:p>
                  </a:txBody>
                  <a:tcPr/>
                </a:tc>
                <a:tc>
                  <a:txBody>
                    <a:bodyPr/>
                    <a:lstStyle/>
                    <a:p>
                      <a:r>
                        <a:rPr lang="en-US">
                          <a:solidFill>
                            <a:schemeClr val="accent5"/>
                          </a:solidFill>
                        </a:rPr>
                        <a:t>suspect B’s </a:t>
                      </a:r>
                      <a:r>
                        <a:rPr lang="en-US"/>
                        <a:t>preferences over his available actions</a:t>
                      </a:r>
                    </a:p>
                  </a:txBody>
                  <a:tcPr/>
                </a:tc>
                <a:extLst>
                  <a:ext uri="{0D108BD9-81ED-4DB2-BD59-A6C34878D82A}">
                    <a16:rowId xmlns:a16="http://schemas.microsoft.com/office/drawing/2014/main" val="3626194292"/>
                  </a:ext>
                </a:extLst>
              </a:tr>
              <a:tr h="370840">
                <a:tc>
                  <a:txBody>
                    <a:bodyPr/>
                    <a:lstStyle/>
                    <a:p>
                      <a:r>
                        <a:rPr lang="en-US"/>
                        <a:t>A will confess</a:t>
                      </a:r>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r>
                        <a:rPr lang="en-US"/>
                        <a:t>A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sp>
        <p:nvSpPr>
          <p:cNvPr id="20" name="Rectangle 19">
            <a:extLst>
              <a:ext uri="{FF2B5EF4-FFF2-40B4-BE49-F238E27FC236}">
                <a16:creationId xmlns:a16="http://schemas.microsoft.com/office/drawing/2014/main" id="{7D0DA6B2-4AB2-F716-73C7-70566D689C5D}"/>
              </a:ext>
            </a:extLst>
          </p:cNvPr>
          <p:cNvSpPr/>
          <p:nvPr/>
        </p:nvSpPr>
        <p:spPr>
          <a:xfrm>
            <a:off x="5385471" y="4333909"/>
            <a:ext cx="6571398" cy="353814"/>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C53094E-3D96-522C-596F-A588359CEC87}"/>
              </a:ext>
            </a:extLst>
          </p:cNvPr>
          <p:cNvSpPr/>
          <p:nvPr/>
        </p:nvSpPr>
        <p:spPr>
          <a:xfrm>
            <a:off x="1170634" y="1582609"/>
            <a:ext cx="3740336" cy="1830077"/>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58964DD-8BEE-EED4-488D-6CFE32B28A0E}"/>
              </a:ext>
            </a:extLst>
          </p:cNvPr>
          <p:cNvSpPr/>
          <p:nvPr/>
        </p:nvSpPr>
        <p:spPr>
          <a:xfrm>
            <a:off x="2081128" y="2272934"/>
            <a:ext cx="500185" cy="569123"/>
          </a:xfrm>
          <a:prstGeom prst="ellipse">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86793276-34EF-BE84-CD99-3B7DF1D1C907}"/>
              </a:ext>
            </a:extLst>
          </p:cNvPr>
          <p:cNvSpPr/>
          <p:nvPr/>
        </p:nvSpPr>
        <p:spPr>
          <a:xfrm>
            <a:off x="3929133" y="2286895"/>
            <a:ext cx="433640" cy="569123"/>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EE62C4D9-D011-5491-BFA8-0F612D993977}"/>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7621976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rgbClr val="00B0F0"/>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rgbClr val="FFFF00"/>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5F19065A-7F8F-C2E0-7D29-3621005D9EF6}"/>
              </a:ext>
            </a:extLst>
          </p:cNvPr>
          <p:cNvSpPr txBox="1"/>
          <p:nvPr/>
        </p:nvSpPr>
        <p:spPr>
          <a:xfrm>
            <a:off x="5385472" y="688088"/>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graphicFrame>
        <p:nvGraphicFramePr>
          <p:cNvPr id="15" name="Table 18">
            <a:extLst>
              <a:ext uri="{FF2B5EF4-FFF2-40B4-BE49-F238E27FC236}">
                <a16:creationId xmlns:a16="http://schemas.microsoft.com/office/drawing/2014/main" id="{4E405186-B056-DCC7-C172-CE3A1C8B7EAB}"/>
              </a:ext>
            </a:extLst>
          </p:cNvPr>
          <p:cNvGraphicFramePr>
            <a:graphicFrameLocks noGrp="1"/>
          </p:cNvGraphicFramePr>
          <p:nvPr>
            <p:extLst>
              <p:ext uri="{D42A27DB-BD31-4B8C-83A1-F6EECF244321}">
                <p14:modId xmlns:p14="http://schemas.microsoft.com/office/powerpoint/2010/main" val="2211187691"/>
              </p:ext>
            </p:extLst>
          </p:nvPr>
        </p:nvGraphicFramePr>
        <p:xfrm>
          <a:off x="5385471" y="3036722"/>
          <a:ext cx="6571398" cy="192024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3"/>
                          </a:solidFill>
                        </a:rPr>
                        <a:t>suspect A’s </a:t>
                      </a:r>
                      <a:r>
                        <a:rPr lang="en-US"/>
                        <a:t>expectations about what suspect B will do</a:t>
                      </a:r>
                    </a:p>
                  </a:txBody>
                  <a:tcPr/>
                </a:tc>
                <a:tc>
                  <a:txBody>
                    <a:bodyPr/>
                    <a:lstStyle/>
                    <a:p>
                      <a:r>
                        <a:rPr lang="en-US">
                          <a:solidFill>
                            <a:schemeClr val="accent3"/>
                          </a:solidFill>
                        </a:rPr>
                        <a:t>suspect A’s </a:t>
                      </a:r>
                      <a:r>
                        <a:rPr lang="en-US"/>
                        <a:t>preferences over her available actions</a:t>
                      </a:r>
                    </a:p>
                  </a:txBody>
                  <a:tcPr/>
                </a:tc>
                <a:extLst>
                  <a:ext uri="{0D108BD9-81ED-4DB2-BD59-A6C34878D82A}">
                    <a16:rowId xmlns:a16="http://schemas.microsoft.com/office/drawing/2014/main" val="3626194292"/>
                  </a:ext>
                </a:extLst>
              </a:tr>
              <a:tr h="370840">
                <a:tc>
                  <a:txBody>
                    <a:bodyPr/>
                    <a:lstStyle/>
                    <a:p>
                      <a:r>
                        <a:rPr lang="en-US"/>
                        <a:t>B will confess</a:t>
                      </a:r>
                    </a:p>
                  </a:txBody>
                  <a:tcPr/>
                </a:tc>
                <a:tc>
                  <a:txBody>
                    <a:bodyPr/>
                    <a:lstStyle/>
                    <a:p>
                      <a:r>
                        <a:rPr lang="en-US"/>
                        <a:t>prefers to confess instead of not confess</a:t>
                      </a:r>
                    </a:p>
                  </a:txBody>
                  <a:tcPr/>
                </a:tc>
                <a:extLst>
                  <a:ext uri="{0D108BD9-81ED-4DB2-BD59-A6C34878D82A}">
                    <a16:rowId xmlns:a16="http://schemas.microsoft.com/office/drawing/2014/main" val="4209888748"/>
                  </a:ext>
                </a:extLst>
              </a:tr>
              <a:tr h="370840">
                <a:tc>
                  <a:txBody>
                    <a:bodyPr/>
                    <a:lstStyle/>
                    <a:p>
                      <a:r>
                        <a:rPr lang="en-US"/>
                        <a:t>B will not confess</a:t>
                      </a:r>
                    </a:p>
                  </a:txBody>
                  <a:tcPr/>
                </a:tc>
                <a:tc>
                  <a:txBody>
                    <a:bodyPr/>
                    <a:lstStyle/>
                    <a:p>
                      <a:r>
                        <a:rPr lang="en-US"/>
                        <a:t>prefers to confess instead of not confess</a:t>
                      </a:r>
                    </a:p>
                  </a:txBody>
                  <a:tcPr/>
                </a:tc>
                <a:extLst>
                  <a:ext uri="{0D108BD9-81ED-4DB2-BD59-A6C34878D82A}">
                    <a16:rowId xmlns:a16="http://schemas.microsoft.com/office/drawing/2014/main" val="2874394456"/>
                  </a:ext>
                </a:extLst>
              </a:tr>
            </a:tbl>
          </a:graphicData>
        </a:graphic>
      </p:graphicFrame>
      <p:graphicFrame>
        <p:nvGraphicFramePr>
          <p:cNvPr id="19" name="Table 18">
            <a:extLst>
              <a:ext uri="{FF2B5EF4-FFF2-40B4-BE49-F238E27FC236}">
                <a16:creationId xmlns:a16="http://schemas.microsoft.com/office/drawing/2014/main" id="{4357DE94-BAAE-D996-4AFA-32C270105F88}"/>
              </a:ext>
            </a:extLst>
          </p:cNvPr>
          <p:cNvGraphicFramePr>
            <a:graphicFrameLocks noGrp="1"/>
          </p:cNvGraphicFramePr>
          <p:nvPr>
            <p:extLst>
              <p:ext uri="{D42A27DB-BD31-4B8C-83A1-F6EECF244321}">
                <p14:modId xmlns:p14="http://schemas.microsoft.com/office/powerpoint/2010/main" val="1701371274"/>
              </p:ext>
            </p:extLst>
          </p:nvPr>
        </p:nvGraphicFramePr>
        <p:xfrm>
          <a:off x="5385471" y="5253445"/>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5"/>
                          </a:solidFill>
                        </a:rPr>
                        <a:t>suspect B’s</a:t>
                      </a:r>
                      <a:r>
                        <a:rPr lang="en-US"/>
                        <a:t> expectations about what suspect A will do</a:t>
                      </a:r>
                    </a:p>
                  </a:txBody>
                  <a:tcPr/>
                </a:tc>
                <a:tc>
                  <a:txBody>
                    <a:bodyPr/>
                    <a:lstStyle/>
                    <a:p>
                      <a:r>
                        <a:rPr lang="en-US">
                          <a:solidFill>
                            <a:schemeClr val="accent5"/>
                          </a:solidFill>
                        </a:rPr>
                        <a:t>suspect B’s </a:t>
                      </a:r>
                      <a:r>
                        <a:rPr lang="en-US"/>
                        <a:t>preferences over his available actions</a:t>
                      </a:r>
                    </a:p>
                  </a:txBody>
                  <a:tcPr/>
                </a:tc>
                <a:extLst>
                  <a:ext uri="{0D108BD9-81ED-4DB2-BD59-A6C34878D82A}">
                    <a16:rowId xmlns:a16="http://schemas.microsoft.com/office/drawing/2014/main" val="3626194292"/>
                  </a:ext>
                </a:extLst>
              </a:tr>
              <a:tr h="370840">
                <a:tc>
                  <a:txBody>
                    <a:bodyPr/>
                    <a:lstStyle/>
                    <a:p>
                      <a:r>
                        <a:rPr lang="en-US"/>
                        <a:t>A will confess</a:t>
                      </a:r>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r>
                        <a:rPr lang="en-US"/>
                        <a:t>A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sp>
        <p:nvSpPr>
          <p:cNvPr id="20" name="Rectangle 19">
            <a:extLst>
              <a:ext uri="{FF2B5EF4-FFF2-40B4-BE49-F238E27FC236}">
                <a16:creationId xmlns:a16="http://schemas.microsoft.com/office/drawing/2014/main" id="{7D0DA6B2-4AB2-F716-73C7-70566D689C5D}"/>
              </a:ext>
            </a:extLst>
          </p:cNvPr>
          <p:cNvSpPr/>
          <p:nvPr/>
        </p:nvSpPr>
        <p:spPr>
          <a:xfrm>
            <a:off x="5385471" y="4333908"/>
            <a:ext cx="6571398" cy="623053"/>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C53094E-3D96-522C-596F-A588359CEC87}"/>
              </a:ext>
            </a:extLst>
          </p:cNvPr>
          <p:cNvSpPr/>
          <p:nvPr/>
        </p:nvSpPr>
        <p:spPr>
          <a:xfrm>
            <a:off x="1170634" y="1582609"/>
            <a:ext cx="3740336" cy="1830077"/>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58964DD-8BEE-EED4-488D-6CFE32B28A0E}"/>
              </a:ext>
            </a:extLst>
          </p:cNvPr>
          <p:cNvSpPr/>
          <p:nvPr/>
        </p:nvSpPr>
        <p:spPr>
          <a:xfrm>
            <a:off x="2081128" y="2272934"/>
            <a:ext cx="500185" cy="569123"/>
          </a:xfrm>
          <a:prstGeom prst="ellipse">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86793276-34EF-BE84-CD99-3B7DF1D1C907}"/>
              </a:ext>
            </a:extLst>
          </p:cNvPr>
          <p:cNvSpPr/>
          <p:nvPr/>
        </p:nvSpPr>
        <p:spPr>
          <a:xfrm>
            <a:off x="3929133" y="2286895"/>
            <a:ext cx="433640" cy="569123"/>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D4E84ADD-E322-F194-5AE7-11513BA90447}"/>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5653244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5F19065A-7F8F-C2E0-7D29-3621005D9EF6}"/>
              </a:ext>
            </a:extLst>
          </p:cNvPr>
          <p:cNvSpPr txBox="1"/>
          <p:nvPr/>
        </p:nvSpPr>
        <p:spPr>
          <a:xfrm>
            <a:off x="5385471" y="53135"/>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graphicFrame>
        <p:nvGraphicFramePr>
          <p:cNvPr id="15" name="Table 18">
            <a:extLst>
              <a:ext uri="{FF2B5EF4-FFF2-40B4-BE49-F238E27FC236}">
                <a16:creationId xmlns:a16="http://schemas.microsoft.com/office/drawing/2014/main" id="{4E405186-B056-DCC7-C172-CE3A1C8B7EAB}"/>
              </a:ext>
            </a:extLst>
          </p:cNvPr>
          <p:cNvGraphicFramePr>
            <a:graphicFrameLocks noGrp="1"/>
          </p:cNvGraphicFramePr>
          <p:nvPr>
            <p:extLst>
              <p:ext uri="{D42A27DB-BD31-4B8C-83A1-F6EECF244321}">
                <p14:modId xmlns:p14="http://schemas.microsoft.com/office/powerpoint/2010/main" val="1487796559"/>
              </p:ext>
            </p:extLst>
          </p:nvPr>
        </p:nvGraphicFramePr>
        <p:xfrm>
          <a:off x="5385471" y="2242848"/>
          <a:ext cx="6571398" cy="192024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3"/>
                          </a:solidFill>
                        </a:rPr>
                        <a:t>suspect A’s </a:t>
                      </a:r>
                      <a:r>
                        <a:rPr lang="en-US"/>
                        <a:t>expectations about what suspect B will do</a:t>
                      </a:r>
                    </a:p>
                  </a:txBody>
                  <a:tcPr/>
                </a:tc>
                <a:tc>
                  <a:txBody>
                    <a:bodyPr/>
                    <a:lstStyle/>
                    <a:p>
                      <a:r>
                        <a:rPr lang="en-US">
                          <a:solidFill>
                            <a:schemeClr val="accent3"/>
                          </a:solidFill>
                        </a:rPr>
                        <a:t>suspect A’s </a:t>
                      </a:r>
                      <a:r>
                        <a:rPr lang="en-US"/>
                        <a:t>preferences over her available actions</a:t>
                      </a:r>
                    </a:p>
                  </a:txBody>
                  <a:tcPr/>
                </a:tc>
                <a:extLst>
                  <a:ext uri="{0D108BD9-81ED-4DB2-BD59-A6C34878D82A}">
                    <a16:rowId xmlns:a16="http://schemas.microsoft.com/office/drawing/2014/main" val="3626194292"/>
                  </a:ext>
                </a:extLst>
              </a:tr>
              <a:tr h="370840">
                <a:tc>
                  <a:txBody>
                    <a:bodyPr/>
                    <a:lstStyle/>
                    <a:p>
                      <a:r>
                        <a:rPr lang="en-US"/>
                        <a:t>B will confess</a:t>
                      </a:r>
                    </a:p>
                  </a:txBody>
                  <a:tcPr/>
                </a:tc>
                <a:tc>
                  <a:txBody>
                    <a:bodyPr/>
                    <a:lstStyle/>
                    <a:p>
                      <a:r>
                        <a:rPr lang="en-US"/>
                        <a:t>prefers to confess instead of not confess</a:t>
                      </a:r>
                    </a:p>
                  </a:txBody>
                  <a:tcPr/>
                </a:tc>
                <a:extLst>
                  <a:ext uri="{0D108BD9-81ED-4DB2-BD59-A6C34878D82A}">
                    <a16:rowId xmlns:a16="http://schemas.microsoft.com/office/drawing/2014/main" val="4209888748"/>
                  </a:ext>
                </a:extLst>
              </a:tr>
              <a:tr h="370840">
                <a:tc>
                  <a:txBody>
                    <a:bodyPr/>
                    <a:lstStyle/>
                    <a:p>
                      <a:r>
                        <a:rPr lang="en-US"/>
                        <a:t>B will not confess</a:t>
                      </a:r>
                    </a:p>
                  </a:txBody>
                  <a:tcPr/>
                </a:tc>
                <a:tc>
                  <a:txBody>
                    <a:bodyPr/>
                    <a:lstStyle/>
                    <a:p>
                      <a:r>
                        <a:rPr lang="en-US"/>
                        <a:t>prefers to confess instead of not confess</a:t>
                      </a:r>
                    </a:p>
                  </a:txBody>
                  <a:tcPr/>
                </a:tc>
                <a:extLst>
                  <a:ext uri="{0D108BD9-81ED-4DB2-BD59-A6C34878D82A}">
                    <a16:rowId xmlns:a16="http://schemas.microsoft.com/office/drawing/2014/main" val="2874394456"/>
                  </a:ext>
                </a:extLst>
              </a:tr>
            </a:tbl>
          </a:graphicData>
        </a:graphic>
      </p:graphicFrame>
      <p:graphicFrame>
        <p:nvGraphicFramePr>
          <p:cNvPr id="19" name="Table 18">
            <a:extLst>
              <a:ext uri="{FF2B5EF4-FFF2-40B4-BE49-F238E27FC236}">
                <a16:creationId xmlns:a16="http://schemas.microsoft.com/office/drawing/2014/main" id="{4357DE94-BAAE-D996-4AFA-32C270105F88}"/>
              </a:ext>
            </a:extLst>
          </p:cNvPr>
          <p:cNvGraphicFramePr>
            <a:graphicFrameLocks noGrp="1"/>
          </p:cNvGraphicFramePr>
          <p:nvPr>
            <p:extLst>
              <p:ext uri="{D42A27DB-BD31-4B8C-83A1-F6EECF244321}">
                <p14:modId xmlns:p14="http://schemas.microsoft.com/office/powerpoint/2010/main" val="2528340629"/>
              </p:ext>
            </p:extLst>
          </p:nvPr>
        </p:nvGraphicFramePr>
        <p:xfrm>
          <a:off x="5385471" y="4284617"/>
          <a:ext cx="6571398" cy="165100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5"/>
                          </a:solidFill>
                        </a:rPr>
                        <a:t>suspect B’s</a:t>
                      </a:r>
                      <a:r>
                        <a:rPr lang="en-US"/>
                        <a:t> expectations about what suspect A will do</a:t>
                      </a:r>
                    </a:p>
                  </a:txBody>
                  <a:tcPr/>
                </a:tc>
                <a:tc>
                  <a:txBody>
                    <a:bodyPr/>
                    <a:lstStyle/>
                    <a:p>
                      <a:r>
                        <a:rPr lang="en-US">
                          <a:solidFill>
                            <a:schemeClr val="accent5"/>
                          </a:solidFill>
                        </a:rPr>
                        <a:t>suspect B’s </a:t>
                      </a:r>
                      <a:r>
                        <a:rPr lang="en-US"/>
                        <a:t>preferences over his available actions</a:t>
                      </a:r>
                    </a:p>
                  </a:txBody>
                  <a:tcPr/>
                </a:tc>
                <a:extLst>
                  <a:ext uri="{0D108BD9-81ED-4DB2-BD59-A6C34878D82A}">
                    <a16:rowId xmlns:a16="http://schemas.microsoft.com/office/drawing/2014/main" val="3626194292"/>
                  </a:ext>
                </a:extLst>
              </a:tr>
              <a:tr h="370840">
                <a:tc>
                  <a:txBody>
                    <a:bodyPr/>
                    <a:lstStyle/>
                    <a:p>
                      <a:r>
                        <a:rPr lang="en-US"/>
                        <a:t>A will confess</a:t>
                      </a:r>
                    </a:p>
                  </a:txBody>
                  <a:tcPr/>
                </a:tc>
                <a:tc>
                  <a:txBody>
                    <a:bodyPr/>
                    <a:lstStyle/>
                    <a:p>
                      <a:r>
                        <a:rPr lang="en-US"/>
                        <a:t>prefers to confess instead of not confess</a:t>
                      </a:r>
                    </a:p>
                  </a:txBody>
                  <a:tcPr/>
                </a:tc>
                <a:extLst>
                  <a:ext uri="{0D108BD9-81ED-4DB2-BD59-A6C34878D82A}">
                    <a16:rowId xmlns:a16="http://schemas.microsoft.com/office/drawing/2014/main" val="4209888748"/>
                  </a:ext>
                </a:extLst>
              </a:tr>
              <a:tr h="370840">
                <a:tc>
                  <a:txBody>
                    <a:bodyPr/>
                    <a:lstStyle/>
                    <a:p>
                      <a:r>
                        <a:rPr lang="en-US"/>
                        <a:t>A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sp>
        <p:nvSpPr>
          <p:cNvPr id="20" name="Rectangle 19">
            <a:extLst>
              <a:ext uri="{FF2B5EF4-FFF2-40B4-BE49-F238E27FC236}">
                <a16:creationId xmlns:a16="http://schemas.microsoft.com/office/drawing/2014/main" id="{7D0DA6B2-4AB2-F716-73C7-70566D689C5D}"/>
              </a:ext>
            </a:extLst>
          </p:cNvPr>
          <p:cNvSpPr/>
          <p:nvPr/>
        </p:nvSpPr>
        <p:spPr>
          <a:xfrm>
            <a:off x="5415955" y="4886269"/>
            <a:ext cx="6571398" cy="690461"/>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C53094E-3D96-522C-596F-A588359CEC87}"/>
              </a:ext>
            </a:extLst>
          </p:cNvPr>
          <p:cNvSpPr/>
          <p:nvPr/>
        </p:nvSpPr>
        <p:spPr>
          <a:xfrm>
            <a:off x="3025560" y="1582609"/>
            <a:ext cx="1885410" cy="3648891"/>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58964DD-8BEE-EED4-488D-6CFE32B28A0E}"/>
              </a:ext>
            </a:extLst>
          </p:cNvPr>
          <p:cNvSpPr/>
          <p:nvPr/>
        </p:nvSpPr>
        <p:spPr>
          <a:xfrm>
            <a:off x="3618301" y="2238747"/>
            <a:ext cx="500185" cy="569123"/>
          </a:xfrm>
          <a:prstGeom prst="ellipse">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86793276-34EF-BE84-CD99-3B7DF1D1C907}"/>
              </a:ext>
            </a:extLst>
          </p:cNvPr>
          <p:cNvSpPr/>
          <p:nvPr/>
        </p:nvSpPr>
        <p:spPr>
          <a:xfrm>
            <a:off x="3534625" y="4048111"/>
            <a:ext cx="433640" cy="569123"/>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2A0CF4E-1BD1-5C56-5870-02B59E4A92B9}"/>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21686454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4" name="TextBox 13">
            <a:extLst>
              <a:ext uri="{FF2B5EF4-FFF2-40B4-BE49-F238E27FC236}">
                <a16:creationId xmlns:a16="http://schemas.microsoft.com/office/drawing/2014/main" id="{6C33343E-70F8-3DE9-9A54-3A1388F603E6}"/>
              </a:ext>
            </a:extLst>
          </p:cNvPr>
          <p:cNvSpPr txBox="1"/>
          <p:nvPr/>
        </p:nvSpPr>
        <p:spPr>
          <a:xfrm>
            <a:off x="1610414" y="2327365"/>
            <a:ext cx="1001484" cy="369332"/>
          </a:xfrm>
          <a:prstGeom prst="rect">
            <a:avLst/>
          </a:prstGeom>
          <a:noFill/>
        </p:spPr>
        <p:txBody>
          <a:bodyPr wrap="square" rtlCol="0">
            <a:spAutoFit/>
          </a:bodyPr>
          <a:lstStyle/>
          <a:p>
            <a:pPr algn="ctr"/>
            <a:r>
              <a:rPr lang="en-US"/>
              <a:t>(-10,-10)</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5F19065A-7F8F-C2E0-7D29-3621005D9EF6}"/>
              </a:ext>
            </a:extLst>
          </p:cNvPr>
          <p:cNvSpPr txBox="1"/>
          <p:nvPr/>
        </p:nvSpPr>
        <p:spPr>
          <a:xfrm>
            <a:off x="5385471" y="53135"/>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graphicFrame>
        <p:nvGraphicFramePr>
          <p:cNvPr id="15" name="Table 18">
            <a:extLst>
              <a:ext uri="{FF2B5EF4-FFF2-40B4-BE49-F238E27FC236}">
                <a16:creationId xmlns:a16="http://schemas.microsoft.com/office/drawing/2014/main" id="{4E405186-B056-DCC7-C172-CE3A1C8B7EAB}"/>
              </a:ext>
            </a:extLst>
          </p:cNvPr>
          <p:cNvGraphicFramePr>
            <a:graphicFrameLocks noGrp="1"/>
          </p:cNvGraphicFramePr>
          <p:nvPr/>
        </p:nvGraphicFramePr>
        <p:xfrm>
          <a:off x="5385471" y="2242848"/>
          <a:ext cx="6571398" cy="192024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3"/>
                          </a:solidFill>
                        </a:rPr>
                        <a:t>suspect A’s </a:t>
                      </a:r>
                      <a:r>
                        <a:rPr lang="en-US"/>
                        <a:t>expectations about what suspect B will do</a:t>
                      </a:r>
                    </a:p>
                  </a:txBody>
                  <a:tcPr/>
                </a:tc>
                <a:tc>
                  <a:txBody>
                    <a:bodyPr/>
                    <a:lstStyle/>
                    <a:p>
                      <a:r>
                        <a:rPr lang="en-US">
                          <a:solidFill>
                            <a:schemeClr val="accent3"/>
                          </a:solidFill>
                        </a:rPr>
                        <a:t>suspect A’s </a:t>
                      </a:r>
                      <a:r>
                        <a:rPr lang="en-US"/>
                        <a:t>preferences over her available actions</a:t>
                      </a:r>
                    </a:p>
                  </a:txBody>
                  <a:tcPr/>
                </a:tc>
                <a:extLst>
                  <a:ext uri="{0D108BD9-81ED-4DB2-BD59-A6C34878D82A}">
                    <a16:rowId xmlns:a16="http://schemas.microsoft.com/office/drawing/2014/main" val="3626194292"/>
                  </a:ext>
                </a:extLst>
              </a:tr>
              <a:tr h="370840">
                <a:tc>
                  <a:txBody>
                    <a:bodyPr/>
                    <a:lstStyle/>
                    <a:p>
                      <a:r>
                        <a:rPr lang="en-US"/>
                        <a:t>B will confess</a:t>
                      </a:r>
                    </a:p>
                  </a:txBody>
                  <a:tcPr/>
                </a:tc>
                <a:tc>
                  <a:txBody>
                    <a:bodyPr/>
                    <a:lstStyle/>
                    <a:p>
                      <a:r>
                        <a:rPr lang="en-US"/>
                        <a:t>prefers to confess instead of not confess</a:t>
                      </a:r>
                    </a:p>
                  </a:txBody>
                  <a:tcPr/>
                </a:tc>
                <a:extLst>
                  <a:ext uri="{0D108BD9-81ED-4DB2-BD59-A6C34878D82A}">
                    <a16:rowId xmlns:a16="http://schemas.microsoft.com/office/drawing/2014/main" val="4209888748"/>
                  </a:ext>
                </a:extLst>
              </a:tr>
              <a:tr h="370840">
                <a:tc>
                  <a:txBody>
                    <a:bodyPr/>
                    <a:lstStyle/>
                    <a:p>
                      <a:r>
                        <a:rPr lang="en-US"/>
                        <a:t>B will not confess</a:t>
                      </a:r>
                    </a:p>
                  </a:txBody>
                  <a:tcPr/>
                </a:tc>
                <a:tc>
                  <a:txBody>
                    <a:bodyPr/>
                    <a:lstStyle/>
                    <a:p>
                      <a:r>
                        <a:rPr lang="en-US"/>
                        <a:t>prefers to confess instead of not confess</a:t>
                      </a:r>
                    </a:p>
                  </a:txBody>
                  <a:tcPr/>
                </a:tc>
                <a:extLst>
                  <a:ext uri="{0D108BD9-81ED-4DB2-BD59-A6C34878D82A}">
                    <a16:rowId xmlns:a16="http://schemas.microsoft.com/office/drawing/2014/main" val="2874394456"/>
                  </a:ext>
                </a:extLst>
              </a:tr>
            </a:tbl>
          </a:graphicData>
        </a:graphic>
      </p:graphicFrame>
      <p:graphicFrame>
        <p:nvGraphicFramePr>
          <p:cNvPr id="19" name="Table 18">
            <a:extLst>
              <a:ext uri="{FF2B5EF4-FFF2-40B4-BE49-F238E27FC236}">
                <a16:creationId xmlns:a16="http://schemas.microsoft.com/office/drawing/2014/main" id="{4357DE94-BAAE-D996-4AFA-32C270105F88}"/>
              </a:ext>
            </a:extLst>
          </p:cNvPr>
          <p:cNvGraphicFramePr>
            <a:graphicFrameLocks noGrp="1"/>
          </p:cNvGraphicFramePr>
          <p:nvPr/>
        </p:nvGraphicFramePr>
        <p:xfrm>
          <a:off x="5385471" y="4284617"/>
          <a:ext cx="6571398" cy="165100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5"/>
                          </a:solidFill>
                        </a:rPr>
                        <a:t>suspect B’s</a:t>
                      </a:r>
                      <a:r>
                        <a:rPr lang="en-US"/>
                        <a:t> expectations about what suspect A will do</a:t>
                      </a:r>
                    </a:p>
                  </a:txBody>
                  <a:tcPr/>
                </a:tc>
                <a:tc>
                  <a:txBody>
                    <a:bodyPr/>
                    <a:lstStyle/>
                    <a:p>
                      <a:r>
                        <a:rPr lang="en-US">
                          <a:solidFill>
                            <a:schemeClr val="accent5"/>
                          </a:solidFill>
                        </a:rPr>
                        <a:t>suspect B’s </a:t>
                      </a:r>
                      <a:r>
                        <a:rPr lang="en-US"/>
                        <a:t>preferences over his available actions</a:t>
                      </a:r>
                    </a:p>
                  </a:txBody>
                  <a:tcPr/>
                </a:tc>
                <a:extLst>
                  <a:ext uri="{0D108BD9-81ED-4DB2-BD59-A6C34878D82A}">
                    <a16:rowId xmlns:a16="http://schemas.microsoft.com/office/drawing/2014/main" val="3626194292"/>
                  </a:ext>
                </a:extLst>
              </a:tr>
              <a:tr h="370840">
                <a:tc>
                  <a:txBody>
                    <a:bodyPr/>
                    <a:lstStyle/>
                    <a:p>
                      <a:r>
                        <a:rPr lang="en-US"/>
                        <a:t>A will confess</a:t>
                      </a:r>
                    </a:p>
                  </a:txBody>
                  <a:tcPr/>
                </a:tc>
                <a:tc>
                  <a:txBody>
                    <a:bodyPr/>
                    <a:lstStyle/>
                    <a:p>
                      <a:r>
                        <a:rPr lang="en-US"/>
                        <a:t>prefers to confess instead of not confess</a:t>
                      </a:r>
                    </a:p>
                  </a:txBody>
                  <a:tcPr/>
                </a:tc>
                <a:extLst>
                  <a:ext uri="{0D108BD9-81ED-4DB2-BD59-A6C34878D82A}">
                    <a16:rowId xmlns:a16="http://schemas.microsoft.com/office/drawing/2014/main" val="4209888748"/>
                  </a:ext>
                </a:extLst>
              </a:tr>
              <a:tr h="370840">
                <a:tc>
                  <a:txBody>
                    <a:bodyPr/>
                    <a:lstStyle/>
                    <a:p>
                      <a:r>
                        <a:rPr lang="en-US"/>
                        <a:t>A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sp>
        <p:nvSpPr>
          <p:cNvPr id="20" name="Rectangle 19">
            <a:extLst>
              <a:ext uri="{FF2B5EF4-FFF2-40B4-BE49-F238E27FC236}">
                <a16:creationId xmlns:a16="http://schemas.microsoft.com/office/drawing/2014/main" id="{7D0DA6B2-4AB2-F716-73C7-70566D689C5D}"/>
              </a:ext>
            </a:extLst>
          </p:cNvPr>
          <p:cNvSpPr/>
          <p:nvPr/>
        </p:nvSpPr>
        <p:spPr>
          <a:xfrm>
            <a:off x="5415955" y="4886269"/>
            <a:ext cx="6571398" cy="690461"/>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C53094E-3D96-522C-596F-A588359CEC87}"/>
              </a:ext>
            </a:extLst>
          </p:cNvPr>
          <p:cNvSpPr/>
          <p:nvPr/>
        </p:nvSpPr>
        <p:spPr>
          <a:xfrm>
            <a:off x="3025560" y="1582609"/>
            <a:ext cx="1885410" cy="3648891"/>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58964DD-8BEE-EED4-488D-6CFE32B28A0E}"/>
              </a:ext>
            </a:extLst>
          </p:cNvPr>
          <p:cNvSpPr/>
          <p:nvPr/>
        </p:nvSpPr>
        <p:spPr>
          <a:xfrm>
            <a:off x="3618301" y="2238747"/>
            <a:ext cx="500185" cy="569123"/>
          </a:xfrm>
          <a:prstGeom prst="ellipse">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86793276-34EF-BE84-CD99-3B7DF1D1C907}"/>
              </a:ext>
            </a:extLst>
          </p:cNvPr>
          <p:cNvSpPr/>
          <p:nvPr/>
        </p:nvSpPr>
        <p:spPr>
          <a:xfrm>
            <a:off x="3534625" y="4048111"/>
            <a:ext cx="433640" cy="569123"/>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90715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5F19065A-7F8F-C2E0-7D29-3621005D9EF6}"/>
              </a:ext>
            </a:extLst>
          </p:cNvPr>
          <p:cNvSpPr txBox="1"/>
          <p:nvPr/>
        </p:nvSpPr>
        <p:spPr>
          <a:xfrm>
            <a:off x="5385471" y="53135"/>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graphicFrame>
        <p:nvGraphicFramePr>
          <p:cNvPr id="15" name="Table 18">
            <a:extLst>
              <a:ext uri="{FF2B5EF4-FFF2-40B4-BE49-F238E27FC236}">
                <a16:creationId xmlns:a16="http://schemas.microsoft.com/office/drawing/2014/main" id="{4E405186-B056-DCC7-C172-CE3A1C8B7EAB}"/>
              </a:ext>
            </a:extLst>
          </p:cNvPr>
          <p:cNvGraphicFramePr>
            <a:graphicFrameLocks noGrp="1"/>
          </p:cNvGraphicFramePr>
          <p:nvPr/>
        </p:nvGraphicFramePr>
        <p:xfrm>
          <a:off x="5385471" y="2242848"/>
          <a:ext cx="6571398" cy="192024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3"/>
                          </a:solidFill>
                        </a:rPr>
                        <a:t>suspect A’s </a:t>
                      </a:r>
                      <a:r>
                        <a:rPr lang="en-US"/>
                        <a:t>expectations about what suspect B will do</a:t>
                      </a:r>
                    </a:p>
                  </a:txBody>
                  <a:tcPr/>
                </a:tc>
                <a:tc>
                  <a:txBody>
                    <a:bodyPr/>
                    <a:lstStyle/>
                    <a:p>
                      <a:r>
                        <a:rPr lang="en-US">
                          <a:solidFill>
                            <a:schemeClr val="accent3"/>
                          </a:solidFill>
                        </a:rPr>
                        <a:t>suspect A’s </a:t>
                      </a:r>
                      <a:r>
                        <a:rPr lang="en-US"/>
                        <a:t>preferences over her available actions</a:t>
                      </a:r>
                    </a:p>
                  </a:txBody>
                  <a:tcPr/>
                </a:tc>
                <a:extLst>
                  <a:ext uri="{0D108BD9-81ED-4DB2-BD59-A6C34878D82A}">
                    <a16:rowId xmlns:a16="http://schemas.microsoft.com/office/drawing/2014/main" val="3626194292"/>
                  </a:ext>
                </a:extLst>
              </a:tr>
              <a:tr h="370840">
                <a:tc>
                  <a:txBody>
                    <a:bodyPr/>
                    <a:lstStyle/>
                    <a:p>
                      <a:r>
                        <a:rPr lang="en-US"/>
                        <a:t>B will confess</a:t>
                      </a:r>
                    </a:p>
                  </a:txBody>
                  <a:tcPr/>
                </a:tc>
                <a:tc>
                  <a:txBody>
                    <a:bodyPr/>
                    <a:lstStyle/>
                    <a:p>
                      <a:r>
                        <a:rPr lang="en-US"/>
                        <a:t>prefers to confess instead of not confess</a:t>
                      </a:r>
                    </a:p>
                  </a:txBody>
                  <a:tcPr/>
                </a:tc>
                <a:extLst>
                  <a:ext uri="{0D108BD9-81ED-4DB2-BD59-A6C34878D82A}">
                    <a16:rowId xmlns:a16="http://schemas.microsoft.com/office/drawing/2014/main" val="4209888748"/>
                  </a:ext>
                </a:extLst>
              </a:tr>
              <a:tr h="370840">
                <a:tc>
                  <a:txBody>
                    <a:bodyPr/>
                    <a:lstStyle/>
                    <a:p>
                      <a:r>
                        <a:rPr lang="en-US"/>
                        <a:t>B will not confess</a:t>
                      </a:r>
                    </a:p>
                  </a:txBody>
                  <a:tcPr/>
                </a:tc>
                <a:tc>
                  <a:txBody>
                    <a:bodyPr/>
                    <a:lstStyle/>
                    <a:p>
                      <a:r>
                        <a:rPr lang="en-US"/>
                        <a:t>prefers to confess instead of not confess</a:t>
                      </a:r>
                    </a:p>
                  </a:txBody>
                  <a:tcPr/>
                </a:tc>
                <a:extLst>
                  <a:ext uri="{0D108BD9-81ED-4DB2-BD59-A6C34878D82A}">
                    <a16:rowId xmlns:a16="http://schemas.microsoft.com/office/drawing/2014/main" val="2874394456"/>
                  </a:ext>
                </a:extLst>
              </a:tr>
            </a:tbl>
          </a:graphicData>
        </a:graphic>
      </p:graphicFrame>
      <p:graphicFrame>
        <p:nvGraphicFramePr>
          <p:cNvPr id="19" name="Table 18">
            <a:extLst>
              <a:ext uri="{FF2B5EF4-FFF2-40B4-BE49-F238E27FC236}">
                <a16:creationId xmlns:a16="http://schemas.microsoft.com/office/drawing/2014/main" id="{4357DE94-BAAE-D996-4AFA-32C270105F88}"/>
              </a:ext>
            </a:extLst>
          </p:cNvPr>
          <p:cNvGraphicFramePr>
            <a:graphicFrameLocks noGrp="1"/>
          </p:cNvGraphicFramePr>
          <p:nvPr>
            <p:extLst>
              <p:ext uri="{D42A27DB-BD31-4B8C-83A1-F6EECF244321}">
                <p14:modId xmlns:p14="http://schemas.microsoft.com/office/powerpoint/2010/main" val="821082228"/>
              </p:ext>
            </p:extLst>
          </p:nvPr>
        </p:nvGraphicFramePr>
        <p:xfrm>
          <a:off x="5385471" y="4284617"/>
          <a:ext cx="6571398" cy="192024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5"/>
                          </a:solidFill>
                        </a:rPr>
                        <a:t>suspect B’s</a:t>
                      </a:r>
                      <a:r>
                        <a:rPr lang="en-US"/>
                        <a:t> expectations about what suspect A will do</a:t>
                      </a:r>
                    </a:p>
                  </a:txBody>
                  <a:tcPr/>
                </a:tc>
                <a:tc>
                  <a:txBody>
                    <a:bodyPr/>
                    <a:lstStyle/>
                    <a:p>
                      <a:r>
                        <a:rPr lang="en-US">
                          <a:solidFill>
                            <a:schemeClr val="accent5"/>
                          </a:solidFill>
                        </a:rPr>
                        <a:t>suspect B’s </a:t>
                      </a:r>
                      <a:r>
                        <a:rPr lang="en-US"/>
                        <a:t>preferences over his available actions</a:t>
                      </a:r>
                    </a:p>
                  </a:txBody>
                  <a:tcPr/>
                </a:tc>
                <a:extLst>
                  <a:ext uri="{0D108BD9-81ED-4DB2-BD59-A6C34878D82A}">
                    <a16:rowId xmlns:a16="http://schemas.microsoft.com/office/drawing/2014/main" val="3626194292"/>
                  </a:ext>
                </a:extLst>
              </a:tr>
              <a:tr h="370840">
                <a:tc>
                  <a:txBody>
                    <a:bodyPr/>
                    <a:lstStyle/>
                    <a:p>
                      <a:r>
                        <a:rPr lang="en-US"/>
                        <a:t>A will confess</a:t>
                      </a:r>
                    </a:p>
                  </a:txBody>
                  <a:tcPr/>
                </a:tc>
                <a:tc>
                  <a:txBody>
                    <a:bodyPr/>
                    <a:lstStyle/>
                    <a:p>
                      <a:r>
                        <a:rPr lang="en-US"/>
                        <a:t>prefers to confess instead of not confess</a:t>
                      </a:r>
                    </a:p>
                  </a:txBody>
                  <a:tcPr/>
                </a:tc>
                <a:extLst>
                  <a:ext uri="{0D108BD9-81ED-4DB2-BD59-A6C34878D82A}">
                    <a16:rowId xmlns:a16="http://schemas.microsoft.com/office/drawing/2014/main" val="4209888748"/>
                  </a:ext>
                </a:extLst>
              </a:tr>
              <a:tr h="370840">
                <a:tc>
                  <a:txBody>
                    <a:bodyPr/>
                    <a:lstStyle/>
                    <a:p>
                      <a:r>
                        <a:rPr lang="en-US"/>
                        <a:t>A will not confess</a:t>
                      </a:r>
                    </a:p>
                  </a:txBody>
                  <a:tcPr/>
                </a:tc>
                <a:tc>
                  <a:txBody>
                    <a:bodyPr/>
                    <a:lstStyle/>
                    <a:p>
                      <a:r>
                        <a:rPr lang="en-US"/>
                        <a:t>prefers to confess instead of not confess</a:t>
                      </a:r>
                    </a:p>
                  </a:txBody>
                  <a:tcPr/>
                </a:tc>
                <a:extLst>
                  <a:ext uri="{0D108BD9-81ED-4DB2-BD59-A6C34878D82A}">
                    <a16:rowId xmlns:a16="http://schemas.microsoft.com/office/drawing/2014/main" val="2874394456"/>
                  </a:ext>
                </a:extLst>
              </a:tr>
            </a:tbl>
          </a:graphicData>
        </a:graphic>
      </p:graphicFrame>
      <p:sp>
        <p:nvSpPr>
          <p:cNvPr id="20" name="Rectangle 19">
            <a:extLst>
              <a:ext uri="{FF2B5EF4-FFF2-40B4-BE49-F238E27FC236}">
                <a16:creationId xmlns:a16="http://schemas.microsoft.com/office/drawing/2014/main" id="{7D0DA6B2-4AB2-F716-73C7-70566D689C5D}"/>
              </a:ext>
            </a:extLst>
          </p:cNvPr>
          <p:cNvSpPr/>
          <p:nvPr/>
        </p:nvSpPr>
        <p:spPr>
          <a:xfrm>
            <a:off x="5385471" y="5526349"/>
            <a:ext cx="6571398" cy="690461"/>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C53094E-3D96-522C-596F-A588359CEC87}"/>
              </a:ext>
            </a:extLst>
          </p:cNvPr>
          <p:cNvSpPr/>
          <p:nvPr/>
        </p:nvSpPr>
        <p:spPr>
          <a:xfrm>
            <a:off x="1207256" y="1581405"/>
            <a:ext cx="1885410" cy="3648891"/>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58964DD-8BEE-EED4-488D-6CFE32B28A0E}"/>
              </a:ext>
            </a:extLst>
          </p:cNvPr>
          <p:cNvSpPr/>
          <p:nvPr/>
        </p:nvSpPr>
        <p:spPr>
          <a:xfrm>
            <a:off x="1728811" y="2287785"/>
            <a:ext cx="500185" cy="571390"/>
          </a:xfrm>
          <a:prstGeom prst="ellipse">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86793276-34EF-BE84-CD99-3B7DF1D1C907}"/>
              </a:ext>
            </a:extLst>
          </p:cNvPr>
          <p:cNvSpPr/>
          <p:nvPr/>
        </p:nvSpPr>
        <p:spPr>
          <a:xfrm>
            <a:off x="1645135" y="4097149"/>
            <a:ext cx="433640" cy="571390"/>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E6192EF-3D91-D3F1-0472-A07328980BB5}"/>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4062994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46C958-F69C-1863-0529-A9578797E8D6}"/>
              </a:ext>
            </a:extLst>
          </p:cNvPr>
          <p:cNvSpPr txBox="1"/>
          <p:nvPr/>
        </p:nvSpPr>
        <p:spPr>
          <a:xfrm>
            <a:off x="3600994" y="1680754"/>
            <a:ext cx="4990012" cy="2585323"/>
          </a:xfrm>
          <a:prstGeom prst="rect">
            <a:avLst/>
          </a:prstGeom>
          <a:noFill/>
        </p:spPr>
        <p:txBody>
          <a:bodyPr wrap="square" rtlCol="0">
            <a:spAutoFit/>
          </a:bodyPr>
          <a:lstStyle/>
          <a:p>
            <a:pPr algn="ctr"/>
            <a:r>
              <a:rPr lang="en-US" sz="5400">
                <a:solidFill>
                  <a:schemeClr val="tx2"/>
                </a:solidFill>
              </a:rPr>
              <a:t>Best Responses </a:t>
            </a:r>
          </a:p>
          <a:p>
            <a:pPr algn="ctr"/>
            <a:r>
              <a:rPr lang="en-US" sz="5400">
                <a:solidFill>
                  <a:schemeClr val="tx2"/>
                </a:solidFill>
              </a:rPr>
              <a:t>and </a:t>
            </a:r>
          </a:p>
          <a:p>
            <a:pPr algn="ctr"/>
            <a:r>
              <a:rPr lang="en-US" sz="5400">
                <a:solidFill>
                  <a:schemeClr val="tx2"/>
                </a:solidFill>
              </a:rPr>
              <a:t>Nash Equilibria</a:t>
            </a:r>
          </a:p>
        </p:txBody>
      </p:sp>
    </p:spTree>
    <p:extLst>
      <p:ext uri="{BB962C8B-B14F-4D97-AF65-F5344CB8AC3E}">
        <p14:creationId xmlns:p14="http://schemas.microsoft.com/office/powerpoint/2010/main" val="19944872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BD97E2-84E1-25C1-298F-D8BDA052B10E}"/>
              </a:ext>
            </a:extLst>
          </p:cNvPr>
          <p:cNvSpPr txBox="1"/>
          <p:nvPr/>
        </p:nvSpPr>
        <p:spPr>
          <a:xfrm>
            <a:off x="809898" y="1314995"/>
            <a:ext cx="3770811" cy="461665"/>
          </a:xfrm>
          <a:prstGeom prst="rect">
            <a:avLst/>
          </a:prstGeom>
          <a:noFill/>
        </p:spPr>
        <p:txBody>
          <a:bodyPr wrap="square" rtlCol="0">
            <a:spAutoFit/>
          </a:bodyPr>
          <a:lstStyle/>
          <a:p>
            <a:pPr algn="ctr"/>
            <a:r>
              <a:rPr lang="en-US" sz="2400" u="sng"/>
              <a:t>Game Theoretic Models</a:t>
            </a:r>
          </a:p>
        </p:txBody>
      </p:sp>
      <p:sp>
        <p:nvSpPr>
          <p:cNvPr id="4" name="TextBox 3">
            <a:extLst>
              <a:ext uri="{FF2B5EF4-FFF2-40B4-BE49-F238E27FC236}">
                <a16:creationId xmlns:a16="http://schemas.microsoft.com/office/drawing/2014/main" id="{DA5EDC57-452F-BA4B-97CF-A6E8FC8B9F96}"/>
              </a:ext>
            </a:extLst>
          </p:cNvPr>
          <p:cNvSpPr txBox="1"/>
          <p:nvPr/>
        </p:nvSpPr>
        <p:spPr>
          <a:xfrm>
            <a:off x="6278881" y="1314995"/>
            <a:ext cx="4846320" cy="461665"/>
          </a:xfrm>
          <a:prstGeom prst="rect">
            <a:avLst/>
          </a:prstGeom>
          <a:noFill/>
        </p:spPr>
        <p:txBody>
          <a:bodyPr wrap="square" rtlCol="0">
            <a:spAutoFit/>
          </a:bodyPr>
          <a:lstStyle/>
          <a:p>
            <a:pPr algn="ctr"/>
            <a:r>
              <a:rPr lang="en-US" sz="2400" u="sng"/>
              <a:t>Best Responses and Nash Equilibria</a:t>
            </a:r>
          </a:p>
        </p:txBody>
      </p:sp>
    </p:spTree>
    <p:extLst>
      <p:ext uri="{BB962C8B-B14F-4D97-AF65-F5344CB8AC3E}">
        <p14:creationId xmlns:p14="http://schemas.microsoft.com/office/powerpoint/2010/main" val="40815104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BD97E2-84E1-25C1-298F-D8BDA052B10E}"/>
              </a:ext>
            </a:extLst>
          </p:cNvPr>
          <p:cNvSpPr txBox="1"/>
          <p:nvPr/>
        </p:nvSpPr>
        <p:spPr>
          <a:xfrm>
            <a:off x="809898" y="1314995"/>
            <a:ext cx="3770811" cy="461665"/>
          </a:xfrm>
          <a:prstGeom prst="rect">
            <a:avLst/>
          </a:prstGeom>
          <a:noFill/>
        </p:spPr>
        <p:txBody>
          <a:bodyPr wrap="square" rtlCol="0">
            <a:spAutoFit/>
          </a:bodyPr>
          <a:lstStyle/>
          <a:p>
            <a:pPr algn="ctr"/>
            <a:r>
              <a:rPr lang="en-US" sz="2400" u="sng"/>
              <a:t>Game Theoretic Models</a:t>
            </a:r>
          </a:p>
        </p:txBody>
      </p:sp>
      <p:sp>
        <p:nvSpPr>
          <p:cNvPr id="4" name="TextBox 3">
            <a:extLst>
              <a:ext uri="{FF2B5EF4-FFF2-40B4-BE49-F238E27FC236}">
                <a16:creationId xmlns:a16="http://schemas.microsoft.com/office/drawing/2014/main" id="{DA5EDC57-452F-BA4B-97CF-A6E8FC8B9F96}"/>
              </a:ext>
            </a:extLst>
          </p:cNvPr>
          <p:cNvSpPr txBox="1"/>
          <p:nvPr/>
        </p:nvSpPr>
        <p:spPr>
          <a:xfrm>
            <a:off x="6278881" y="1314995"/>
            <a:ext cx="4846320" cy="461665"/>
          </a:xfrm>
          <a:prstGeom prst="rect">
            <a:avLst/>
          </a:prstGeom>
          <a:noFill/>
        </p:spPr>
        <p:txBody>
          <a:bodyPr wrap="square" rtlCol="0">
            <a:spAutoFit/>
          </a:bodyPr>
          <a:lstStyle/>
          <a:p>
            <a:pPr algn="ctr"/>
            <a:r>
              <a:rPr lang="en-US" sz="2400" u="sng"/>
              <a:t>Best Responses and Nash Equilibria</a:t>
            </a:r>
          </a:p>
        </p:txBody>
      </p:sp>
      <p:sp>
        <p:nvSpPr>
          <p:cNvPr id="2" name="TextBox 1">
            <a:extLst>
              <a:ext uri="{FF2B5EF4-FFF2-40B4-BE49-F238E27FC236}">
                <a16:creationId xmlns:a16="http://schemas.microsoft.com/office/drawing/2014/main" id="{0EB842CE-C735-33B1-02FD-575F065E4BC7}"/>
              </a:ext>
            </a:extLst>
          </p:cNvPr>
          <p:cNvSpPr txBox="1"/>
          <p:nvPr/>
        </p:nvSpPr>
        <p:spPr>
          <a:xfrm>
            <a:off x="809898" y="2386149"/>
            <a:ext cx="4345577" cy="1938992"/>
          </a:xfrm>
          <a:prstGeom prst="rect">
            <a:avLst/>
          </a:prstGeom>
          <a:noFill/>
        </p:spPr>
        <p:txBody>
          <a:bodyPr wrap="square" rtlCol="0">
            <a:spAutoFit/>
          </a:bodyPr>
          <a:lstStyle/>
          <a:p>
            <a:r>
              <a:rPr lang="en-US" sz="2400" i="1"/>
              <a:t>Depict the relationship between </a:t>
            </a:r>
            <a:r>
              <a:rPr lang="en-US" sz="2400" i="1">
                <a:solidFill>
                  <a:schemeClr val="accent2"/>
                </a:solidFill>
              </a:rPr>
              <a:t>persons’ expectations</a:t>
            </a:r>
            <a:r>
              <a:rPr lang="en-US" sz="2400" i="1"/>
              <a:t> about what others will do and </a:t>
            </a:r>
            <a:r>
              <a:rPr lang="en-US" sz="2400" i="1">
                <a:solidFill>
                  <a:schemeClr val="accent2"/>
                </a:solidFill>
              </a:rPr>
              <a:t>persons’ preferences</a:t>
            </a:r>
            <a:r>
              <a:rPr lang="en-US" sz="2400" i="1"/>
              <a:t> over their available actions.</a:t>
            </a:r>
          </a:p>
        </p:txBody>
      </p:sp>
    </p:spTree>
    <p:extLst>
      <p:ext uri="{BB962C8B-B14F-4D97-AF65-F5344CB8AC3E}">
        <p14:creationId xmlns:p14="http://schemas.microsoft.com/office/powerpoint/2010/main" val="42887745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BD97E2-84E1-25C1-298F-D8BDA052B10E}"/>
              </a:ext>
            </a:extLst>
          </p:cNvPr>
          <p:cNvSpPr txBox="1"/>
          <p:nvPr/>
        </p:nvSpPr>
        <p:spPr>
          <a:xfrm>
            <a:off x="809898" y="1314995"/>
            <a:ext cx="3770811" cy="461665"/>
          </a:xfrm>
          <a:prstGeom prst="rect">
            <a:avLst/>
          </a:prstGeom>
          <a:noFill/>
        </p:spPr>
        <p:txBody>
          <a:bodyPr wrap="square" rtlCol="0">
            <a:spAutoFit/>
          </a:bodyPr>
          <a:lstStyle/>
          <a:p>
            <a:pPr algn="ctr"/>
            <a:r>
              <a:rPr lang="en-US" sz="2400" u="sng"/>
              <a:t>Game Theoretic Models</a:t>
            </a:r>
          </a:p>
        </p:txBody>
      </p:sp>
      <p:sp>
        <p:nvSpPr>
          <p:cNvPr id="4" name="TextBox 3">
            <a:extLst>
              <a:ext uri="{FF2B5EF4-FFF2-40B4-BE49-F238E27FC236}">
                <a16:creationId xmlns:a16="http://schemas.microsoft.com/office/drawing/2014/main" id="{DA5EDC57-452F-BA4B-97CF-A6E8FC8B9F96}"/>
              </a:ext>
            </a:extLst>
          </p:cNvPr>
          <p:cNvSpPr txBox="1"/>
          <p:nvPr/>
        </p:nvSpPr>
        <p:spPr>
          <a:xfrm>
            <a:off x="6278881" y="1314995"/>
            <a:ext cx="4846320" cy="461665"/>
          </a:xfrm>
          <a:prstGeom prst="rect">
            <a:avLst/>
          </a:prstGeom>
          <a:noFill/>
        </p:spPr>
        <p:txBody>
          <a:bodyPr wrap="square" rtlCol="0">
            <a:spAutoFit/>
          </a:bodyPr>
          <a:lstStyle/>
          <a:p>
            <a:pPr algn="ctr"/>
            <a:r>
              <a:rPr lang="en-US" sz="2400" u="sng"/>
              <a:t>Best Responses and Nash Equilibria</a:t>
            </a:r>
          </a:p>
        </p:txBody>
      </p:sp>
      <p:sp>
        <p:nvSpPr>
          <p:cNvPr id="2" name="TextBox 1">
            <a:extLst>
              <a:ext uri="{FF2B5EF4-FFF2-40B4-BE49-F238E27FC236}">
                <a16:creationId xmlns:a16="http://schemas.microsoft.com/office/drawing/2014/main" id="{0EB842CE-C735-33B1-02FD-575F065E4BC7}"/>
              </a:ext>
            </a:extLst>
          </p:cNvPr>
          <p:cNvSpPr txBox="1"/>
          <p:nvPr/>
        </p:nvSpPr>
        <p:spPr>
          <a:xfrm>
            <a:off x="809898" y="2386149"/>
            <a:ext cx="4345577" cy="1938992"/>
          </a:xfrm>
          <a:prstGeom prst="rect">
            <a:avLst/>
          </a:prstGeom>
          <a:noFill/>
        </p:spPr>
        <p:txBody>
          <a:bodyPr wrap="square" rtlCol="0">
            <a:spAutoFit/>
          </a:bodyPr>
          <a:lstStyle/>
          <a:p>
            <a:r>
              <a:rPr lang="en-US" sz="2400" i="1"/>
              <a:t>Depict the relationship between </a:t>
            </a:r>
            <a:r>
              <a:rPr lang="en-US" sz="2400" i="1">
                <a:solidFill>
                  <a:schemeClr val="accent2"/>
                </a:solidFill>
              </a:rPr>
              <a:t>persons’ expectations</a:t>
            </a:r>
            <a:r>
              <a:rPr lang="en-US" sz="2400" i="1"/>
              <a:t> about what others will do and </a:t>
            </a:r>
            <a:r>
              <a:rPr lang="en-US" sz="2400" i="1">
                <a:solidFill>
                  <a:schemeClr val="accent2"/>
                </a:solidFill>
              </a:rPr>
              <a:t>persons’ preferences</a:t>
            </a:r>
            <a:r>
              <a:rPr lang="en-US" sz="2400" i="1"/>
              <a:t> over their available actions.</a:t>
            </a:r>
          </a:p>
        </p:txBody>
      </p:sp>
      <p:sp>
        <p:nvSpPr>
          <p:cNvPr id="5" name="TextBox 4">
            <a:extLst>
              <a:ext uri="{FF2B5EF4-FFF2-40B4-BE49-F238E27FC236}">
                <a16:creationId xmlns:a16="http://schemas.microsoft.com/office/drawing/2014/main" id="{8E882245-18BF-C819-2EAA-E76EFD1A2D37}"/>
              </a:ext>
            </a:extLst>
          </p:cNvPr>
          <p:cNvSpPr txBox="1"/>
          <p:nvPr/>
        </p:nvSpPr>
        <p:spPr>
          <a:xfrm>
            <a:off x="6779624" y="2386149"/>
            <a:ext cx="4345577" cy="1569660"/>
          </a:xfrm>
          <a:prstGeom prst="rect">
            <a:avLst/>
          </a:prstGeom>
          <a:noFill/>
        </p:spPr>
        <p:txBody>
          <a:bodyPr wrap="square" rtlCol="0">
            <a:spAutoFit/>
          </a:bodyPr>
          <a:lstStyle/>
          <a:p>
            <a:r>
              <a:rPr lang="en-US" sz="2400" i="1"/>
              <a:t>Depict the relationship between </a:t>
            </a:r>
            <a:r>
              <a:rPr lang="en-US" sz="2400" i="1">
                <a:solidFill>
                  <a:schemeClr val="accent5"/>
                </a:solidFill>
              </a:rPr>
              <a:t>persons’ expectations </a:t>
            </a:r>
            <a:r>
              <a:rPr lang="en-US" sz="2400" i="1"/>
              <a:t>about what others will do and the </a:t>
            </a:r>
            <a:r>
              <a:rPr lang="en-US" sz="2400" i="1">
                <a:solidFill>
                  <a:schemeClr val="accent5"/>
                </a:solidFill>
              </a:rPr>
              <a:t>actions persons take</a:t>
            </a:r>
            <a:r>
              <a:rPr lang="en-US" sz="2400" i="1"/>
              <a:t>.</a:t>
            </a:r>
          </a:p>
        </p:txBody>
      </p:sp>
    </p:spTree>
    <p:extLst>
      <p:ext uri="{BB962C8B-B14F-4D97-AF65-F5344CB8AC3E}">
        <p14:creationId xmlns:p14="http://schemas.microsoft.com/office/powerpoint/2010/main" val="41789503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BD97E2-84E1-25C1-298F-D8BDA052B10E}"/>
              </a:ext>
            </a:extLst>
          </p:cNvPr>
          <p:cNvSpPr txBox="1"/>
          <p:nvPr/>
        </p:nvSpPr>
        <p:spPr>
          <a:xfrm>
            <a:off x="809898" y="1314995"/>
            <a:ext cx="3770811" cy="461665"/>
          </a:xfrm>
          <a:prstGeom prst="rect">
            <a:avLst/>
          </a:prstGeom>
          <a:noFill/>
        </p:spPr>
        <p:txBody>
          <a:bodyPr wrap="square" rtlCol="0">
            <a:spAutoFit/>
          </a:bodyPr>
          <a:lstStyle/>
          <a:p>
            <a:pPr algn="ctr"/>
            <a:r>
              <a:rPr lang="en-US" sz="2400" u="sng"/>
              <a:t>Game Theoretic Models</a:t>
            </a:r>
          </a:p>
        </p:txBody>
      </p:sp>
      <p:sp>
        <p:nvSpPr>
          <p:cNvPr id="4" name="TextBox 3">
            <a:extLst>
              <a:ext uri="{FF2B5EF4-FFF2-40B4-BE49-F238E27FC236}">
                <a16:creationId xmlns:a16="http://schemas.microsoft.com/office/drawing/2014/main" id="{DA5EDC57-452F-BA4B-97CF-A6E8FC8B9F96}"/>
              </a:ext>
            </a:extLst>
          </p:cNvPr>
          <p:cNvSpPr txBox="1"/>
          <p:nvPr/>
        </p:nvSpPr>
        <p:spPr>
          <a:xfrm>
            <a:off x="6278881" y="1314995"/>
            <a:ext cx="4846320" cy="461665"/>
          </a:xfrm>
          <a:prstGeom prst="rect">
            <a:avLst/>
          </a:prstGeom>
          <a:noFill/>
        </p:spPr>
        <p:txBody>
          <a:bodyPr wrap="square" rtlCol="0">
            <a:spAutoFit/>
          </a:bodyPr>
          <a:lstStyle/>
          <a:p>
            <a:pPr algn="ctr"/>
            <a:r>
              <a:rPr lang="en-US" sz="2400" u="sng"/>
              <a:t>Best Responses and Nash Equilibria</a:t>
            </a:r>
          </a:p>
        </p:txBody>
      </p:sp>
      <p:sp>
        <p:nvSpPr>
          <p:cNvPr id="2" name="TextBox 1">
            <a:extLst>
              <a:ext uri="{FF2B5EF4-FFF2-40B4-BE49-F238E27FC236}">
                <a16:creationId xmlns:a16="http://schemas.microsoft.com/office/drawing/2014/main" id="{0EB842CE-C735-33B1-02FD-575F065E4BC7}"/>
              </a:ext>
            </a:extLst>
          </p:cNvPr>
          <p:cNvSpPr txBox="1"/>
          <p:nvPr/>
        </p:nvSpPr>
        <p:spPr>
          <a:xfrm>
            <a:off x="949234" y="2490651"/>
            <a:ext cx="4345577" cy="461665"/>
          </a:xfrm>
          <a:prstGeom prst="rect">
            <a:avLst/>
          </a:prstGeom>
          <a:noFill/>
        </p:spPr>
        <p:txBody>
          <a:bodyPr wrap="square" rtlCol="0">
            <a:spAutoFit/>
          </a:bodyPr>
          <a:lstStyle/>
          <a:p>
            <a:r>
              <a:rPr lang="en-US" sz="2400" i="1"/>
              <a:t>expectations &lt;-&gt; preferences</a:t>
            </a:r>
          </a:p>
        </p:txBody>
      </p:sp>
      <p:sp>
        <p:nvSpPr>
          <p:cNvPr id="5" name="TextBox 4">
            <a:extLst>
              <a:ext uri="{FF2B5EF4-FFF2-40B4-BE49-F238E27FC236}">
                <a16:creationId xmlns:a16="http://schemas.microsoft.com/office/drawing/2014/main" id="{8E882245-18BF-C819-2EAA-E76EFD1A2D37}"/>
              </a:ext>
            </a:extLst>
          </p:cNvPr>
          <p:cNvSpPr txBox="1"/>
          <p:nvPr/>
        </p:nvSpPr>
        <p:spPr>
          <a:xfrm>
            <a:off x="6966859" y="2412275"/>
            <a:ext cx="4345577" cy="461665"/>
          </a:xfrm>
          <a:prstGeom prst="rect">
            <a:avLst/>
          </a:prstGeom>
          <a:noFill/>
        </p:spPr>
        <p:txBody>
          <a:bodyPr wrap="square" rtlCol="0">
            <a:spAutoFit/>
          </a:bodyPr>
          <a:lstStyle/>
          <a:p>
            <a:r>
              <a:rPr lang="en-US" sz="2400" i="1"/>
              <a:t>expectations &lt;-&gt; behavior</a:t>
            </a:r>
          </a:p>
        </p:txBody>
      </p:sp>
    </p:spTree>
    <p:extLst>
      <p:ext uri="{BB962C8B-B14F-4D97-AF65-F5344CB8AC3E}">
        <p14:creationId xmlns:p14="http://schemas.microsoft.com/office/powerpoint/2010/main" val="16341183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Tree>
    <p:extLst>
      <p:ext uri="{BB962C8B-B14F-4D97-AF65-F5344CB8AC3E}">
        <p14:creationId xmlns:p14="http://schemas.microsoft.com/office/powerpoint/2010/main" val="3204333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3" name="TextBox 2">
            <a:extLst>
              <a:ext uri="{FF2B5EF4-FFF2-40B4-BE49-F238E27FC236}">
                <a16:creationId xmlns:a16="http://schemas.microsoft.com/office/drawing/2014/main" id="{D142AAF4-0586-C991-27C8-9651925313CA}"/>
              </a:ext>
            </a:extLst>
          </p:cNvPr>
          <p:cNvSpPr txBox="1"/>
          <p:nvPr/>
        </p:nvSpPr>
        <p:spPr>
          <a:xfrm>
            <a:off x="2447109" y="1088572"/>
            <a:ext cx="7593874" cy="646331"/>
          </a:xfrm>
          <a:prstGeom prst="rect">
            <a:avLst/>
          </a:prstGeom>
          <a:noFill/>
        </p:spPr>
        <p:txBody>
          <a:bodyPr wrap="square" rtlCol="0">
            <a:spAutoFit/>
          </a:bodyPr>
          <a:lstStyle/>
          <a:p>
            <a:r>
              <a:rPr lang="en-US"/>
              <a:t>Imagine the leaders of two nations – “leader A”, “leader B” – each deciding whether to impose trade embargoes on a third “target” nation.</a:t>
            </a:r>
          </a:p>
        </p:txBody>
      </p:sp>
    </p:spTree>
    <p:extLst>
      <p:ext uri="{BB962C8B-B14F-4D97-AF65-F5344CB8AC3E}">
        <p14:creationId xmlns:p14="http://schemas.microsoft.com/office/powerpoint/2010/main" val="26835563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3" name="TextBox 2">
            <a:extLst>
              <a:ext uri="{FF2B5EF4-FFF2-40B4-BE49-F238E27FC236}">
                <a16:creationId xmlns:a16="http://schemas.microsoft.com/office/drawing/2014/main" id="{D142AAF4-0586-C991-27C8-9651925313CA}"/>
              </a:ext>
            </a:extLst>
          </p:cNvPr>
          <p:cNvSpPr txBox="1"/>
          <p:nvPr/>
        </p:nvSpPr>
        <p:spPr>
          <a:xfrm>
            <a:off x="2447109" y="1088572"/>
            <a:ext cx="7593874" cy="1477328"/>
          </a:xfrm>
          <a:prstGeom prst="rect">
            <a:avLst/>
          </a:prstGeom>
          <a:noFill/>
        </p:spPr>
        <p:txBody>
          <a:bodyPr wrap="square" rtlCol="0">
            <a:spAutoFit/>
          </a:bodyPr>
          <a:lstStyle/>
          <a:p>
            <a:r>
              <a:rPr lang="en-US"/>
              <a:t>Imagine the leaders of two nations – “leader A”, “leader B” – each deciding whether to impose trade embargoes on a third “target” nation.</a:t>
            </a:r>
          </a:p>
          <a:p>
            <a:endParaRPr lang="en-US"/>
          </a:p>
          <a:p>
            <a:r>
              <a:rPr lang="en-US"/>
              <a:t>Suppose both leaders would like to see the target nation economically weakened.</a:t>
            </a:r>
          </a:p>
        </p:txBody>
      </p:sp>
    </p:spTree>
    <p:extLst>
      <p:ext uri="{BB962C8B-B14F-4D97-AF65-F5344CB8AC3E}">
        <p14:creationId xmlns:p14="http://schemas.microsoft.com/office/powerpoint/2010/main" val="16417716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3" name="TextBox 2">
            <a:extLst>
              <a:ext uri="{FF2B5EF4-FFF2-40B4-BE49-F238E27FC236}">
                <a16:creationId xmlns:a16="http://schemas.microsoft.com/office/drawing/2014/main" id="{D142AAF4-0586-C991-27C8-9651925313CA}"/>
              </a:ext>
            </a:extLst>
          </p:cNvPr>
          <p:cNvSpPr txBox="1"/>
          <p:nvPr/>
        </p:nvSpPr>
        <p:spPr>
          <a:xfrm>
            <a:off x="2447109" y="1088572"/>
            <a:ext cx="7593874" cy="1754326"/>
          </a:xfrm>
          <a:prstGeom prst="rect">
            <a:avLst/>
          </a:prstGeom>
          <a:noFill/>
        </p:spPr>
        <p:txBody>
          <a:bodyPr wrap="square" rtlCol="0">
            <a:spAutoFit/>
          </a:bodyPr>
          <a:lstStyle/>
          <a:p>
            <a:r>
              <a:rPr lang="en-US"/>
              <a:t>Imagine the leaders of two nations – “leader A”, “leader B” – each deciding whether to impose trade embargoes on a third “target” nation.</a:t>
            </a:r>
          </a:p>
          <a:p>
            <a:endParaRPr lang="en-US"/>
          </a:p>
          <a:p>
            <a:r>
              <a:rPr lang="en-US"/>
              <a:t>Suppose both leaders would like to see the target nation economically weakened. But each leader will suffer politically if she imposes an embargo because doing so will cause consumer prices within her country to rise.</a:t>
            </a:r>
          </a:p>
        </p:txBody>
      </p:sp>
    </p:spTree>
    <p:extLst>
      <p:ext uri="{BB962C8B-B14F-4D97-AF65-F5344CB8AC3E}">
        <p14:creationId xmlns:p14="http://schemas.microsoft.com/office/powerpoint/2010/main" val="10075151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3" name="TextBox 2">
            <a:extLst>
              <a:ext uri="{FF2B5EF4-FFF2-40B4-BE49-F238E27FC236}">
                <a16:creationId xmlns:a16="http://schemas.microsoft.com/office/drawing/2014/main" id="{D142AAF4-0586-C991-27C8-9651925313CA}"/>
              </a:ext>
            </a:extLst>
          </p:cNvPr>
          <p:cNvSpPr txBox="1"/>
          <p:nvPr/>
        </p:nvSpPr>
        <p:spPr>
          <a:xfrm>
            <a:off x="2447109" y="1088572"/>
            <a:ext cx="7593874" cy="3139321"/>
          </a:xfrm>
          <a:prstGeom prst="rect">
            <a:avLst/>
          </a:prstGeom>
          <a:noFill/>
        </p:spPr>
        <p:txBody>
          <a:bodyPr wrap="square" rtlCol="0">
            <a:spAutoFit/>
          </a:bodyPr>
          <a:lstStyle/>
          <a:p>
            <a:r>
              <a:rPr lang="en-US"/>
              <a:t>Imagine the leaders of two nations – “leader A”, “leader B” – each deciding whether to impose trade embargoes on a third “target” nation.</a:t>
            </a:r>
          </a:p>
          <a:p>
            <a:endParaRPr lang="en-US"/>
          </a:p>
          <a:p>
            <a:r>
              <a:rPr lang="en-US"/>
              <a:t>Suppose both leaders would like to see the target nation economically weakened. But each leader will suffer politically if she imposes an embargo because doing so will cause consumer prices within her country to rise.</a:t>
            </a:r>
          </a:p>
          <a:p>
            <a:endParaRPr lang="en-US"/>
          </a:p>
          <a:p>
            <a:r>
              <a:rPr lang="en-US"/>
              <a:t>Suppose further that the target nation will only be weakened if </a:t>
            </a:r>
            <a:r>
              <a:rPr lang="en-US" b="1"/>
              <a:t>both </a:t>
            </a:r>
            <a:r>
              <a:rPr lang="en-US"/>
              <a:t>leaders impose embargoes.  But if one nation imposes an embargo and the other does not, consumer prices will still rise in the nation that imposes the embargo, and thus its leader will suffer politically.</a:t>
            </a:r>
          </a:p>
        </p:txBody>
      </p:sp>
    </p:spTree>
    <p:extLst>
      <p:ext uri="{BB962C8B-B14F-4D97-AF65-F5344CB8AC3E}">
        <p14:creationId xmlns:p14="http://schemas.microsoft.com/office/powerpoint/2010/main" val="15573115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3" name="TextBox 2">
            <a:extLst>
              <a:ext uri="{FF2B5EF4-FFF2-40B4-BE49-F238E27FC236}">
                <a16:creationId xmlns:a16="http://schemas.microsoft.com/office/drawing/2014/main" id="{D142AAF4-0586-C991-27C8-9651925313CA}"/>
              </a:ext>
            </a:extLst>
          </p:cNvPr>
          <p:cNvSpPr txBox="1"/>
          <p:nvPr/>
        </p:nvSpPr>
        <p:spPr>
          <a:xfrm>
            <a:off x="2447109" y="1088572"/>
            <a:ext cx="7593874" cy="3970318"/>
          </a:xfrm>
          <a:prstGeom prst="rect">
            <a:avLst/>
          </a:prstGeom>
          <a:noFill/>
        </p:spPr>
        <p:txBody>
          <a:bodyPr wrap="square" rtlCol="0">
            <a:spAutoFit/>
          </a:bodyPr>
          <a:lstStyle/>
          <a:p>
            <a:r>
              <a:rPr lang="en-US"/>
              <a:t>Imagine the leaders of two nations – “leader A”, “leader B” – each deciding whether to impose trade embargoes on a third “target” nation.</a:t>
            </a:r>
          </a:p>
          <a:p>
            <a:endParaRPr lang="en-US"/>
          </a:p>
          <a:p>
            <a:r>
              <a:rPr lang="en-US"/>
              <a:t>Suppose both leaders would like to see the target nation economically weakened. But each leader will suffer politically if she imposes an embargo because doing so will cause consumer prices within her country to rise.</a:t>
            </a:r>
          </a:p>
          <a:p>
            <a:endParaRPr lang="en-US"/>
          </a:p>
          <a:p>
            <a:r>
              <a:rPr lang="en-US"/>
              <a:t>Suppose further that the target nation will only be weakened if </a:t>
            </a:r>
            <a:r>
              <a:rPr lang="en-US" b="1"/>
              <a:t>both </a:t>
            </a:r>
            <a:r>
              <a:rPr lang="en-US"/>
              <a:t>leaders impose embargoes.  But if one nation imposes an embargo and the other does not, consumer prices will still rise in the nation that imposes the embargo, and thus its leader will suffer politically.</a:t>
            </a:r>
          </a:p>
          <a:p>
            <a:endParaRPr lang="en-US"/>
          </a:p>
          <a:p>
            <a:r>
              <a:rPr lang="en-US"/>
              <a:t>But each leader is willing to absorb the political costs of an embargo if by doing so she weakens the target nation.</a:t>
            </a:r>
          </a:p>
        </p:txBody>
      </p:sp>
    </p:spTree>
    <p:extLst>
      <p:ext uri="{BB962C8B-B14F-4D97-AF65-F5344CB8AC3E}">
        <p14:creationId xmlns:p14="http://schemas.microsoft.com/office/powerpoint/2010/main" val="24985485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3" name="TextBox 2">
            <a:extLst>
              <a:ext uri="{FF2B5EF4-FFF2-40B4-BE49-F238E27FC236}">
                <a16:creationId xmlns:a16="http://schemas.microsoft.com/office/drawing/2014/main" id="{D142AAF4-0586-C991-27C8-9651925313CA}"/>
              </a:ext>
            </a:extLst>
          </p:cNvPr>
          <p:cNvSpPr txBox="1"/>
          <p:nvPr/>
        </p:nvSpPr>
        <p:spPr>
          <a:xfrm>
            <a:off x="365760" y="1254035"/>
            <a:ext cx="7593874" cy="369332"/>
          </a:xfrm>
          <a:prstGeom prst="rect">
            <a:avLst/>
          </a:prstGeom>
          <a:noFill/>
        </p:spPr>
        <p:txBody>
          <a:bodyPr wrap="square" rtlCol="0">
            <a:spAutoFit/>
          </a:bodyPr>
          <a:lstStyle/>
          <a:p>
            <a:r>
              <a:rPr lang="en-US"/>
              <a:t>Thus the two leaders are strategically interdependent:</a:t>
            </a:r>
          </a:p>
        </p:txBody>
      </p:sp>
      <p:graphicFrame>
        <p:nvGraphicFramePr>
          <p:cNvPr id="4" name="Table 18">
            <a:extLst>
              <a:ext uri="{FF2B5EF4-FFF2-40B4-BE49-F238E27FC236}">
                <a16:creationId xmlns:a16="http://schemas.microsoft.com/office/drawing/2014/main" id="{D20F9588-45D4-62F9-CF70-F107D65CA270}"/>
              </a:ext>
            </a:extLst>
          </p:cNvPr>
          <p:cNvGraphicFramePr>
            <a:graphicFrameLocks noGrp="1"/>
          </p:cNvGraphicFramePr>
          <p:nvPr>
            <p:extLst>
              <p:ext uri="{D42A27DB-BD31-4B8C-83A1-F6EECF244321}">
                <p14:modId xmlns:p14="http://schemas.microsoft.com/office/powerpoint/2010/main" val="3085472970"/>
              </p:ext>
            </p:extLst>
          </p:nvPr>
        </p:nvGraphicFramePr>
        <p:xfrm>
          <a:off x="748937" y="2735182"/>
          <a:ext cx="5059680" cy="2743200"/>
        </p:xfrm>
        <a:graphic>
          <a:graphicData uri="http://schemas.openxmlformats.org/drawingml/2006/table">
            <a:tbl>
              <a:tblPr firstRow="1" bandRow="1">
                <a:tableStyleId>{5C22544A-7EE6-4342-B048-85BDC9FD1C3A}</a:tableStyleId>
              </a:tblPr>
              <a:tblGrid>
                <a:gridCol w="2529840">
                  <a:extLst>
                    <a:ext uri="{9D8B030D-6E8A-4147-A177-3AD203B41FA5}">
                      <a16:colId xmlns:a16="http://schemas.microsoft.com/office/drawing/2014/main" val="4145540793"/>
                    </a:ext>
                  </a:extLst>
                </a:gridCol>
                <a:gridCol w="2529840">
                  <a:extLst>
                    <a:ext uri="{9D8B030D-6E8A-4147-A177-3AD203B41FA5}">
                      <a16:colId xmlns:a16="http://schemas.microsoft.com/office/drawing/2014/main" val="2628530634"/>
                    </a:ext>
                  </a:extLst>
                </a:gridCol>
              </a:tblGrid>
              <a:tr h="515683">
                <a:tc>
                  <a:txBody>
                    <a:bodyPr/>
                    <a:lstStyle/>
                    <a:p>
                      <a:r>
                        <a:rPr lang="en-US">
                          <a:solidFill>
                            <a:schemeClr val="accent3"/>
                          </a:solidFill>
                        </a:rPr>
                        <a:t>leader A’s </a:t>
                      </a:r>
                      <a:r>
                        <a:rPr lang="en-US"/>
                        <a:t>expectations about what </a:t>
                      </a:r>
                      <a:r>
                        <a:rPr lang="en-US">
                          <a:solidFill>
                            <a:schemeClr val="accent5"/>
                          </a:solidFill>
                        </a:rPr>
                        <a:t>leader B</a:t>
                      </a:r>
                      <a:r>
                        <a:rPr lang="en-US"/>
                        <a:t> will do</a:t>
                      </a:r>
                    </a:p>
                  </a:txBody>
                  <a:tcPr/>
                </a:tc>
                <a:tc>
                  <a:txBody>
                    <a:bodyPr/>
                    <a:lstStyle/>
                    <a:p>
                      <a:r>
                        <a:rPr lang="en-US">
                          <a:solidFill>
                            <a:schemeClr val="accent3"/>
                          </a:solidFill>
                        </a:rPr>
                        <a:t>leader A’s </a:t>
                      </a:r>
                      <a:r>
                        <a:rPr lang="en-US"/>
                        <a:t>preferences over her available actions</a:t>
                      </a:r>
                    </a:p>
                  </a:txBody>
                  <a:tcPr/>
                </a:tc>
                <a:extLst>
                  <a:ext uri="{0D108BD9-81ED-4DB2-BD59-A6C34878D82A}">
                    <a16:rowId xmlns:a16="http://schemas.microsoft.com/office/drawing/2014/main" val="3626194292"/>
                  </a:ext>
                </a:extLst>
              </a:tr>
              <a:tr h="370840">
                <a:tc>
                  <a:txBody>
                    <a:bodyPr/>
                    <a:lstStyle/>
                    <a:p>
                      <a:r>
                        <a:rPr lang="en-US"/>
                        <a:t>impose embargo</a:t>
                      </a:r>
                    </a:p>
                  </a:txBody>
                  <a:tcPr/>
                </a:tc>
                <a:tc>
                  <a:txBody>
                    <a:bodyPr/>
                    <a:lstStyle/>
                    <a:p>
                      <a:r>
                        <a:rPr lang="en-US"/>
                        <a:t>prefers to impose embargo instead of not empose embargo</a:t>
                      </a:r>
                    </a:p>
                  </a:txBody>
                  <a:tcPr/>
                </a:tc>
                <a:extLst>
                  <a:ext uri="{0D108BD9-81ED-4DB2-BD59-A6C34878D82A}">
                    <a16:rowId xmlns:a16="http://schemas.microsoft.com/office/drawing/2014/main" val="4209888748"/>
                  </a:ext>
                </a:extLst>
              </a:tr>
              <a:tr h="370840">
                <a:tc>
                  <a:txBody>
                    <a:bodyPr/>
                    <a:lstStyle/>
                    <a:p>
                      <a:r>
                        <a:rPr lang="en-US"/>
                        <a:t>not impose embargo</a:t>
                      </a:r>
                    </a:p>
                  </a:txBody>
                  <a:tcPr/>
                </a:tc>
                <a:tc>
                  <a:txBody>
                    <a:bodyPr/>
                    <a:lstStyle/>
                    <a:p>
                      <a:r>
                        <a:rPr lang="en-US"/>
                        <a:t>prefers to not impose embargo instead of impose embargo</a:t>
                      </a:r>
                    </a:p>
                  </a:txBody>
                  <a:tcPr/>
                </a:tc>
                <a:extLst>
                  <a:ext uri="{0D108BD9-81ED-4DB2-BD59-A6C34878D82A}">
                    <a16:rowId xmlns:a16="http://schemas.microsoft.com/office/drawing/2014/main" val="2874394456"/>
                  </a:ext>
                </a:extLst>
              </a:tr>
            </a:tbl>
          </a:graphicData>
        </a:graphic>
      </p:graphicFrame>
      <p:graphicFrame>
        <p:nvGraphicFramePr>
          <p:cNvPr id="6" name="Table 18">
            <a:extLst>
              <a:ext uri="{FF2B5EF4-FFF2-40B4-BE49-F238E27FC236}">
                <a16:creationId xmlns:a16="http://schemas.microsoft.com/office/drawing/2014/main" id="{A266E398-6FC2-09D1-C9BE-C17889AD7977}"/>
              </a:ext>
            </a:extLst>
          </p:cNvPr>
          <p:cNvGraphicFramePr>
            <a:graphicFrameLocks noGrp="1"/>
          </p:cNvGraphicFramePr>
          <p:nvPr>
            <p:extLst>
              <p:ext uri="{D42A27DB-BD31-4B8C-83A1-F6EECF244321}">
                <p14:modId xmlns:p14="http://schemas.microsoft.com/office/powerpoint/2010/main" val="2157335131"/>
              </p:ext>
            </p:extLst>
          </p:nvPr>
        </p:nvGraphicFramePr>
        <p:xfrm>
          <a:off x="6500948" y="2739191"/>
          <a:ext cx="5059680" cy="2743200"/>
        </p:xfrm>
        <a:graphic>
          <a:graphicData uri="http://schemas.openxmlformats.org/drawingml/2006/table">
            <a:tbl>
              <a:tblPr firstRow="1" bandRow="1">
                <a:tableStyleId>{5C22544A-7EE6-4342-B048-85BDC9FD1C3A}</a:tableStyleId>
              </a:tblPr>
              <a:tblGrid>
                <a:gridCol w="2529840">
                  <a:extLst>
                    <a:ext uri="{9D8B030D-6E8A-4147-A177-3AD203B41FA5}">
                      <a16:colId xmlns:a16="http://schemas.microsoft.com/office/drawing/2014/main" val="4145540793"/>
                    </a:ext>
                  </a:extLst>
                </a:gridCol>
                <a:gridCol w="2529840">
                  <a:extLst>
                    <a:ext uri="{9D8B030D-6E8A-4147-A177-3AD203B41FA5}">
                      <a16:colId xmlns:a16="http://schemas.microsoft.com/office/drawing/2014/main" val="2628530634"/>
                    </a:ext>
                  </a:extLst>
                </a:gridCol>
              </a:tblGrid>
              <a:tr h="515683">
                <a:tc>
                  <a:txBody>
                    <a:bodyPr/>
                    <a:lstStyle/>
                    <a:p>
                      <a:r>
                        <a:rPr lang="en-US">
                          <a:solidFill>
                            <a:schemeClr val="accent5"/>
                          </a:solidFill>
                        </a:rPr>
                        <a:t>leader B’s</a:t>
                      </a:r>
                      <a:r>
                        <a:rPr lang="en-US">
                          <a:solidFill>
                            <a:schemeClr val="accent3"/>
                          </a:solidFill>
                        </a:rPr>
                        <a:t> </a:t>
                      </a:r>
                      <a:r>
                        <a:rPr lang="en-US"/>
                        <a:t>expectations about what </a:t>
                      </a:r>
                      <a:r>
                        <a:rPr lang="en-US">
                          <a:solidFill>
                            <a:schemeClr val="accent3"/>
                          </a:solidFill>
                        </a:rPr>
                        <a:t>leader A</a:t>
                      </a:r>
                      <a:r>
                        <a:rPr lang="en-US"/>
                        <a:t> will do</a:t>
                      </a:r>
                    </a:p>
                  </a:txBody>
                  <a:tcPr/>
                </a:tc>
                <a:tc>
                  <a:txBody>
                    <a:bodyPr/>
                    <a:lstStyle/>
                    <a:p>
                      <a:r>
                        <a:rPr lang="en-US">
                          <a:solidFill>
                            <a:schemeClr val="accent5"/>
                          </a:solidFill>
                        </a:rPr>
                        <a:t>leader B’s</a:t>
                      </a:r>
                      <a:r>
                        <a:rPr lang="en-US">
                          <a:solidFill>
                            <a:schemeClr val="accent3"/>
                          </a:solidFill>
                        </a:rPr>
                        <a:t> </a:t>
                      </a:r>
                      <a:r>
                        <a:rPr lang="en-US"/>
                        <a:t>preferences over her available actions</a:t>
                      </a:r>
                    </a:p>
                  </a:txBody>
                  <a:tcPr/>
                </a:tc>
                <a:extLst>
                  <a:ext uri="{0D108BD9-81ED-4DB2-BD59-A6C34878D82A}">
                    <a16:rowId xmlns:a16="http://schemas.microsoft.com/office/drawing/2014/main" val="3626194292"/>
                  </a:ext>
                </a:extLst>
              </a:tr>
              <a:tr h="370840">
                <a:tc>
                  <a:txBody>
                    <a:bodyPr/>
                    <a:lstStyle/>
                    <a:p>
                      <a:r>
                        <a:rPr lang="en-US"/>
                        <a:t>impose embargo</a:t>
                      </a:r>
                    </a:p>
                  </a:txBody>
                  <a:tcPr/>
                </a:tc>
                <a:tc>
                  <a:txBody>
                    <a:bodyPr/>
                    <a:lstStyle/>
                    <a:p>
                      <a:r>
                        <a:rPr lang="en-US"/>
                        <a:t>prefers to impose embargo instead of not empose embargo</a:t>
                      </a:r>
                    </a:p>
                  </a:txBody>
                  <a:tcPr/>
                </a:tc>
                <a:extLst>
                  <a:ext uri="{0D108BD9-81ED-4DB2-BD59-A6C34878D82A}">
                    <a16:rowId xmlns:a16="http://schemas.microsoft.com/office/drawing/2014/main" val="4209888748"/>
                  </a:ext>
                </a:extLst>
              </a:tr>
              <a:tr h="370840">
                <a:tc>
                  <a:txBody>
                    <a:bodyPr/>
                    <a:lstStyle/>
                    <a:p>
                      <a:r>
                        <a:rPr lang="en-US"/>
                        <a:t>not impose embargo</a:t>
                      </a:r>
                    </a:p>
                  </a:txBody>
                  <a:tcPr/>
                </a:tc>
                <a:tc>
                  <a:txBody>
                    <a:bodyPr/>
                    <a:lstStyle/>
                    <a:p>
                      <a:r>
                        <a:rPr lang="en-US"/>
                        <a:t>prefers to not impose embargo instead of impose embargo</a:t>
                      </a:r>
                    </a:p>
                  </a:txBody>
                  <a:tcPr/>
                </a:tc>
                <a:extLst>
                  <a:ext uri="{0D108BD9-81ED-4DB2-BD59-A6C34878D82A}">
                    <a16:rowId xmlns:a16="http://schemas.microsoft.com/office/drawing/2014/main" val="2874394456"/>
                  </a:ext>
                </a:extLst>
              </a:tr>
            </a:tbl>
          </a:graphicData>
        </a:graphic>
      </p:graphicFrame>
    </p:spTree>
    <p:extLst>
      <p:ext uri="{BB962C8B-B14F-4D97-AF65-F5344CB8AC3E}">
        <p14:creationId xmlns:p14="http://schemas.microsoft.com/office/powerpoint/2010/main" val="23211305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3" name="TextBox 2">
            <a:extLst>
              <a:ext uri="{FF2B5EF4-FFF2-40B4-BE49-F238E27FC236}">
                <a16:creationId xmlns:a16="http://schemas.microsoft.com/office/drawing/2014/main" id="{D142AAF4-0586-C991-27C8-9651925313CA}"/>
              </a:ext>
            </a:extLst>
          </p:cNvPr>
          <p:cNvSpPr txBox="1"/>
          <p:nvPr/>
        </p:nvSpPr>
        <p:spPr>
          <a:xfrm>
            <a:off x="365760" y="1254035"/>
            <a:ext cx="7593874" cy="369332"/>
          </a:xfrm>
          <a:prstGeom prst="rect">
            <a:avLst/>
          </a:prstGeom>
          <a:noFill/>
        </p:spPr>
        <p:txBody>
          <a:bodyPr wrap="square" rtlCol="0">
            <a:spAutoFit/>
          </a:bodyPr>
          <a:lstStyle/>
          <a:p>
            <a:r>
              <a:rPr lang="en-US"/>
              <a:t>Thus the two leaders are strategically interdependent:</a:t>
            </a:r>
          </a:p>
        </p:txBody>
      </p:sp>
      <p:sp>
        <p:nvSpPr>
          <p:cNvPr id="5" name="Rectangle 4">
            <a:extLst>
              <a:ext uri="{FF2B5EF4-FFF2-40B4-BE49-F238E27FC236}">
                <a16:creationId xmlns:a16="http://schemas.microsoft.com/office/drawing/2014/main" id="{391FC31F-2E03-8D4D-927C-5BEC1260E11A}"/>
              </a:ext>
            </a:extLst>
          </p:cNvPr>
          <p:cNvSpPr/>
          <p:nvPr/>
        </p:nvSpPr>
        <p:spPr>
          <a:xfrm>
            <a:off x="4584394" y="2806337"/>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6439320" y="2806337"/>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4584394" y="4630783"/>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5285434" y="1641454"/>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2382408" y="4534988"/>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3128275" y="358659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3165403" y="535102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5024174" y="3529148"/>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6857332" y="5364871"/>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5024174" y="5351025"/>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6872961" y="3540426"/>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6280777" y="2261159"/>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4431990" y="2146606"/>
            <a:ext cx="2185852" cy="646331"/>
          </a:xfrm>
          <a:prstGeom prst="rect">
            <a:avLst/>
          </a:prstGeom>
          <a:noFill/>
        </p:spPr>
        <p:txBody>
          <a:bodyPr wrap="square" rtlCol="0">
            <a:spAutoFit/>
          </a:bodyPr>
          <a:lstStyle/>
          <a:p>
            <a:pPr algn="ctr"/>
            <a:r>
              <a:rPr lang="en-US">
                <a:solidFill>
                  <a:schemeClr val="accent3"/>
                </a:solidFill>
              </a:rPr>
              <a:t>do not impose embrago</a:t>
            </a:r>
          </a:p>
        </p:txBody>
      </p:sp>
    </p:spTree>
    <p:extLst>
      <p:ext uri="{BB962C8B-B14F-4D97-AF65-F5344CB8AC3E}">
        <p14:creationId xmlns:p14="http://schemas.microsoft.com/office/powerpoint/2010/main" val="36303026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Tree>
    <p:extLst>
      <p:ext uri="{BB962C8B-B14F-4D97-AF65-F5344CB8AC3E}">
        <p14:creationId xmlns:p14="http://schemas.microsoft.com/office/powerpoint/2010/main" val="39575458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C4E5481-4613-E0F3-5A93-2F9AF19DDE5D}"/>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Tree>
    <p:extLst>
      <p:ext uri="{BB962C8B-B14F-4D97-AF65-F5344CB8AC3E}">
        <p14:creationId xmlns:p14="http://schemas.microsoft.com/office/powerpoint/2010/main" val="1433705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1E6F8-0385-04CE-AEB1-DE3593030F1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E8044D7-1EAC-8CAC-95BC-37A81ABAB3D7}"/>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558E2236-863D-524E-9D59-9667BCEF8A5F}"/>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698E2856-7EDC-75CE-BF5B-7DEBF2AC0695}"/>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3BEA87D-435B-718F-5449-117BF9EEAC6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4A65BF7-E371-1A43-57C9-480656CD4ECE}"/>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6D7E3A6A-EC1B-CC6C-4CB9-BCBCB1049738}"/>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43D6A08-4016-E649-791C-BC89AF1365C1}"/>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701B8C65-CB3B-1722-D7CB-6B4F05370DAF}"/>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D42C6CA4-4CC8-9313-25FC-70C394843E26}"/>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890249AC-E99F-5069-1747-B05FD82E0A86}"/>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9A0E4954-6744-AFE4-B583-F74DE6E1B2A6}"/>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0B1478E9-48BB-AC0D-1860-8DB6879B1A4F}"/>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6A2D4D34-B2BF-4D4A-1347-E158D675112A}"/>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C9B65A3-57A1-1D6D-C571-A0DA48D725C4}"/>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994E8279-6B17-00D7-61AC-F8FC7D250614}"/>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880E58C-0616-C4D2-5494-966CBEA2BCF8}"/>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
        <p:nvSpPr>
          <p:cNvPr id="6" name="TextBox 5">
            <a:extLst>
              <a:ext uri="{FF2B5EF4-FFF2-40B4-BE49-F238E27FC236}">
                <a16:creationId xmlns:a16="http://schemas.microsoft.com/office/drawing/2014/main" id="{69D4F2AC-B4DE-DBFC-C891-E5A2C3521E10}"/>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cxnSp>
        <p:nvCxnSpPr>
          <p:cNvPr id="12" name="Straight Connector 11">
            <a:extLst>
              <a:ext uri="{FF2B5EF4-FFF2-40B4-BE49-F238E27FC236}">
                <a16:creationId xmlns:a16="http://schemas.microsoft.com/office/drawing/2014/main" id="{6F5AAA9F-3BC4-42A6-EFDC-7C088DE4D0CB}"/>
              </a:ext>
            </a:extLst>
          </p:cNvPr>
          <p:cNvCxnSpPr/>
          <p:nvPr/>
        </p:nvCxnSpPr>
        <p:spPr>
          <a:xfrm>
            <a:off x="9511553" y="1783976"/>
            <a:ext cx="1900518" cy="0"/>
          </a:xfrm>
          <a:prstGeom prst="line">
            <a:avLst/>
          </a:prstGeom>
          <a:ln w="38100">
            <a:solidFill>
              <a:schemeClr val="accent5"/>
            </a:solidFill>
          </a:ln>
        </p:spPr>
        <p:style>
          <a:lnRef idx="1">
            <a:schemeClr val="accent6"/>
          </a:lnRef>
          <a:fillRef idx="0">
            <a:schemeClr val="accent6"/>
          </a:fillRef>
          <a:effectRef idx="0">
            <a:schemeClr val="accent6"/>
          </a:effectRef>
          <a:fontRef idx="minor">
            <a:schemeClr val="tx1"/>
          </a:fontRef>
        </p:style>
      </p:cxnSp>
      <p:cxnSp>
        <p:nvCxnSpPr>
          <p:cNvPr id="21" name="Straight Connector 20">
            <a:extLst>
              <a:ext uri="{FF2B5EF4-FFF2-40B4-BE49-F238E27FC236}">
                <a16:creationId xmlns:a16="http://schemas.microsoft.com/office/drawing/2014/main" id="{48E71CB1-7682-E8D6-0036-50C88B13E52C}"/>
              </a:ext>
            </a:extLst>
          </p:cNvPr>
          <p:cNvCxnSpPr>
            <a:cxnSpLocks/>
          </p:cNvCxnSpPr>
          <p:nvPr/>
        </p:nvCxnSpPr>
        <p:spPr>
          <a:xfrm>
            <a:off x="6795247" y="2104405"/>
            <a:ext cx="1228165" cy="0"/>
          </a:xfrm>
          <a:prstGeom prst="line">
            <a:avLst/>
          </a:prstGeom>
          <a:ln w="38100">
            <a:solidFill>
              <a:schemeClr val="accent5"/>
            </a:solidFill>
          </a:ln>
        </p:spPr>
        <p:style>
          <a:lnRef idx="1">
            <a:schemeClr val="accent6"/>
          </a:lnRef>
          <a:fillRef idx="0">
            <a:schemeClr val="accent6"/>
          </a:fillRef>
          <a:effectRef idx="0">
            <a:schemeClr val="accent6"/>
          </a:effectRef>
          <a:fontRef idx="minor">
            <a:schemeClr val="tx1"/>
          </a:fontRef>
        </p:style>
      </p:cxnSp>
      <p:sp>
        <p:nvSpPr>
          <p:cNvPr id="23" name="TextBox 22">
            <a:extLst>
              <a:ext uri="{FF2B5EF4-FFF2-40B4-BE49-F238E27FC236}">
                <a16:creationId xmlns:a16="http://schemas.microsoft.com/office/drawing/2014/main" id="{CB6DD607-7FC5-7AE9-0F53-7451BB807C75}"/>
              </a:ext>
            </a:extLst>
          </p:cNvPr>
          <p:cNvSpPr txBox="1"/>
          <p:nvPr/>
        </p:nvSpPr>
        <p:spPr>
          <a:xfrm rot="20478019">
            <a:off x="4746718" y="725148"/>
            <a:ext cx="2692241" cy="646331"/>
          </a:xfrm>
          <a:prstGeom prst="rect">
            <a:avLst/>
          </a:prstGeom>
          <a:solidFill>
            <a:schemeClr val="accent5"/>
          </a:solidFill>
        </p:spPr>
        <p:txBody>
          <a:bodyPr wrap="square" rtlCol="0">
            <a:spAutoFit/>
          </a:bodyPr>
          <a:lstStyle/>
          <a:p>
            <a:r>
              <a:rPr lang="en-US" i="1"/>
              <a:t>A best response is always “to an expectation”!!!!</a:t>
            </a:r>
          </a:p>
        </p:txBody>
      </p:sp>
    </p:spTree>
    <p:extLst>
      <p:ext uri="{BB962C8B-B14F-4D97-AF65-F5344CB8AC3E}">
        <p14:creationId xmlns:p14="http://schemas.microsoft.com/office/powerpoint/2010/main" val="34838384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1477328"/>
          </a:xfrm>
          <a:prstGeom prst="rect">
            <a:avLst/>
          </a:prstGeom>
          <a:noFill/>
        </p:spPr>
        <p:txBody>
          <a:bodyPr wrap="square" rtlCol="0">
            <a:spAutoFit/>
          </a:bodyPr>
          <a:lstStyle/>
          <a:p>
            <a:r>
              <a:rPr lang="en-US">
                <a:solidFill>
                  <a:schemeClr val="bg1"/>
                </a:solidFill>
              </a:rPr>
              <a:t>EXAMPLE:</a:t>
            </a:r>
          </a:p>
          <a:p>
            <a:endParaRPr lang="en-US">
              <a:solidFill>
                <a:schemeClr val="bg1"/>
              </a:solidFill>
            </a:endParaRPr>
          </a:p>
          <a:p>
            <a:r>
              <a:rPr lang="en-US" i="1">
                <a:solidFill>
                  <a:schemeClr val="bg1"/>
                </a:solidFill>
              </a:rPr>
              <a:t>Which actions by leader B are best responses to the expectation that leader A will impose an embargo?</a:t>
            </a:r>
          </a:p>
          <a:p>
            <a:endParaRPr lang="en-US" i="1">
              <a:solidFill>
                <a:schemeClr val="bg1"/>
              </a:solidFill>
            </a:endParaRPr>
          </a:p>
        </p:txBody>
      </p:sp>
      <p:sp>
        <p:nvSpPr>
          <p:cNvPr id="21" name="TextBox 20">
            <a:extLst>
              <a:ext uri="{FF2B5EF4-FFF2-40B4-BE49-F238E27FC236}">
                <a16:creationId xmlns:a16="http://schemas.microsoft.com/office/drawing/2014/main" id="{7BE359C5-5E4C-8E1C-9EDC-B668514D1559}"/>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5683294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1477328"/>
          </a:xfrm>
          <a:prstGeom prst="rect">
            <a:avLst/>
          </a:prstGeom>
          <a:noFill/>
        </p:spPr>
        <p:txBody>
          <a:bodyPr wrap="square" rtlCol="0">
            <a:spAutoFit/>
          </a:bodyPr>
          <a:lstStyle/>
          <a:p>
            <a:r>
              <a:rPr lang="en-US">
                <a:solidFill>
                  <a:schemeClr val="bg1"/>
                </a:solidFill>
              </a:rPr>
              <a:t>EXAMPLE:</a:t>
            </a:r>
          </a:p>
          <a:p>
            <a:endParaRPr lang="en-US">
              <a:solidFill>
                <a:schemeClr val="bg1"/>
              </a:solidFill>
            </a:endParaRPr>
          </a:p>
          <a:p>
            <a:r>
              <a:rPr lang="en-US" i="1">
                <a:solidFill>
                  <a:schemeClr val="bg1"/>
                </a:solidFill>
              </a:rPr>
              <a:t>Which actions by leader B are best responses to the expectation that leader A will impose an embargo?</a:t>
            </a:r>
          </a:p>
          <a:p>
            <a:endParaRPr lang="en-US" i="1">
              <a:solidFill>
                <a:schemeClr val="bg1"/>
              </a:solidFill>
            </a:endParaRPr>
          </a:p>
        </p:txBody>
      </p:sp>
      <p:sp>
        <p:nvSpPr>
          <p:cNvPr id="21" name="Rectangle 20">
            <a:extLst>
              <a:ext uri="{FF2B5EF4-FFF2-40B4-BE49-F238E27FC236}">
                <a16:creationId xmlns:a16="http://schemas.microsoft.com/office/drawing/2014/main" id="{BBDE293D-0497-D319-FA08-B178AF6935F9}"/>
              </a:ext>
            </a:extLst>
          </p:cNvPr>
          <p:cNvSpPr/>
          <p:nvPr/>
        </p:nvSpPr>
        <p:spPr>
          <a:xfrm>
            <a:off x="6379521" y="4037701"/>
            <a:ext cx="4687382" cy="343318"/>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0FC7C66-560E-AFB0-4527-B2B3F7F3EEA0}"/>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28853854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1477328"/>
          </a:xfrm>
          <a:prstGeom prst="rect">
            <a:avLst/>
          </a:prstGeom>
          <a:noFill/>
        </p:spPr>
        <p:txBody>
          <a:bodyPr wrap="square" rtlCol="0">
            <a:spAutoFit/>
          </a:bodyPr>
          <a:lstStyle/>
          <a:p>
            <a:r>
              <a:rPr lang="en-US">
                <a:solidFill>
                  <a:schemeClr val="bg1"/>
                </a:solidFill>
              </a:rPr>
              <a:t>EXAMPLE:</a:t>
            </a:r>
          </a:p>
          <a:p>
            <a:endParaRPr lang="en-US">
              <a:solidFill>
                <a:schemeClr val="bg1"/>
              </a:solidFill>
            </a:endParaRPr>
          </a:p>
          <a:p>
            <a:r>
              <a:rPr lang="en-US" i="1">
                <a:solidFill>
                  <a:schemeClr val="bg1"/>
                </a:solidFill>
              </a:rPr>
              <a:t>Which actions by leader B are best responses to the expectation that leader A will impose an embargo?</a:t>
            </a:r>
          </a:p>
          <a:p>
            <a:endParaRPr lang="en-US" i="1">
              <a:solidFill>
                <a:schemeClr val="bg1"/>
              </a:solidFill>
            </a:endParaRPr>
          </a:p>
        </p:txBody>
      </p:sp>
      <p:sp>
        <p:nvSpPr>
          <p:cNvPr id="21" name="Rectangle 20">
            <a:extLst>
              <a:ext uri="{FF2B5EF4-FFF2-40B4-BE49-F238E27FC236}">
                <a16:creationId xmlns:a16="http://schemas.microsoft.com/office/drawing/2014/main" id="{BBDE293D-0497-D319-FA08-B178AF6935F9}"/>
              </a:ext>
            </a:extLst>
          </p:cNvPr>
          <p:cNvSpPr/>
          <p:nvPr/>
        </p:nvSpPr>
        <p:spPr>
          <a:xfrm>
            <a:off x="6379521" y="4037701"/>
            <a:ext cx="4687382" cy="343318"/>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0D52D2D-7B96-F6A7-6C5D-979DA9AFAB96}"/>
              </a:ext>
            </a:extLst>
          </p:cNvPr>
          <p:cNvSpPr/>
          <p:nvPr/>
        </p:nvSpPr>
        <p:spPr>
          <a:xfrm>
            <a:off x="3383783" y="2636183"/>
            <a:ext cx="1854916" cy="3662291"/>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0DAE837-3A0F-8AAD-98CF-7FC9C39771E4}"/>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34366327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2031325"/>
          </a:xfrm>
          <a:prstGeom prst="rect">
            <a:avLst/>
          </a:prstGeom>
          <a:noFill/>
        </p:spPr>
        <p:txBody>
          <a:bodyPr wrap="square" rtlCol="0">
            <a:spAutoFit/>
          </a:bodyPr>
          <a:lstStyle/>
          <a:p>
            <a:r>
              <a:rPr lang="en-US">
                <a:solidFill>
                  <a:schemeClr val="bg1"/>
                </a:solidFill>
              </a:rPr>
              <a:t>EXAMPLE:</a:t>
            </a:r>
          </a:p>
          <a:p>
            <a:endParaRPr lang="en-US">
              <a:solidFill>
                <a:schemeClr val="bg1"/>
              </a:solidFill>
            </a:endParaRPr>
          </a:p>
          <a:p>
            <a:r>
              <a:rPr lang="en-US" i="1">
                <a:solidFill>
                  <a:schemeClr val="bg1"/>
                </a:solidFill>
              </a:rPr>
              <a:t>Which actions by leader B are best responses to the expectation that leader A will impose an embargo?</a:t>
            </a:r>
          </a:p>
          <a:p>
            <a:endParaRPr lang="en-US" i="1">
              <a:solidFill>
                <a:schemeClr val="bg1"/>
              </a:solidFill>
            </a:endParaRPr>
          </a:p>
          <a:p>
            <a:r>
              <a:rPr lang="en-US">
                <a:solidFill>
                  <a:schemeClr val="bg1"/>
                </a:solidFill>
              </a:rPr>
              <a:t>Utility levels leader B achieves at profiles in which leader A imposes embargo:</a:t>
            </a:r>
          </a:p>
        </p:txBody>
      </p:sp>
      <p:sp>
        <p:nvSpPr>
          <p:cNvPr id="21" name="Rectangle 20">
            <a:extLst>
              <a:ext uri="{FF2B5EF4-FFF2-40B4-BE49-F238E27FC236}">
                <a16:creationId xmlns:a16="http://schemas.microsoft.com/office/drawing/2014/main" id="{BBDE293D-0497-D319-FA08-B178AF6935F9}"/>
              </a:ext>
            </a:extLst>
          </p:cNvPr>
          <p:cNvSpPr/>
          <p:nvPr/>
        </p:nvSpPr>
        <p:spPr>
          <a:xfrm>
            <a:off x="6379521" y="4037701"/>
            <a:ext cx="4687382" cy="343318"/>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0D52D2D-7B96-F6A7-6C5D-979DA9AFAB96}"/>
              </a:ext>
            </a:extLst>
          </p:cNvPr>
          <p:cNvSpPr/>
          <p:nvPr/>
        </p:nvSpPr>
        <p:spPr>
          <a:xfrm>
            <a:off x="3383783" y="2636183"/>
            <a:ext cx="1854916" cy="3662291"/>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720565A-C95A-58A2-34FD-7C284E78FA2A}"/>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16796781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2308324"/>
          </a:xfrm>
          <a:prstGeom prst="rect">
            <a:avLst/>
          </a:prstGeom>
          <a:noFill/>
        </p:spPr>
        <p:txBody>
          <a:bodyPr wrap="square" rtlCol="0">
            <a:spAutoFit/>
          </a:bodyPr>
          <a:lstStyle/>
          <a:p>
            <a:r>
              <a:rPr lang="en-US">
                <a:solidFill>
                  <a:schemeClr val="bg1"/>
                </a:solidFill>
              </a:rPr>
              <a:t>EXAMPLE:</a:t>
            </a:r>
          </a:p>
          <a:p>
            <a:endParaRPr lang="en-US">
              <a:solidFill>
                <a:schemeClr val="bg1"/>
              </a:solidFill>
            </a:endParaRPr>
          </a:p>
          <a:p>
            <a:r>
              <a:rPr lang="en-US" i="1">
                <a:solidFill>
                  <a:schemeClr val="bg1"/>
                </a:solidFill>
              </a:rPr>
              <a:t>Which actions by leader B are best responses to the expectation that leader A will impose an embargo?</a:t>
            </a:r>
          </a:p>
          <a:p>
            <a:endParaRPr lang="en-US" i="1">
              <a:solidFill>
                <a:schemeClr val="bg1"/>
              </a:solidFill>
            </a:endParaRPr>
          </a:p>
          <a:p>
            <a:r>
              <a:rPr lang="en-US">
                <a:solidFill>
                  <a:schemeClr val="bg1"/>
                </a:solidFill>
              </a:rPr>
              <a:t>Utility levels leader B achieves at profiles in which leader A imposes embargo: 0, 10</a:t>
            </a:r>
          </a:p>
          <a:p>
            <a:endParaRPr lang="en-US">
              <a:solidFill>
                <a:schemeClr val="bg1"/>
              </a:solidFill>
            </a:endParaRPr>
          </a:p>
        </p:txBody>
      </p:sp>
      <p:sp>
        <p:nvSpPr>
          <p:cNvPr id="21" name="Rectangle 20">
            <a:extLst>
              <a:ext uri="{FF2B5EF4-FFF2-40B4-BE49-F238E27FC236}">
                <a16:creationId xmlns:a16="http://schemas.microsoft.com/office/drawing/2014/main" id="{BBDE293D-0497-D319-FA08-B178AF6935F9}"/>
              </a:ext>
            </a:extLst>
          </p:cNvPr>
          <p:cNvSpPr/>
          <p:nvPr/>
        </p:nvSpPr>
        <p:spPr>
          <a:xfrm>
            <a:off x="6379521" y="4037701"/>
            <a:ext cx="4687382" cy="343318"/>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0D52D2D-7B96-F6A7-6C5D-979DA9AFAB96}"/>
              </a:ext>
            </a:extLst>
          </p:cNvPr>
          <p:cNvSpPr/>
          <p:nvPr/>
        </p:nvSpPr>
        <p:spPr>
          <a:xfrm>
            <a:off x="3383783" y="2636183"/>
            <a:ext cx="1854916" cy="3662291"/>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1A501A9-30D4-5D3A-5E44-56BCF01A0B9C}"/>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15948468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2308324"/>
          </a:xfrm>
          <a:prstGeom prst="rect">
            <a:avLst/>
          </a:prstGeom>
          <a:noFill/>
        </p:spPr>
        <p:txBody>
          <a:bodyPr wrap="square" rtlCol="0">
            <a:spAutoFit/>
          </a:bodyPr>
          <a:lstStyle/>
          <a:p>
            <a:r>
              <a:rPr lang="en-US">
                <a:solidFill>
                  <a:schemeClr val="bg1"/>
                </a:solidFill>
              </a:rPr>
              <a:t>EXAMPLE:</a:t>
            </a:r>
          </a:p>
          <a:p>
            <a:endParaRPr lang="en-US">
              <a:solidFill>
                <a:schemeClr val="bg1"/>
              </a:solidFill>
            </a:endParaRPr>
          </a:p>
          <a:p>
            <a:r>
              <a:rPr lang="en-US" i="1">
                <a:solidFill>
                  <a:schemeClr val="bg1"/>
                </a:solidFill>
              </a:rPr>
              <a:t>Which actions by leader B are best responses to the expectation that leader A will impose an embargo?</a:t>
            </a:r>
          </a:p>
          <a:p>
            <a:endParaRPr lang="en-US" i="1">
              <a:solidFill>
                <a:schemeClr val="bg1"/>
              </a:solidFill>
            </a:endParaRPr>
          </a:p>
          <a:p>
            <a:r>
              <a:rPr lang="en-US">
                <a:solidFill>
                  <a:schemeClr val="bg1"/>
                </a:solidFill>
              </a:rPr>
              <a:t>Utility levels leader B achieves at profiles in which leader A imposes embargo: 0, 10</a:t>
            </a:r>
          </a:p>
          <a:p>
            <a:endParaRPr lang="en-US">
              <a:solidFill>
                <a:schemeClr val="bg1"/>
              </a:solidFill>
            </a:endParaRPr>
          </a:p>
        </p:txBody>
      </p:sp>
      <p:sp>
        <p:nvSpPr>
          <p:cNvPr id="21" name="Rectangle 20">
            <a:extLst>
              <a:ext uri="{FF2B5EF4-FFF2-40B4-BE49-F238E27FC236}">
                <a16:creationId xmlns:a16="http://schemas.microsoft.com/office/drawing/2014/main" id="{BBDE293D-0497-D319-FA08-B178AF6935F9}"/>
              </a:ext>
            </a:extLst>
          </p:cNvPr>
          <p:cNvSpPr/>
          <p:nvPr/>
        </p:nvSpPr>
        <p:spPr>
          <a:xfrm>
            <a:off x="6379521" y="4037701"/>
            <a:ext cx="4687382" cy="343318"/>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0D52D2D-7B96-F6A7-6C5D-979DA9AFAB96}"/>
              </a:ext>
            </a:extLst>
          </p:cNvPr>
          <p:cNvSpPr/>
          <p:nvPr/>
        </p:nvSpPr>
        <p:spPr>
          <a:xfrm>
            <a:off x="3383783" y="2636183"/>
            <a:ext cx="1854916" cy="3662291"/>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EDFC57C-059F-D222-A7D8-E7DD0F4AC1D9}"/>
              </a:ext>
            </a:extLst>
          </p:cNvPr>
          <p:cNvSpPr/>
          <p:nvPr/>
        </p:nvSpPr>
        <p:spPr>
          <a:xfrm>
            <a:off x="3910149" y="3239026"/>
            <a:ext cx="409302" cy="644993"/>
          </a:xfrm>
          <a:prstGeom prst="ellipse">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22D4C53D-D23E-DF33-DD60-DCFF0E78902E}"/>
              </a:ext>
            </a:extLst>
          </p:cNvPr>
          <p:cNvSpPr/>
          <p:nvPr/>
        </p:nvSpPr>
        <p:spPr>
          <a:xfrm>
            <a:off x="8090247" y="4797030"/>
            <a:ext cx="296102" cy="424590"/>
          </a:xfrm>
          <a:prstGeom prst="ellipse">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3B52B88D-A4A1-AD7E-6FA8-E5AA3263329B}"/>
              </a:ext>
            </a:extLst>
          </p:cNvPr>
          <p:cNvSpPr/>
          <p:nvPr/>
        </p:nvSpPr>
        <p:spPr>
          <a:xfrm>
            <a:off x="3922765" y="5063472"/>
            <a:ext cx="409302" cy="644993"/>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23C4602C-ACFA-70FF-30D5-ED475BBF1942}"/>
              </a:ext>
            </a:extLst>
          </p:cNvPr>
          <p:cNvSpPr/>
          <p:nvPr/>
        </p:nvSpPr>
        <p:spPr>
          <a:xfrm>
            <a:off x="8386349" y="4803561"/>
            <a:ext cx="296102" cy="42459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81B4EC39-530F-3675-17BB-09310A348FE3}"/>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31907814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3416320"/>
          </a:xfrm>
          <a:prstGeom prst="rect">
            <a:avLst/>
          </a:prstGeom>
          <a:noFill/>
        </p:spPr>
        <p:txBody>
          <a:bodyPr wrap="square" rtlCol="0">
            <a:spAutoFit/>
          </a:bodyPr>
          <a:lstStyle/>
          <a:p>
            <a:r>
              <a:rPr lang="en-US">
                <a:solidFill>
                  <a:schemeClr val="bg1"/>
                </a:solidFill>
              </a:rPr>
              <a:t>EXAMPLE:</a:t>
            </a:r>
          </a:p>
          <a:p>
            <a:endParaRPr lang="en-US">
              <a:solidFill>
                <a:schemeClr val="bg1"/>
              </a:solidFill>
            </a:endParaRPr>
          </a:p>
          <a:p>
            <a:r>
              <a:rPr lang="en-US" i="1">
                <a:solidFill>
                  <a:schemeClr val="bg1"/>
                </a:solidFill>
              </a:rPr>
              <a:t>Which actions by leader B are best responses to the expectation that leader A will impose an embargo?</a:t>
            </a:r>
          </a:p>
          <a:p>
            <a:endParaRPr lang="en-US" i="1">
              <a:solidFill>
                <a:schemeClr val="bg1"/>
              </a:solidFill>
            </a:endParaRPr>
          </a:p>
          <a:p>
            <a:r>
              <a:rPr lang="en-US">
                <a:solidFill>
                  <a:schemeClr val="bg1"/>
                </a:solidFill>
              </a:rPr>
              <a:t>Utility levels leader B achieves at profiles in which leader A imposes embargo: 0, 10</a:t>
            </a:r>
          </a:p>
          <a:p>
            <a:endParaRPr lang="en-US">
              <a:solidFill>
                <a:schemeClr val="bg1"/>
              </a:solidFill>
            </a:endParaRPr>
          </a:p>
          <a:p>
            <a:r>
              <a:rPr lang="en-US">
                <a:solidFill>
                  <a:schemeClr val="bg1"/>
                </a:solidFill>
              </a:rPr>
              <a:t>Highest utility level leader B achieves at any profile in which leader A imposes embargo: 10</a:t>
            </a:r>
          </a:p>
          <a:p>
            <a:endParaRPr lang="en-US">
              <a:solidFill>
                <a:schemeClr val="bg1"/>
              </a:solidFill>
            </a:endParaRPr>
          </a:p>
          <a:p>
            <a:endParaRPr lang="en-US">
              <a:solidFill>
                <a:schemeClr val="bg1"/>
              </a:solidFill>
            </a:endParaRPr>
          </a:p>
        </p:txBody>
      </p:sp>
      <p:sp>
        <p:nvSpPr>
          <p:cNvPr id="21" name="Rectangle 20">
            <a:extLst>
              <a:ext uri="{FF2B5EF4-FFF2-40B4-BE49-F238E27FC236}">
                <a16:creationId xmlns:a16="http://schemas.microsoft.com/office/drawing/2014/main" id="{BBDE293D-0497-D319-FA08-B178AF6935F9}"/>
              </a:ext>
            </a:extLst>
          </p:cNvPr>
          <p:cNvSpPr/>
          <p:nvPr/>
        </p:nvSpPr>
        <p:spPr>
          <a:xfrm>
            <a:off x="6379521" y="4037701"/>
            <a:ext cx="4687382" cy="343318"/>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0D52D2D-7B96-F6A7-6C5D-979DA9AFAB96}"/>
              </a:ext>
            </a:extLst>
          </p:cNvPr>
          <p:cNvSpPr/>
          <p:nvPr/>
        </p:nvSpPr>
        <p:spPr>
          <a:xfrm>
            <a:off x="3383783" y="2636183"/>
            <a:ext cx="1854916" cy="3662291"/>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EDFC57C-059F-D222-A7D8-E7DD0F4AC1D9}"/>
              </a:ext>
            </a:extLst>
          </p:cNvPr>
          <p:cNvSpPr/>
          <p:nvPr/>
        </p:nvSpPr>
        <p:spPr>
          <a:xfrm>
            <a:off x="3910149" y="3239026"/>
            <a:ext cx="409302" cy="644993"/>
          </a:xfrm>
          <a:prstGeom prst="ellipse">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22D4C53D-D23E-DF33-DD60-DCFF0E78902E}"/>
              </a:ext>
            </a:extLst>
          </p:cNvPr>
          <p:cNvSpPr/>
          <p:nvPr/>
        </p:nvSpPr>
        <p:spPr>
          <a:xfrm>
            <a:off x="8090247" y="4797030"/>
            <a:ext cx="296102" cy="424590"/>
          </a:xfrm>
          <a:prstGeom prst="ellipse">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3B52B88D-A4A1-AD7E-6FA8-E5AA3263329B}"/>
              </a:ext>
            </a:extLst>
          </p:cNvPr>
          <p:cNvSpPr/>
          <p:nvPr/>
        </p:nvSpPr>
        <p:spPr>
          <a:xfrm>
            <a:off x="3922765" y="5063472"/>
            <a:ext cx="409302" cy="644993"/>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23C4602C-ACFA-70FF-30D5-ED475BBF1942}"/>
              </a:ext>
            </a:extLst>
          </p:cNvPr>
          <p:cNvSpPr/>
          <p:nvPr/>
        </p:nvSpPr>
        <p:spPr>
          <a:xfrm>
            <a:off x="8386349" y="4803561"/>
            <a:ext cx="296102" cy="42459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4391906C-C3FA-4550-273B-2262624113A4}"/>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21910660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3693319"/>
          </a:xfrm>
          <a:prstGeom prst="rect">
            <a:avLst/>
          </a:prstGeom>
          <a:noFill/>
        </p:spPr>
        <p:txBody>
          <a:bodyPr wrap="square" rtlCol="0">
            <a:spAutoFit/>
          </a:bodyPr>
          <a:lstStyle/>
          <a:p>
            <a:r>
              <a:rPr lang="en-US">
                <a:solidFill>
                  <a:schemeClr val="bg1"/>
                </a:solidFill>
              </a:rPr>
              <a:t>EXAMPLE:</a:t>
            </a:r>
          </a:p>
          <a:p>
            <a:endParaRPr lang="en-US">
              <a:solidFill>
                <a:schemeClr val="bg1"/>
              </a:solidFill>
            </a:endParaRPr>
          </a:p>
          <a:p>
            <a:r>
              <a:rPr lang="en-US" i="1">
                <a:solidFill>
                  <a:schemeClr val="bg1"/>
                </a:solidFill>
              </a:rPr>
              <a:t>Which actions by leader B are best responses to the expectation that leader A will impose an embargo?</a:t>
            </a:r>
          </a:p>
          <a:p>
            <a:endParaRPr lang="en-US" i="1">
              <a:solidFill>
                <a:schemeClr val="bg1"/>
              </a:solidFill>
            </a:endParaRPr>
          </a:p>
          <a:p>
            <a:r>
              <a:rPr lang="en-US">
                <a:solidFill>
                  <a:schemeClr val="bg1"/>
                </a:solidFill>
              </a:rPr>
              <a:t>Utility levels leader B achieves at profiles in which leader A imposes embargo: 0, 10</a:t>
            </a:r>
          </a:p>
          <a:p>
            <a:endParaRPr lang="en-US">
              <a:solidFill>
                <a:schemeClr val="bg1"/>
              </a:solidFill>
            </a:endParaRPr>
          </a:p>
          <a:p>
            <a:r>
              <a:rPr lang="en-US">
                <a:solidFill>
                  <a:schemeClr val="bg1"/>
                </a:solidFill>
              </a:rPr>
              <a:t>Highest utility level leader B achieves at any profile in which leader A imposes embargo: 10</a:t>
            </a:r>
          </a:p>
          <a:p>
            <a:endParaRPr lang="en-US">
              <a:solidFill>
                <a:schemeClr val="bg1"/>
              </a:solidFill>
            </a:endParaRPr>
          </a:p>
          <a:p>
            <a:r>
              <a:rPr lang="en-US">
                <a:solidFill>
                  <a:schemeClr val="bg1"/>
                </a:solidFill>
              </a:rPr>
              <a:t>Answer: ‘impose embargo’ is leader B’s only best response to the expectation that leader A will impose an embargo.</a:t>
            </a:r>
          </a:p>
        </p:txBody>
      </p:sp>
      <p:sp>
        <p:nvSpPr>
          <p:cNvPr id="21" name="Rectangle 20">
            <a:extLst>
              <a:ext uri="{FF2B5EF4-FFF2-40B4-BE49-F238E27FC236}">
                <a16:creationId xmlns:a16="http://schemas.microsoft.com/office/drawing/2014/main" id="{BBDE293D-0497-D319-FA08-B178AF6935F9}"/>
              </a:ext>
            </a:extLst>
          </p:cNvPr>
          <p:cNvSpPr/>
          <p:nvPr/>
        </p:nvSpPr>
        <p:spPr>
          <a:xfrm>
            <a:off x="6379521" y="4037701"/>
            <a:ext cx="4687382" cy="343318"/>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0D52D2D-7B96-F6A7-6C5D-979DA9AFAB96}"/>
              </a:ext>
            </a:extLst>
          </p:cNvPr>
          <p:cNvSpPr/>
          <p:nvPr/>
        </p:nvSpPr>
        <p:spPr>
          <a:xfrm>
            <a:off x="3383783" y="2636183"/>
            <a:ext cx="1854916" cy="3662291"/>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EDFC57C-059F-D222-A7D8-E7DD0F4AC1D9}"/>
              </a:ext>
            </a:extLst>
          </p:cNvPr>
          <p:cNvSpPr/>
          <p:nvPr/>
        </p:nvSpPr>
        <p:spPr>
          <a:xfrm>
            <a:off x="3910149" y="3239026"/>
            <a:ext cx="409302" cy="644993"/>
          </a:xfrm>
          <a:prstGeom prst="ellipse">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22D4C53D-D23E-DF33-DD60-DCFF0E78902E}"/>
              </a:ext>
            </a:extLst>
          </p:cNvPr>
          <p:cNvSpPr/>
          <p:nvPr/>
        </p:nvSpPr>
        <p:spPr>
          <a:xfrm>
            <a:off x="8090247" y="4797030"/>
            <a:ext cx="296102" cy="424590"/>
          </a:xfrm>
          <a:prstGeom prst="ellipse">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3B52B88D-A4A1-AD7E-6FA8-E5AA3263329B}"/>
              </a:ext>
            </a:extLst>
          </p:cNvPr>
          <p:cNvSpPr/>
          <p:nvPr/>
        </p:nvSpPr>
        <p:spPr>
          <a:xfrm>
            <a:off x="3922765" y="5063472"/>
            <a:ext cx="409302" cy="644993"/>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23C4602C-ACFA-70FF-30D5-ED475BBF1942}"/>
              </a:ext>
            </a:extLst>
          </p:cNvPr>
          <p:cNvSpPr/>
          <p:nvPr/>
        </p:nvSpPr>
        <p:spPr>
          <a:xfrm>
            <a:off x="8386349" y="4803561"/>
            <a:ext cx="296102" cy="42459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D9033DCB-2B6F-3770-C12D-85BCCE398FD8}"/>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19873865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3139321"/>
          </a:xfrm>
          <a:prstGeom prst="rect">
            <a:avLst/>
          </a:prstGeom>
          <a:noFill/>
        </p:spPr>
        <p:txBody>
          <a:bodyPr wrap="square" rtlCol="0">
            <a:spAutoFit/>
          </a:bodyPr>
          <a:lstStyle/>
          <a:p>
            <a:r>
              <a:rPr lang="en-US" b="1">
                <a:solidFill>
                  <a:schemeClr val="bg1"/>
                </a:solidFill>
              </a:rPr>
              <a:t>Exercises</a:t>
            </a:r>
            <a:r>
              <a:rPr lang="en-US">
                <a:solidFill>
                  <a:schemeClr val="bg1"/>
                </a:solidFill>
              </a:rPr>
              <a:t>:</a:t>
            </a:r>
          </a:p>
          <a:p>
            <a:endParaRPr lang="en-US">
              <a:solidFill>
                <a:schemeClr val="bg1"/>
              </a:solidFill>
            </a:endParaRPr>
          </a:p>
          <a:p>
            <a:r>
              <a:rPr lang="en-US">
                <a:solidFill>
                  <a:schemeClr val="bg1"/>
                </a:solidFill>
              </a:rPr>
              <a:t>Which actions by leader B are best responses to the expectation that leader A will not impose an embargo?</a:t>
            </a:r>
          </a:p>
          <a:p>
            <a:endParaRPr lang="en-US">
              <a:solidFill>
                <a:schemeClr val="bg1"/>
              </a:solidFill>
            </a:endParaRPr>
          </a:p>
          <a:p>
            <a:r>
              <a:rPr lang="en-US">
                <a:solidFill>
                  <a:schemeClr val="bg1"/>
                </a:solidFill>
              </a:rPr>
              <a:t>Which actions by leader A are best responses to the expectation that leader B will impose an embargo?</a:t>
            </a:r>
          </a:p>
          <a:p>
            <a:endParaRPr lang="en-US">
              <a:solidFill>
                <a:schemeClr val="bg1"/>
              </a:solidFill>
            </a:endParaRPr>
          </a:p>
          <a:p>
            <a:r>
              <a:rPr lang="en-US">
                <a:solidFill>
                  <a:schemeClr val="bg1"/>
                </a:solidFill>
              </a:rPr>
              <a:t>Which actions by leader A are best responses to the expectation that leader B will not impose an embargo.</a:t>
            </a:r>
          </a:p>
          <a:p>
            <a:endParaRPr lang="en-US">
              <a:solidFill>
                <a:schemeClr val="bg1"/>
              </a:solidFill>
            </a:endParaRPr>
          </a:p>
        </p:txBody>
      </p:sp>
      <p:sp>
        <p:nvSpPr>
          <p:cNvPr id="21" name="TextBox 20">
            <a:extLst>
              <a:ext uri="{FF2B5EF4-FFF2-40B4-BE49-F238E27FC236}">
                <a16:creationId xmlns:a16="http://schemas.microsoft.com/office/drawing/2014/main" id="{5CAEDF7E-B0B0-316E-4444-606B5E490293}"/>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24510487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3139321"/>
          </a:xfrm>
          <a:prstGeom prst="rect">
            <a:avLst/>
          </a:prstGeom>
          <a:noFill/>
        </p:spPr>
        <p:txBody>
          <a:bodyPr wrap="square" rtlCol="0">
            <a:spAutoFit/>
          </a:bodyPr>
          <a:lstStyle/>
          <a:p>
            <a:r>
              <a:rPr lang="en-US" b="1">
                <a:solidFill>
                  <a:schemeClr val="bg1"/>
                </a:solidFill>
              </a:rPr>
              <a:t>Exercises</a:t>
            </a:r>
            <a:r>
              <a:rPr lang="en-US">
                <a:solidFill>
                  <a:schemeClr val="bg1"/>
                </a:solidFill>
              </a:rPr>
              <a:t>:</a:t>
            </a:r>
          </a:p>
          <a:p>
            <a:endParaRPr lang="en-US">
              <a:solidFill>
                <a:schemeClr val="bg1"/>
              </a:solidFill>
            </a:endParaRPr>
          </a:p>
          <a:p>
            <a:r>
              <a:rPr lang="en-US">
                <a:solidFill>
                  <a:schemeClr val="bg1"/>
                </a:solidFill>
              </a:rPr>
              <a:t>Which actions by leader B are best responses to the expectation that leader A will not impose an embargo?</a:t>
            </a:r>
          </a:p>
          <a:p>
            <a:endParaRPr lang="en-US">
              <a:solidFill>
                <a:schemeClr val="bg1"/>
              </a:solidFill>
            </a:endParaRPr>
          </a:p>
          <a:p>
            <a:r>
              <a:rPr lang="en-US">
                <a:solidFill>
                  <a:schemeClr val="bg1"/>
                </a:solidFill>
              </a:rPr>
              <a:t>Which actions by leader A are best responses to the expectation that leader B will impose an embargo?</a:t>
            </a:r>
          </a:p>
          <a:p>
            <a:endParaRPr lang="en-US">
              <a:solidFill>
                <a:schemeClr val="bg1"/>
              </a:solidFill>
            </a:endParaRPr>
          </a:p>
          <a:p>
            <a:r>
              <a:rPr lang="en-US">
                <a:solidFill>
                  <a:schemeClr val="bg1"/>
                </a:solidFill>
              </a:rPr>
              <a:t>Which actions by leader A are best responses to the expectation that leader B will not impose an embargo.</a:t>
            </a:r>
          </a:p>
          <a:p>
            <a:endParaRPr lang="en-US">
              <a:solidFill>
                <a:schemeClr val="bg1"/>
              </a:solidFill>
            </a:endParaRPr>
          </a:p>
        </p:txBody>
      </p:sp>
      <p:sp>
        <p:nvSpPr>
          <p:cNvPr id="21" name="Rectangle 20">
            <a:extLst>
              <a:ext uri="{FF2B5EF4-FFF2-40B4-BE49-F238E27FC236}">
                <a16:creationId xmlns:a16="http://schemas.microsoft.com/office/drawing/2014/main" id="{C6EE6736-0A97-C7CE-D0BE-49CB176E49C0}"/>
              </a:ext>
            </a:extLst>
          </p:cNvPr>
          <p:cNvSpPr/>
          <p:nvPr/>
        </p:nvSpPr>
        <p:spPr>
          <a:xfrm>
            <a:off x="6305006" y="3741726"/>
            <a:ext cx="5425440" cy="917360"/>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72B5E144-B8E5-D146-83B7-476C50057B8E}"/>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29101358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3139321"/>
          </a:xfrm>
          <a:prstGeom prst="rect">
            <a:avLst/>
          </a:prstGeom>
          <a:noFill/>
        </p:spPr>
        <p:txBody>
          <a:bodyPr wrap="square" rtlCol="0">
            <a:spAutoFit/>
          </a:bodyPr>
          <a:lstStyle/>
          <a:p>
            <a:r>
              <a:rPr lang="en-US" b="1">
                <a:solidFill>
                  <a:schemeClr val="bg1"/>
                </a:solidFill>
              </a:rPr>
              <a:t>Exercises</a:t>
            </a:r>
            <a:r>
              <a:rPr lang="en-US">
                <a:solidFill>
                  <a:schemeClr val="bg1"/>
                </a:solidFill>
              </a:rPr>
              <a:t>:</a:t>
            </a:r>
          </a:p>
          <a:p>
            <a:endParaRPr lang="en-US">
              <a:solidFill>
                <a:schemeClr val="bg1"/>
              </a:solidFill>
            </a:endParaRPr>
          </a:p>
          <a:p>
            <a:r>
              <a:rPr lang="en-US">
                <a:solidFill>
                  <a:schemeClr val="bg1"/>
                </a:solidFill>
              </a:rPr>
              <a:t>Which actions by leader B are best responses to the expectation that leader A will not impose an embargo?</a:t>
            </a:r>
          </a:p>
          <a:p>
            <a:endParaRPr lang="en-US">
              <a:solidFill>
                <a:schemeClr val="bg1"/>
              </a:solidFill>
            </a:endParaRPr>
          </a:p>
          <a:p>
            <a:r>
              <a:rPr lang="en-US">
                <a:solidFill>
                  <a:schemeClr val="bg1"/>
                </a:solidFill>
              </a:rPr>
              <a:t>Which actions by leader A are best responses to the expectation that leader B will impose an embargo?</a:t>
            </a:r>
          </a:p>
          <a:p>
            <a:endParaRPr lang="en-US">
              <a:solidFill>
                <a:schemeClr val="bg1"/>
              </a:solidFill>
            </a:endParaRPr>
          </a:p>
          <a:p>
            <a:r>
              <a:rPr lang="en-US">
                <a:solidFill>
                  <a:schemeClr val="bg1"/>
                </a:solidFill>
              </a:rPr>
              <a:t>Which actions by leader A are best responses to the expectation that leader B will not impose an embargo.</a:t>
            </a:r>
          </a:p>
          <a:p>
            <a:endParaRPr lang="en-US">
              <a:solidFill>
                <a:schemeClr val="bg1"/>
              </a:solidFill>
            </a:endParaRPr>
          </a:p>
        </p:txBody>
      </p:sp>
      <p:sp>
        <p:nvSpPr>
          <p:cNvPr id="21" name="Rectangle 20">
            <a:extLst>
              <a:ext uri="{FF2B5EF4-FFF2-40B4-BE49-F238E27FC236}">
                <a16:creationId xmlns:a16="http://schemas.microsoft.com/office/drawing/2014/main" id="{C6EE6736-0A97-C7CE-D0BE-49CB176E49C0}"/>
              </a:ext>
            </a:extLst>
          </p:cNvPr>
          <p:cNvSpPr/>
          <p:nvPr/>
        </p:nvSpPr>
        <p:spPr>
          <a:xfrm>
            <a:off x="6305006" y="3741726"/>
            <a:ext cx="5425440" cy="917360"/>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F122676-50D6-DC1E-8825-393A0CF26CA0}"/>
              </a:ext>
            </a:extLst>
          </p:cNvPr>
          <p:cNvSpPr/>
          <p:nvPr/>
        </p:nvSpPr>
        <p:spPr>
          <a:xfrm>
            <a:off x="1540634" y="2639699"/>
            <a:ext cx="1881847" cy="3648887"/>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AC65CAEB-9DFA-51D3-4307-B263FD0310B9}"/>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1525292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3139321"/>
          </a:xfrm>
          <a:prstGeom prst="rect">
            <a:avLst/>
          </a:prstGeom>
          <a:noFill/>
        </p:spPr>
        <p:txBody>
          <a:bodyPr wrap="square" rtlCol="0">
            <a:spAutoFit/>
          </a:bodyPr>
          <a:lstStyle/>
          <a:p>
            <a:r>
              <a:rPr lang="en-US" b="1">
                <a:solidFill>
                  <a:schemeClr val="bg1"/>
                </a:solidFill>
              </a:rPr>
              <a:t>Exercises</a:t>
            </a:r>
            <a:r>
              <a:rPr lang="en-US">
                <a:solidFill>
                  <a:schemeClr val="bg1"/>
                </a:solidFill>
              </a:rPr>
              <a:t>:</a:t>
            </a:r>
          </a:p>
          <a:p>
            <a:endParaRPr lang="en-US">
              <a:solidFill>
                <a:schemeClr val="bg1"/>
              </a:solidFill>
            </a:endParaRPr>
          </a:p>
          <a:p>
            <a:r>
              <a:rPr lang="en-US">
                <a:solidFill>
                  <a:schemeClr val="bg1"/>
                </a:solidFill>
              </a:rPr>
              <a:t>Which actions by leader B are best responses to the expectation that leader A will not impose an embargo?</a:t>
            </a:r>
          </a:p>
          <a:p>
            <a:endParaRPr lang="en-US">
              <a:solidFill>
                <a:schemeClr val="bg1"/>
              </a:solidFill>
            </a:endParaRPr>
          </a:p>
          <a:p>
            <a:r>
              <a:rPr lang="en-US">
                <a:solidFill>
                  <a:schemeClr val="bg1"/>
                </a:solidFill>
              </a:rPr>
              <a:t>Which actions by leader A are best responses to the expectation that leader B will impose an embargo?</a:t>
            </a:r>
          </a:p>
          <a:p>
            <a:endParaRPr lang="en-US">
              <a:solidFill>
                <a:schemeClr val="bg1"/>
              </a:solidFill>
            </a:endParaRPr>
          </a:p>
          <a:p>
            <a:r>
              <a:rPr lang="en-US">
                <a:solidFill>
                  <a:schemeClr val="bg1"/>
                </a:solidFill>
              </a:rPr>
              <a:t>Which actions by leader A are best responses to the expectation that leader B will not impose an embargo.</a:t>
            </a:r>
          </a:p>
          <a:p>
            <a:endParaRPr lang="en-US">
              <a:solidFill>
                <a:schemeClr val="bg1"/>
              </a:solidFill>
            </a:endParaRPr>
          </a:p>
        </p:txBody>
      </p:sp>
      <p:sp>
        <p:nvSpPr>
          <p:cNvPr id="21" name="Rectangle 20">
            <a:extLst>
              <a:ext uri="{FF2B5EF4-FFF2-40B4-BE49-F238E27FC236}">
                <a16:creationId xmlns:a16="http://schemas.microsoft.com/office/drawing/2014/main" id="{C6EE6736-0A97-C7CE-D0BE-49CB176E49C0}"/>
              </a:ext>
            </a:extLst>
          </p:cNvPr>
          <p:cNvSpPr/>
          <p:nvPr/>
        </p:nvSpPr>
        <p:spPr>
          <a:xfrm>
            <a:off x="6305006" y="3741726"/>
            <a:ext cx="5425440" cy="917360"/>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F122676-50D6-DC1E-8825-393A0CF26CA0}"/>
              </a:ext>
            </a:extLst>
          </p:cNvPr>
          <p:cNvSpPr/>
          <p:nvPr/>
        </p:nvSpPr>
        <p:spPr>
          <a:xfrm>
            <a:off x="1540634" y="2639699"/>
            <a:ext cx="1881847" cy="3648887"/>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494E523D-FCF8-6930-1BF3-D97B5EA3B37A}"/>
              </a:ext>
            </a:extLst>
          </p:cNvPr>
          <p:cNvSpPr/>
          <p:nvPr/>
        </p:nvSpPr>
        <p:spPr>
          <a:xfrm>
            <a:off x="2119251" y="3316164"/>
            <a:ext cx="419016" cy="510017"/>
          </a:xfrm>
          <a:prstGeom prst="ellipse">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44FCEFB7-96EC-387E-41FC-97D4C852F970}"/>
              </a:ext>
            </a:extLst>
          </p:cNvPr>
          <p:cNvSpPr/>
          <p:nvPr/>
        </p:nvSpPr>
        <p:spPr>
          <a:xfrm>
            <a:off x="2176112" y="5140610"/>
            <a:ext cx="419016" cy="510017"/>
          </a:xfrm>
          <a:prstGeom prst="ellipse">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7B7B1936-F30D-D5B0-EA00-0BAC6EA5D233}"/>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23821551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3139321"/>
          </a:xfrm>
          <a:prstGeom prst="rect">
            <a:avLst/>
          </a:prstGeom>
          <a:noFill/>
        </p:spPr>
        <p:txBody>
          <a:bodyPr wrap="square" rtlCol="0">
            <a:spAutoFit/>
          </a:bodyPr>
          <a:lstStyle/>
          <a:p>
            <a:r>
              <a:rPr lang="en-US" b="1">
                <a:solidFill>
                  <a:schemeClr val="bg1"/>
                </a:solidFill>
              </a:rPr>
              <a:t>Exercises</a:t>
            </a:r>
            <a:r>
              <a:rPr lang="en-US">
                <a:solidFill>
                  <a:schemeClr val="bg1"/>
                </a:solidFill>
              </a:rPr>
              <a:t>:</a:t>
            </a:r>
          </a:p>
          <a:p>
            <a:endParaRPr lang="en-US">
              <a:solidFill>
                <a:schemeClr val="bg1"/>
              </a:solidFill>
            </a:endParaRPr>
          </a:p>
          <a:p>
            <a:r>
              <a:rPr lang="en-US">
                <a:solidFill>
                  <a:schemeClr val="bg1"/>
                </a:solidFill>
              </a:rPr>
              <a:t>Which actions by leader B are best responses to the expectation that leader A will not impose an embargo?</a:t>
            </a:r>
          </a:p>
          <a:p>
            <a:r>
              <a:rPr lang="en-US" b="1" i="1">
                <a:solidFill>
                  <a:schemeClr val="bg1"/>
                </a:solidFill>
              </a:rPr>
              <a:t>not impose an embago</a:t>
            </a:r>
          </a:p>
          <a:p>
            <a:r>
              <a:rPr lang="en-US">
                <a:solidFill>
                  <a:schemeClr val="bg1"/>
                </a:solidFill>
              </a:rPr>
              <a:t>Which actions by leader A are best responses to the expectation that leader B will impose an embargo?</a:t>
            </a:r>
          </a:p>
          <a:p>
            <a:endParaRPr lang="en-US">
              <a:solidFill>
                <a:schemeClr val="bg1"/>
              </a:solidFill>
            </a:endParaRPr>
          </a:p>
          <a:p>
            <a:r>
              <a:rPr lang="en-US">
                <a:solidFill>
                  <a:schemeClr val="bg1"/>
                </a:solidFill>
              </a:rPr>
              <a:t>Which actions by leader A are best responses to the expectation that leader B will not impose an embargo.</a:t>
            </a:r>
          </a:p>
          <a:p>
            <a:endParaRPr lang="en-US">
              <a:solidFill>
                <a:schemeClr val="bg1"/>
              </a:solidFill>
            </a:endParaRPr>
          </a:p>
        </p:txBody>
      </p:sp>
      <p:sp>
        <p:nvSpPr>
          <p:cNvPr id="21" name="Rectangle 20">
            <a:extLst>
              <a:ext uri="{FF2B5EF4-FFF2-40B4-BE49-F238E27FC236}">
                <a16:creationId xmlns:a16="http://schemas.microsoft.com/office/drawing/2014/main" id="{C6EE6736-0A97-C7CE-D0BE-49CB176E49C0}"/>
              </a:ext>
            </a:extLst>
          </p:cNvPr>
          <p:cNvSpPr/>
          <p:nvPr/>
        </p:nvSpPr>
        <p:spPr>
          <a:xfrm>
            <a:off x="6305006" y="3741726"/>
            <a:ext cx="5425440" cy="917360"/>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F122676-50D6-DC1E-8825-393A0CF26CA0}"/>
              </a:ext>
            </a:extLst>
          </p:cNvPr>
          <p:cNvSpPr/>
          <p:nvPr/>
        </p:nvSpPr>
        <p:spPr>
          <a:xfrm>
            <a:off x="1540634" y="2639699"/>
            <a:ext cx="1881847" cy="3648887"/>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494E523D-FCF8-6930-1BF3-D97B5EA3B37A}"/>
              </a:ext>
            </a:extLst>
          </p:cNvPr>
          <p:cNvSpPr/>
          <p:nvPr/>
        </p:nvSpPr>
        <p:spPr>
          <a:xfrm>
            <a:off x="2119251" y="3316164"/>
            <a:ext cx="419016" cy="510017"/>
          </a:xfrm>
          <a:prstGeom prst="ellipse">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44FCEFB7-96EC-387E-41FC-97D4C852F970}"/>
              </a:ext>
            </a:extLst>
          </p:cNvPr>
          <p:cNvSpPr/>
          <p:nvPr/>
        </p:nvSpPr>
        <p:spPr>
          <a:xfrm>
            <a:off x="2176112" y="5140610"/>
            <a:ext cx="419016" cy="510017"/>
          </a:xfrm>
          <a:prstGeom prst="ellipse">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AAC06548-BB8C-241B-70B8-3465191F7EFF}"/>
              </a:ext>
            </a:extLst>
          </p:cNvPr>
          <p:cNvSpPr/>
          <p:nvPr/>
        </p:nvSpPr>
        <p:spPr>
          <a:xfrm>
            <a:off x="830896" y="2672748"/>
            <a:ext cx="657934" cy="1824444"/>
          </a:xfrm>
          <a:prstGeom prst="ellipse">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solidFill>
            </a:endParaRPr>
          </a:p>
        </p:txBody>
      </p:sp>
      <p:sp>
        <p:nvSpPr>
          <p:cNvPr id="26" name="TextBox 25">
            <a:extLst>
              <a:ext uri="{FF2B5EF4-FFF2-40B4-BE49-F238E27FC236}">
                <a16:creationId xmlns:a16="http://schemas.microsoft.com/office/drawing/2014/main" id="{20A48BF7-7F5A-4B63-D6E2-F52E65FCFF5F}"/>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28136051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3139321"/>
          </a:xfrm>
          <a:prstGeom prst="rect">
            <a:avLst/>
          </a:prstGeom>
          <a:noFill/>
        </p:spPr>
        <p:txBody>
          <a:bodyPr wrap="square" rtlCol="0">
            <a:spAutoFit/>
          </a:bodyPr>
          <a:lstStyle/>
          <a:p>
            <a:r>
              <a:rPr lang="en-US" b="1">
                <a:solidFill>
                  <a:schemeClr val="bg1"/>
                </a:solidFill>
              </a:rPr>
              <a:t>Exercises</a:t>
            </a:r>
            <a:r>
              <a:rPr lang="en-US">
                <a:solidFill>
                  <a:schemeClr val="bg1"/>
                </a:solidFill>
              </a:rPr>
              <a:t>:</a:t>
            </a:r>
          </a:p>
          <a:p>
            <a:endParaRPr lang="en-US">
              <a:solidFill>
                <a:schemeClr val="bg1"/>
              </a:solidFill>
            </a:endParaRPr>
          </a:p>
          <a:p>
            <a:r>
              <a:rPr lang="en-US">
                <a:solidFill>
                  <a:schemeClr val="bg1"/>
                </a:solidFill>
              </a:rPr>
              <a:t>Which actions by leader B are best responses to the expectation that leader A will not impose an embargo?</a:t>
            </a:r>
          </a:p>
          <a:p>
            <a:r>
              <a:rPr lang="en-US" b="1" i="1">
                <a:solidFill>
                  <a:schemeClr val="bg1"/>
                </a:solidFill>
              </a:rPr>
              <a:t>not impose an embago</a:t>
            </a:r>
          </a:p>
          <a:p>
            <a:r>
              <a:rPr lang="en-US">
                <a:solidFill>
                  <a:schemeClr val="bg1"/>
                </a:solidFill>
              </a:rPr>
              <a:t>Which actions by leader A are best responses to the expectation that leader B will impose an embargo?</a:t>
            </a:r>
          </a:p>
          <a:p>
            <a:r>
              <a:rPr lang="en-US" b="1" i="1">
                <a:solidFill>
                  <a:schemeClr val="bg1"/>
                </a:solidFill>
              </a:rPr>
              <a:t>impose an embargo</a:t>
            </a:r>
          </a:p>
          <a:p>
            <a:r>
              <a:rPr lang="en-US">
                <a:solidFill>
                  <a:schemeClr val="bg1"/>
                </a:solidFill>
              </a:rPr>
              <a:t>Which actions by leader A are best responses to the expectation that leader B will not impose an embargo.</a:t>
            </a:r>
          </a:p>
          <a:p>
            <a:endParaRPr lang="en-US">
              <a:solidFill>
                <a:schemeClr val="bg1"/>
              </a:solidFill>
            </a:endParaRPr>
          </a:p>
        </p:txBody>
      </p:sp>
      <p:sp>
        <p:nvSpPr>
          <p:cNvPr id="21" name="Rectangle 20">
            <a:extLst>
              <a:ext uri="{FF2B5EF4-FFF2-40B4-BE49-F238E27FC236}">
                <a16:creationId xmlns:a16="http://schemas.microsoft.com/office/drawing/2014/main" id="{C6EE6736-0A97-C7CE-D0BE-49CB176E49C0}"/>
              </a:ext>
            </a:extLst>
          </p:cNvPr>
          <p:cNvSpPr/>
          <p:nvPr/>
        </p:nvSpPr>
        <p:spPr>
          <a:xfrm>
            <a:off x="6305006" y="4557176"/>
            <a:ext cx="5425440" cy="917360"/>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F122676-50D6-DC1E-8825-393A0CF26CA0}"/>
              </a:ext>
            </a:extLst>
          </p:cNvPr>
          <p:cNvSpPr/>
          <p:nvPr/>
        </p:nvSpPr>
        <p:spPr>
          <a:xfrm>
            <a:off x="1540634" y="4464142"/>
            <a:ext cx="3698073" cy="1824444"/>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494E523D-FCF8-6930-1BF3-D97B5EA3B37A}"/>
              </a:ext>
            </a:extLst>
          </p:cNvPr>
          <p:cNvSpPr/>
          <p:nvPr/>
        </p:nvSpPr>
        <p:spPr>
          <a:xfrm>
            <a:off x="2406911" y="5126299"/>
            <a:ext cx="419016" cy="510017"/>
          </a:xfrm>
          <a:prstGeom prst="ellipse">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44FCEFB7-96EC-387E-41FC-97D4C852F970}"/>
              </a:ext>
            </a:extLst>
          </p:cNvPr>
          <p:cNvSpPr/>
          <p:nvPr/>
        </p:nvSpPr>
        <p:spPr>
          <a:xfrm>
            <a:off x="4283331" y="5147548"/>
            <a:ext cx="419016" cy="510017"/>
          </a:xfrm>
          <a:prstGeom prst="ellipse">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AAC06548-BB8C-241B-70B8-3465191F7EFF}"/>
              </a:ext>
            </a:extLst>
          </p:cNvPr>
          <p:cNvSpPr/>
          <p:nvPr/>
        </p:nvSpPr>
        <p:spPr>
          <a:xfrm rot="5400000">
            <a:off x="4111202" y="1392676"/>
            <a:ext cx="419016" cy="1824444"/>
          </a:xfrm>
          <a:prstGeom prst="ellipse">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solidFill>
            </a:endParaRPr>
          </a:p>
        </p:txBody>
      </p:sp>
      <p:sp>
        <p:nvSpPr>
          <p:cNvPr id="26" name="TextBox 25">
            <a:extLst>
              <a:ext uri="{FF2B5EF4-FFF2-40B4-BE49-F238E27FC236}">
                <a16:creationId xmlns:a16="http://schemas.microsoft.com/office/drawing/2014/main" id="{C329BE01-A9D8-9D48-60BE-FCCC0DC1C36E}"/>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249784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3139321"/>
          </a:xfrm>
          <a:prstGeom prst="rect">
            <a:avLst/>
          </a:prstGeom>
          <a:noFill/>
        </p:spPr>
        <p:txBody>
          <a:bodyPr wrap="square" rtlCol="0">
            <a:spAutoFit/>
          </a:bodyPr>
          <a:lstStyle/>
          <a:p>
            <a:r>
              <a:rPr lang="en-US" b="1">
                <a:solidFill>
                  <a:schemeClr val="bg1"/>
                </a:solidFill>
              </a:rPr>
              <a:t>Exercises</a:t>
            </a:r>
            <a:r>
              <a:rPr lang="en-US">
                <a:solidFill>
                  <a:schemeClr val="bg1"/>
                </a:solidFill>
              </a:rPr>
              <a:t>:</a:t>
            </a:r>
          </a:p>
          <a:p>
            <a:endParaRPr lang="en-US">
              <a:solidFill>
                <a:schemeClr val="bg1"/>
              </a:solidFill>
            </a:endParaRPr>
          </a:p>
          <a:p>
            <a:r>
              <a:rPr lang="en-US">
                <a:solidFill>
                  <a:schemeClr val="bg1"/>
                </a:solidFill>
              </a:rPr>
              <a:t>Which actions by leader B are best responses to the expectation that leader A will not impose an embargo?</a:t>
            </a:r>
          </a:p>
          <a:p>
            <a:r>
              <a:rPr lang="en-US" b="1" i="1">
                <a:solidFill>
                  <a:schemeClr val="bg1"/>
                </a:solidFill>
              </a:rPr>
              <a:t>not impose an embago</a:t>
            </a:r>
          </a:p>
          <a:p>
            <a:r>
              <a:rPr lang="en-US">
                <a:solidFill>
                  <a:schemeClr val="bg1"/>
                </a:solidFill>
              </a:rPr>
              <a:t>Which actions by leader A are best responses to the expectation that leader B will impose an embargo?</a:t>
            </a:r>
          </a:p>
          <a:p>
            <a:r>
              <a:rPr lang="en-US" b="1" i="1">
                <a:solidFill>
                  <a:schemeClr val="bg1"/>
                </a:solidFill>
              </a:rPr>
              <a:t>impose an embargo</a:t>
            </a:r>
          </a:p>
          <a:p>
            <a:r>
              <a:rPr lang="en-US">
                <a:solidFill>
                  <a:schemeClr val="bg1"/>
                </a:solidFill>
              </a:rPr>
              <a:t>Which actions by leader A are best responses to the expectation that leader B will not impose an embargo.</a:t>
            </a:r>
          </a:p>
          <a:p>
            <a:r>
              <a:rPr lang="en-US" b="1" i="1">
                <a:solidFill>
                  <a:schemeClr val="bg1"/>
                </a:solidFill>
              </a:rPr>
              <a:t>not impose an embargo</a:t>
            </a:r>
          </a:p>
        </p:txBody>
      </p:sp>
      <p:sp>
        <p:nvSpPr>
          <p:cNvPr id="21" name="Rectangle 20">
            <a:extLst>
              <a:ext uri="{FF2B5EF4-FFF2-40B4-BE49-F238E27FC236}">
                <a16:creationId xmlns:a16="http://schemas.microsoft.com/office/drawing/2014/main" id="{C6EE6736-0A97-C7CE-D0BE-49CB176E49C0}"/>
              </a:ext>
            </a:extLst>
          </p:cNvPr>
          <p:cNvSpPr/>
          <p:nvPr/>
        </p:nvSpPr>
        <p:spPr>
          <a:xfrm>
            <a:off x="6305006" y="5468618"/>
            <a:ext cx="5425440" cy="917360"/>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F122676-50D6-DC1E-8825-393A0CF26CA0}"/>
              </a:ext>
            </a:extLst>
          </p:cNvPr>
          <p:cNvSpPr/>
          <p:nvPr/>
        </p:nvSpPr>
        <p:spPr>
          <a:xfrm>
            <a:off x="1563086" y="2634956"/>
            <a:ext cx="3698073" cy="1824444"/>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494E523D-FCF8-6930-1BF3-D97B5EA3B37A}"/>
              </a:ext>
            </a:extLst>
          </p:cNvPr>
          <p:cNvSpPr/>
          <p:nvPr/>
        </p:nvSpPr>
        <p:spPr>
          <a:xfrm>
            <a:off x="2393842" y="3306798"/>
            <a:ext cx="419016" cy="510017"/>
          </a:xfrm>
          <a:prstGeom prst="ellipse">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44FCEFB7-96EC-387E-41FC-97D4C852F970}"/>
              </a:ext>
            </a:extLst>
          </p:cNvPr>
          <p:cNvSpPr/>
          <p:nvPr/>
        </p:nvSpPr>
        <p:spPr>
          <a:xfrm>
            <a:off x="4196440" y="3341960"/>
            <a:ext cx="419016" cy="510017"/>
          </a:xfrm>
          <a:prstGeom prst="ellipse">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AAC06548-BB8C-241B-70B8-3465191F7EFF}"/>
              </a:ext>
            </a:extLst>
          </p:cNvPr>
          <p:cNvSpPr/>
          <p:nvPr/>
        </p:nvSpPr>
        <p:spPr>
          <a:xfrm rot="5400000">
            <a:off x="2148153" y="1254069"/>
            <a:ext cx="642598" cy="1993118"/>
          </a:xfrm>
          <a:prstGeom prst="ellipse">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solidFill>
            </a:endParaRPr>
          </a:p>
        </p:txBody>
      </p:sp>
      <p:sp>
        <p:nvSpPr>
          <p:cNvPr id="26" name="TextBox 25">
            <a:extLst>
              <a:ext uri="{FF2B5EF4-FFF2-40B4-BE49-F238E27FC236}">
                <a16:creationId xmlns:a16="http://schemas.microsoft.com/office/drawing/2014/main" id="{ACD95596-D899-DB68-5110-8BD34DCFA3AA}"/>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17400324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F122676-50D6-DC1E-8825-393A0CF26CA0}"/>
              </a:ext>
            </a:extLst>
          </p:cNvPr>
          <p:cNvSpPr/>
          <p:nvPr/>
        </p:nvSpPr>
        <p:spPr>
          <a:xfrm>
            <a:off x="1563086" y="2634956"/>
            <a:ext cx="3698073" cy="1824444"/>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494E523D-FCF8-6930-1BF3-D97B5EA3B37A}"/>
              </a:ext>
            </a:extLst>
          </p:cNvPr>
          <p:cNvSpPr/>
          <p:nvPr/>
        </p:nvSpPr>
        <p:spPr>
          <a:xfrm>
            <a:off x="2393842" y="3306798"/>
            <a:ext cx="419016" cy="510017"/>
          </a:xfrm>
          <a:prstGeom prst="ellipse">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44FCEFB7-96EC-387E-41FC-97D4C852F970}"/>
              </a:ext>
            </a:extLst>
          </p:cNvPr>
          <p:cNvSpPr/>
          <p:nvPr/>
        </p:nvSpPr>
        <p:spPr>
          <a:xfrm>
            <a:off x="4196440" y="3341960"/>
            <a:ext cx="419016" cy="510017"/>
          </a:xfrm>
          <a:prstGeom prst="ellipse">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AAC06548-BB8C-241B-70B8-3465191F7EFF}"/>
              </a:ext>
            </a:extLst>
          </p:cNvPr>
          <p:cNvSpPr/>
          <p:nvPr/>
        </p:nvSpPr>
        <p:spPr>
          <a:xfrm rot="5400000">
            <a:off x="2148153" y="1254069"/>
            <a:ext cx="642598" cy="1993118"/>
          </a:xfrm>
          <a:prstGeom prst="ellipse">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solidFill>
            </a:endParaRPr>
          </a:p>
        </p:txBody>
      </p:sp>
      <p:sp>
        <p:nvSpPr>
          <p:cNvPr id="26" name="TextBox 25">
            <a:extLst>
              <a:ext uri="{FF2B5EF4-FFF2-40B4-BE49-F238E27FC236}">
                <a16:creationId xmlns:a16="http://schemas.microsoft.com/office/drawing/2014/main" id="{586536D8-E9F5-ABF9-3356-9822E2E2E99B}"/>
              </a:ext>
            </a:extLst>
          </p:cNvPr>
          <p:cNvSpPr txBox="1"/>
          <p:nvPr/>
        </p:nvSpPr>
        <p:spPr>
          <a:xfrm>
            <a:off x="6461749" y="3624611"/>
            <a:ext cx="5521234" cy="2031325"/>
          </a:xfrm>
          <a:prstGeom prst="rect">
            <a:avLst/>
          </a:prstGeom>
          <a:noFill/>
        </p:spPr>
        <p:txBody>
          <a:bodyPr wrap="square" rtlCol="0">
            <a:spAutoFit/>
          </a:bodyPr>
          <a:lstStyle/>
          <a:p>
            <a:r>
              <a:rPr lang="en-US" b="1">
                <a:solidFill>
                  <a:schemeClr val="bg1"/>
                </a:solidFill>
              </a:rPr>
              <a:t>THINGS TO NOTICE:</a:t>
            </a:r>
          </a:p>
          <a:p>
            <a:endParaRPr lang="en-US" b="1">
              <a:solidFill>
                <a:schemeClr val="bg1"/>
              </a:solidFill>
            </a:endParaRPr>
          </a:p>
          <a:p>
            <a:r>
              <a:rPr lang="en-US">
                <a:solidFill>
                  <a:schemeClr val="bg1"/>
                </a:solidFill>
              </a:rPr>
              <a:t>A best response is always relative to an expected action.  (it’s always “a best response </a:t>
            </a:r>
            <a:r>
              <a:rPr lang="en-US" i="1">
                <a:solidFill>
                  <a:schemeClr val="bg1"/>
                </a:solidFill>
              </a:rPr>
              <a:t>to an expectation that</a:t>
            </a:r>
            <a:r>
              <a:rPr lang="en-US">
                <a:solidFill>
                  <a:schemeClr val="bg1"/>
                </a:solidFill>
              </a:rPr>
              <a:t>...”</a:t>
            </a:r>
          </a:p>
          <a:p>
            <a:endParaRPr lang="en-US">
              <a:solidFill>
                <a:schemeClr val="bg1"/>
              </a:solidFill>
            </a:endParaRPr>
          </a:p>
          <a:p>
            <a:r>
              <a:rPr lang="en-US">
                <a:solidFill>
                  <a:schemeClr val="bg1"/>
                </a:solidFill>
              </a:rPr>
              <a:t>There can be </a:t>
            </a:r>
            <a:r>
              <a:rPr lang="en-US" i="1">
                <a:solidFill>
                  <a:schemeClr val="bg1"/>
                </a:solidFill>
              </a:rPr>
              <a:t>more than one</a:t>
            </a:r>
            <a:r>
              <a:rPr lang="en-US">
                <a:solidFill>
                  <a:schemeClr val="bg1"/>
                </a:solidFill>
              </a:rPr>
              <a:t> best response to a given expectation.</a:t>
            </a:r>
          </a:p>
        </p:txBody>
      </p:sp>
      <p:sp>
        <p:nvSpPr>
          <p:cNvPr id="11" name="TextBox 10">
            <a:extLst>
              <a:ext uri="{FF2B5EF4-FFF2-40B4-BE49-F238E27FC236}">
                <a16:creationId xmlns:a16="http://schemas.microsoft.com/office/drawing/2014/main" id="{D8696302-D0E6-E780-122E-9F653E78605B}"/>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37573578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1CFD0E-C6AD-F8CD-883D-F958F7CC5510}"/>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Tree>
    <p:extLst>
      <p:ext uri="{BB962C8B-B14F-4D97-AF65-F5344CB8AC3E}">
        <p14:creationId xmlns:p14="http://schemas.microsoft.com/office/powerpoint/2010/main" val="2239419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1CFD0E-C6AD-F8CD-883D-F958F7CC5510}"/>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1C47C18D-0990-5BA6-6FC9-10A9E6E0E937}"/>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6A37DA4-8D5A-1294-7147-26E197254D65}"/>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576283DC-BC2D-C129-2BE1-38E4D4EA5C92}"/>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Tree>
    <p:extLst>
      <p:ext uri="{BB962C8B-B14F-4D97-AF65-F5344CB8AC3E}">
        <p14:creationId xmlns:p14="http://schemas.microsoft.com/office/powerpoint/2010/main" val="31081733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1CFD0E-C6AD-F8CD-883D-F958F7CC5510}"/>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1C47C18D-0990-5BA6-6FC9-10A9E6E0E937}"/>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6A37DA4-8D5A-1294-7147-26E197254D65}"/>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576283DC-BC2D-C129-2BE1-38E4D4EA5C92}"/>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1CBA4F5A-72B7-80CB-707D-1072576DDFD0}"/>
              </a:ext>
            </a:extLst>
          </p:cNvPr>
          <p:cNvSpPr/>
          <p:nvPr/>
        </p:nvSpPr>
        <p:spPr>
          <a:xfrm>
            <a:off x="6278880" y="2412274"/>
            <a:ext cx="5808617" cy="433686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0DD2CD3-050F-672B-3637-409FF9957B9C}"/>
              </a:ext>
            </a:extLst>
          </p:cNvPr>
          <p:cNvSpPr txBox="1"/>
          <p:nvPr/>
        </p:nvSpPr>
        <p:spPr>
          <a:xfrm>
            <a:off x="6548846" y="2717074"/>
            <a:ext cx="5248198" cy="369332"/>
          </a:xfrm>
          <a:prstGeom prst="rect">
            <a:avLst/>
          </a:prstGeom>
          <a:noFill/>
        </p:spPr>
        <p:txBody>
          <a:bodyPr wrap="square" rtlCol="0">
            <a:spAutoFit/>
          </a:bodyPr>
          <a:lstStyle/>
          <a:p>
            <a:r>
              <a:rPr lang="en-US" b="1">
                <a:solidFill>
                  <a:schemeClr val="bg1"/>
                </a:solidFill>
              </a:rPr>
              <a:t>EXAMPLE</a:t>
            </a:r>
          </a:p>
        </p:txBody>
      </p:sp>
      <p:sp>
        <p:nvSpPr>
          <p:cNvPr id="8" name="Rectangle 7">
            <a:extLst>
              <a:ext uri="{FF2B5EF4-FFF2-40B4-BE49-F238E27FC236}">
                <a16:creationId xmlns:a16="http://schemas.microsoft.com/office/drawing/2014/main" id="{31301D3C-4F85-DB13-4210-03299CE16EDF}"/>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0379BA13-49FD-23C9-3C3A-B3E3F80E0877}"/>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3209DF0-00EE-B3DF-9ED4-BCB7C539401D}"/>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DAC2071-EBC3-D99E-E1AE-422817F5D934}"/>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50A6FD85-6AF3-D1C6-9CEE-C6C40CF5CD3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F5B72CCF-C5DC-B579-D80D-DBDF113C917F}"/>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92CDE781-E8FB-13CC-5ED1-8F4B22214BB8}"/>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596B4F-72C1-574D-C5EF-97CF5A413CD4}"/>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79DA0CD6-37B4-E5FF-A235-BCF26900CDE0}"/>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E1AA0AD6-161E-3A7F-ECDD-4CE65A3740F5}"/>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EF990150-AC10-A9ED-297F-84038E3BB578}"/>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4221DD68-9B48-2D9C-F5AA-EEFEC52F0F5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9245A66F-0395-7761-2335-62E476A94B60}"/>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Tree>
    <p:extLst>
      <p:ext uri="{BB962C8B-B14F-4D97-AF65-F5344CB8AC3E}">
        <p14:creationId xmlns:p14="http://schemas.microsoft.com/office/powerpoint/2010/main" val="2346326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1CFD0E-C6AD-F8CD-883D-F958F7CC5510}"/>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1C47C18D-0990-5BA6-6FC9-10A9E6E0E937}"/>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6A37DA4-8D5A-1294-7147-26E197254D65}"/>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576283DC-BC2D-C129-2BE1-38E4D4EA5C92}"/>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1CBA4F5A-72B7-80CB-707D-1072576DDFD0}"/>
              </a:ext>
            </a:extLst>
          </p:cNvPr>
          <p:cNvSpPr/>
          <p:nvPr/>
        </p:nvSpPr>
        <p:spPr>
          <a:xfrm>
            <a:off x="6278880" y="2412274"/>
            <a:ext cx="5808617" cy="433686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0DD2CD3-050F-672B-3637-409FF9957B9C}"/>
              </a:ext>
            </a:extLst>
          </p:cNvPr>
          <p:cNvSpPr txBox="1"/>
          <p:nvPr/>
        </p:nvSpPr>
        <p:spPr>
          <a:xfrm>
            <a:off x="6548846" y="2717074"/>
            <a:ext cx="5248198" cy="923330"/>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 does not impose an embargo and A imposes an embargo a Nash Equilibrium?</a:t>
            </a:r>
            <a:endParaRPr lang="en-US" b="1">
              <a:solidFill>
                <a:schemeClr val="bg1"/>
              </a:solidFill>
            </a:endParaRPr>
          </a:p>
        </p:txBody>
      </p:sp>
      <p:sp>
        <p:nvSpPr>
          <p:cNvPr id="8" name="Rectangle 7">
            <a:extLst>
              <a:ext uri="{FF2B5EF4-FFF2-40B4-BE49-F238E27FC236}">
                <a16:creationId xmlns:a16="http://schemas.microsoft.com/office/drawing/2014/main" id="{31301D3C-4F85-DB13-4210-03299CE16EDF}"/>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0379BA13-49FD-23C9-3C3A-B3E3F80E0877}"/>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3209DF0-00EE-B3DF-9ED4-BCB7C539401D}"/>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DAC2071-EBC3-D99E-E1AE-422817F5D934}"/>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50A6FD85-6AF3-D1C6-9CEE-C6C40CF5CD3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F5B72CCF-C5DC-B579-D80D-DBDF113C917F}"/>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92CDE781-E8FB-13CC-5ED1-8F4B22214BB8}"/>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596B4F-72C1-574D-C5EF-97CF5A413CD4}"/>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79DA0CD6-37B4-E5FF-A235-BCF26900CDE0}"/>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E1AA0AD6-161E-3A7F-ECDD-4CE65A3740F5}"/>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EF990150-AC10-A9ED-297F-84038E3BB578}"/>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4221DD68-9B48-2D9C-F5AA-EEFEC52F0F5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9245A66F-0395-7761-2335-62E476A94B60}"/>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Tree>
    <p:extLst>
      <p:ext uri="{BB962C8B-B14F-4D97-AF65-F5344CB8AC3E}">
        <p14:creationId xmlns:p14="http://schemas.microsoft.com/office/powerpoint/2010/main" val="280737294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1CFD0E-C6AD-F8CD-883D-F958F7CC5510}"/>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1C47C18D-0990-5BA6-6FC9-10A9E6E0E937}"/>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6A37DA4-8D5A-1294-7147-26E197254D65}"/>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576283DC-BC2D-C129-2BE1-38E4D4EA5C92}"/>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1CBA4F5A-72B7-80CB-707D-1072576DDFD0}"/>
              </a:ext>
            </a:extLst>
          </p:cNvPr>
          <p:cNvSpPr/>
          <p:nvPr/>
        </p:nvSpPr>
        <p:spPr>
          <a:xfrm>
            <a:off x="6278880" y="2412274"/>
            <a:ext cx="5808617" cy="433686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0DD2CD3-050F-672B-3637-409FF9957B9C}"/>
              </a:ext>
            </a:extLst>
          </p:cNvPr>
          <p:cNvSpPr txBox="1"/>
          <p:nvPr/>
        </p:nvSpPr>
        <p:spPr>
          <a:xfrm>
            <a:off x="6548846" y="2717074"/>
            <a:ext cx="5248198" cy="923330"/>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 does not impose an embargo and A imposes an embargo a Nash Equilibrium?</a:t>
            </a:r>
            <a:endParaRPr lang="en-US" b="1">
              <a:solidFill>
                <a:schemeClr val="bg1"/>
              </a:solidFill>
            </a:endParaRPr>
          </a:p>
        </p:txBody>
      </p:sp>
      <p:sp>
        <p:nvSpPr>
          <p:cNvPr id="8" name="Rectangle 7">
            <a:extLst>
              <a:ext uri="{FF2B5EF4-FFF2-40B4-BE49-F238E27FC236}">
                <a16:creationId xmlns:a16="http://schemas.microsoft.com/office/drawing/2014/main" id="{31301D3C-4F85-DB13-4210-03299CE16EDF}"/>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0379BA13-49FD-23C9-3C3A-B3E3F80E0877}"/>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3209DF0-00EE-B3DF-9ED4-BCB7C539401D}"/>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DAC2071-EBC3-D99E-E1AE-422817F5D934}"/>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50A6FD85-6AF3-D1C6-9CEE-C6C40CF5CD3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F5B72CCF-C5DC-B579-D80D-DBDF113C917F}"/>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92CDE781-E8FB-13CC-5ED1-8F4B22214BB8}"/>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596B4F-72C1-574D-C5EF-97CF5A413CD4}"/>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79DA0CD6-37B4-E5FF-A235-BCF26900CDE0}"/>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E1AA0AD6-161E-3A7F-ECDD-4CE65A3740F5}"/>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EF990150-AC10-A9ED-297F-84038E3BB578}"/>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4221DD68-9B48-2D9C-F5AA-EEFEC52F0F5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9245A66F-0395-7761-2335-62E476A94B60}"/>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E300315E-1FDA-6A7B-08F6-ADC112B17D93}"/>
              </a:ext>
            </a:extLst>
          </p:cNvPr>
          <p:cNvSpPr/>
          <p:nvPr/>
        </p:nvSpPr>
        <p:spPr>
          <a:xfrm>
            <a:off x="3383783" y="2649583"/>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008433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1CFD0E-C6AD-F8CD-883D-F958F7CC5510}"/>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1C47C18D-0990-5BA6-6FC9-10A9E6E0E937}"/>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6A37DA4-8D5A-1294-7147-26E197254D65}"/>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576283DC-BC2D-C129-2BE1-38E4D4EA5C92}"/>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1CBA4F5A-72B7-80CB-707D-1072576DDFD0}"/>
              </a:ext>
            </a:extLst>
          </p:cNvPr>
          <p:cNvSpPr/>
          <p:nvPr/>
        </p:nvSpPr>
        <p:spPr>
          <a:xfrm>
            <a:off x="6278880" y="2412274"/>
            <a:ext cx="5808617" cy="433686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0DD2CD3-050F-672B-3637-409FF9957B9C}"/>
              </a:ext>
            </a:extLst>
          </p:cNvPr>
          <p:cNvSpPr txBox="1"/>
          <p:nvPr/>
        </p:nvSpPr>
        <p:spPr>
          <a:xfrm>
            <a:off x="6548846" y="2717074"/>
            <a:ext cx="5248198" cy="3693319"/>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 does not impose an embargo and A imposes an embargo a Nash Equilibrium?</a:t>
            </a:r>
          </a:p>
          <a:p>
            <a:endParaRPr lang="en-US" b="1">
              <a:solidFill>
                <a:schemeClr val="bg1"/>
              </a:solidFill>
            </a:endParaRPr>
          </a:p>
          <a:p>
            <a:r>
              <a:rPr lang="en-US" i="1">
                <a:solidFill>
                  <a:schemeClr val="bg1"/>
                </a:solidFill>
              </a:rPr>
              <a:t>Yes if...</a:t>
            </a:r>
          </a:p>
          <a:p>
            <a:endParaRPr lang="en-US" i="1">
              <a:solidFill>
                <a:schemeClr val="bg1"/>
              </a:solidFill>
            </a:endParaRPr>
          </a:p>
          <a:p>
            <a:r>
              <a:rPr lang="en-US" i="1">
                <a:solidFill>
                  <a:schemeClr val="bg1"/>
                </a:solidFill>
              </a:rPr>
              <a:t>+ </a:t>
            </a:r>
            <a:r>
              <a:rPr lang="en-US">
                <a:solidFill>
                  <a:schemeClr val="bg1"/>
                </a:solidFill>
              </a:rPr>
              <a:t>not imposing an embargo is a best response by B to the expectation that A will impose an embargo</a:t>
            </a:r>
          </a:p>
          <a:p>
            <a:endParaRPr lang="en-US" i="1">
              <a:solidFill>
                <a:schemeClr val="bg1"/>
              </a:solidFill>
            </a:endParaRPr>
          </a:p>
          <a:p>
            <a:r>
              <a:rPr lang="en-US" i="1">
                <a:solidFill>
                  <a:schemeClr val="bg1"/>
                </a:solidFill>
              </a:rPr>
              <a:t>AND</a:t>
            </a:r>
          </a:p>
          <a:p>
            <a:endParaRPr lang="en-US" i="1">
              <a:solidFill>
                <a:schemeClr val="bg1"/>
              </a:solidFill>
            </a:endParaRPr>
          </a:p>
          <a:p>
            <a:r>
              <a:rPr lang="en-US" i="1">
                <a:solidFill>
                  <a:schemeClr val="bg1"/>
                </a:solidFill>
              </a:rPr>
              <a:t>+ imposing an embargo is a best response by A to the expectation that B will not impose an embargo.</a:t>
            </a:r>
          </a:p>
        </p:txBody>
      </p:sp>
      <p:sp>
        <p:nvSpPr>
          <p:cNvPr id="8" name="Rectangle 7">
            <a:extLst>
              <a:ext uri="{FF2B5EF4-FFF2-40B4-BE49-F238E27FC236}">
                <a16:creationId xmlns:a16="http://schemas.microsoft.com/office/drawing/2014/main" id="{31301D3C-4F85-DB13-4210-03299CE16EDF}"/>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0379BA13-49FD-23C9-3C3A-B3E3F80E0877}"/>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3209DF0-00EE-B3DF-9ED4-BCB7C539401D}"/>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DAC2071-EBC3-D99E-E1AE-422817F5D934}"/>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50A6FD85-6AF3-D1C6-9CEE-C6C40CF5CD3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F5B72CCF-C5DC-B579-D80D-DBDF113C917F}"/>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92CDE781-E8FB-13CC-5ED1-8F4B22214BB8}"/>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596B4F-72C1-574D-C5EF-97CF5A413CD4}"/>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79DA0CD6-37B4-E5FF-A235-BCF26900CDE0}"/>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E1AA0AD6-161E-3A7F-ECDD-4CE65A3740F5}"/>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EF990150-AC10-A9ED-297F-84038E3BB578}"/>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4221DD68-9B48-2D9C-F5AA-EEFEC52F0F5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9245A66F-0395-7761-2335-62E476A94B60}"/>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E300315E-1FDA-6A7B-08F6-ADC112B17D93}"/>
              </a:ext>
            </a:extLst>
          </p:cNvPr>
          <p:cNvSpPr/>
          <p:nvPr/>
        </p:nvSpPr>
        <p:spPr>
          <a:xfrm>
            <a:off x="3383783" y="2649583"/>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382522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11CDE-7734-B261-F5D9-7ABC43A0B59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86163F7-77DC-6822-D312-27AA06E09A8D}"/>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FC500DEE-2B65-2764-F5AC-CFCE2531A442}"/>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B8D1377-63B8-CF4F-DB1F-DF7EAD9D3152}"/>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31974FBE-7266-EC36-2E5A-6A34E24DD6D2}"/>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E34AE467-1CDF-CACF-3A25-990C76FD6ADC}"/>
              </a:ext>
            </a:extLst>
          </p:cNvPr>
          <p:cNvSpPr/>
          <p:nvPr/>
        </p:nvSpPr>
        <p:spPr>
          <a:xfrm>
            <a:off x="6278880" y="2412274"/>
            <a:ext cx="5808617" cy="433686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E13C5F8-C449-A9D2-B764-C00F0071359C}"/>
              </a:ext>
            </a:extLst>
          </p:cNvPr>
          <p:cNvSpPr txBox="1"/>
          <p:nvPr/>
        </p:nvSpPr>
        <p:spPr>
          <a:xfrm>
            <a:off x="6548846" y="2717074"/>
            <a:ext cx="5248198" cy="3693319"/>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 does not impose an embargo and A imposes an embargo a Nash Equilibrium?</a:t>
            </a:r>
          </a:p>
          <a:p>
            <a:endParaRPr lang="en-US" b="1">
              <a:solidFill>
                <a:schemeClr val="bg1"/>
              </a:solidFill>
            </a:endParaRPr>
          </a:p>
          <a:p>
            <a:r>
              <a:rPr lang="en-US" i="1">
                <a:solidFill>
                  <a:schemeClr val="bg1"/>
                </a:solidFill>
              </a:rPr>
              <a:t>Yes if...</a:t>
            </a:r>
          </a:p>
          <a:p>
            <a:endParaRPr lang="en-US" i="1">
              <a:solidFill>
                <a:schemeClr val="bg1"/>
              </a:solidFill>
            </a:endParaRPr>
          </a:p>
          <a:p>
            <a:r>
              <a:rPr lang="en-US" i="1">
                <a:solidFill>
                  <a:schemeClr val="bg1"/>
                </a:solidFill>
              </a:rPr>
              <a:t>+ </a:t>
            </a:r>
            <a:r>
              <a:rPr lang="en-US">
                <a:solidFill>
                  <a:schemeClr val="bg1"/>
                </a:solidFill>
              </a:rPr>
              <a:t>not imposing an embargo is a best response by B to the expectation that A will impose an embargo</a:t>
            </a:r>
          </a:p>
          <a:p>
            <a:endParaRPr lang="en-US" i="1">
              <a:solidFill>
                <a:schemeClr val="bg1"/>
              </a:solidFill>
            </a:endParaRPr>
          </a:p>
          <a:p>
            <a:r>
              <a:rPr lang="en-US" i="1">
                <a:solidFill>
                  <a:schemeClr val="bg1"/>
                </a:solidFill>
              </a:rPr>
              <a:t>AND</a:t>
            </a:r>
          </a:p>
          <a:p>
            <a:endParaRPr lang="en-US" i="1">
              <a:solidFill>
                <a:schemeClr val="bg1"/>
              </a:solidFill>
            </a:endParaRPr>
          </a:p>
          <a:p>
            <a:r>
              <a:rPr lang="en-US" i="1">
                <a:solidFill>
                  <a:schemeClr val="bg1"/>
                </a:solidFill>
              </a:rPr>
              <a:t>+ imposing an embargo is a best response by A to the expectation that B will not impose an embargo.</a:t>
            </a:r>
          </a:p>
        </p:txBody>
      </p:sp>
      <p:sp>
        <p:nvSpPr>
          <p:cNvPr id="8" name="Rectangle 7">
            <a:extLst>
              <a:ext uri="{FF2B5EF4-FFF2-40B4-BE49-F238E27FC236}">
                <a16:creationId xmlns:a16="http://schemas.microsoft.com/office/drawing/2014/main" id="{62AD6D60-2D6C-1B10-D7B4-D6CBBCB8AB9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C0592BBA-2E71-F8F2-ED29-69E917BC5E55}"/>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6CC18DF-D49C-0F7B-EACD-F8BCCBF88698}"/>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669ED8C-99B3-49F5-ABC0-0D45C8FE0036}"/>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B0684E29-5C0D-A1B2-830E-269930D30293}"/>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C376FF34-35AC-084F-2F3F-88475CBB9F21}"/>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5B04D540-5E76-8F75-48AD-6B6A96D2DF75}"/>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CF37B04-C9A0-420D-19DA-7B8EADF7DBD8}"/>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EA3AD615-3268-4263-8797-B1BCEB7CDEFE}"/>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BE71AFA3-B844-F5F8-6EBE-102F316D7947}"/>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49521A88-E169-F211-D032-61946E0895F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E673CB35-FAAF-428F-773F-AB19ADE003E2}"/>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5F1F15BA-B7D7-A485-F886-80B1728605F5}"/>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15283B61-E550-E201-135B-9225D3504651}"/>
              </a:ext>
            </a:extLst>
          </p:cNvPr>
          <p:cNvSpPr/>
          <p:nvPr/>
        </p:nvSpPr>
        <p:spPr>
          <a:xfrm>
            <a:off x="3383783" y="2649583"/>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6AF39DF-E081-7EBE-513A-0257ACB77386}"/>
              </a:ext>
            </a:extLst>
          </p:cNvPr>
          <p:cNvSpPr/>
          <p:nvPr/>
        </p:nvSpPr>
        <p:spPr>
          <a:xfrm>
            <a:off x="6548846" y="4356847"/>
            <a:ext cx="5248198" cy="690282"/>
          </a:xfrm>
          <a:prstGeom prst="rect">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descr="Question Mark with solid fill">
            <a:extLst>
              <a:ext uri="{FF2B5EF4-FFF2-40B4-BE49-F238E27FC236}">
                <a16:creationId xmlns:a16="http://schemas.microsoft.com/office/drawing/2014/main" id="{DCA1062F-CFD0-D934-E3EA-896E841F061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65571" y="3628905"/>
            <a:ext cx="914400" cy="914400"/>
          </a:xfrm>
          <a:prstGeom prst="rect">
            <a:avLst/>
          </a:prstGeom>
        </p:spPr>
      </p:pic>
    </p:spTree>
    <p:extLst>
      <p:ext uri="{BB962C8B-B14F-4D97-AF65-F5344CB8AC3E}">
        <p14:creationId xmlns:p14="http://schemas.microsoft.com/office/powerpoint/2010/main" val="12340762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4005E-0B8A-65D1-86EB-6D8807A6A2A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5D4B2A8-638B-B6FE-16C6-59ACF835B18B}"/>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C800C30B-0F90-FDF9-FE4F-06C859D4C545}"/>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A8C88B4-8AD7-314B-FA68-B412C56CDD5C}"/>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4B016903-23EA-3326-66FB-EB56456F9BB6}"/>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4FDBF61E-010D-D333-FBE5-AD76C51D7975}"/>
              </a:ext>
            </a:extLst>
          </p:cNvPr>
          <p:cNvSpPr/>
          <p:nvPr/>
        </p:nvSpPr>
        <p:spPr>
          <a:xfrm>
            <a:off x="6278880" y="2412274"/>
            <a:ext cx="5808617" cy="433686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6CFB580-36EC-CD3F-FBC6-69916493B461}"/>
              </a:ext>
            </a:extLst>
          </p:cNvPr>
          <p:cNvSpPr txBox="1"/>
          <p:nvPr/>
        </p:nvSpPr>
        <p:spPr>
          <a:xfrm>
            <a:off x="6548846" y="2717074"/>
            <a:ext cx="5248198" cy="3693319"/>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 does not impose an embargo and A imposes an embargo a Nash Equilibrium?</a:t>
            </a:r>
          </a:p>
          <a:p>
            <a:endParaRPr lang="en-US" b="1">
              <a:solidFill>
                <a:schemeClr val="bg1"/>
              </a:solidFill>
            </a:endParaRPr>
          </a:p>
          <a:p>
            <a:r>
              <a:rPr lang="en-US" i="1">
                <a:solidFill>
                  <a:schemeClr val="bg1"/>
                </a:solidFill>
              </a:rPr>
              <a:t>Yes if...</a:t>
            </a:r>
          </a:p>
          <a:p>
            <a:endParaRPr lang="en-US" i="1">
              <a:solidFill>
                <a:schemeClr val="bg1"/>
              </a:solidFill>
            </a:endParaRPr>
          </a:p>
          <a:p>
            <a:r>
              <a:rPr lang="en-US" i="1">
                <a:solidFill>
                  <a:schemeClr val="bg1"/>
                </a:solidFill>
              </a:rPr>
              <a:t>+ </a:t>
            </a:r>
            <a:r>
              <a:rPr lang="en-US">
                <a:solidFill>
                  <a:schemeClr val="bg1"/>
                </a:solidFill>
              </a:rPr>
              <a:t>not imposing an embargo is a best response by B to the expectation that A will impose an embargo</a:t>
            </a:r>
          </a:p>
          <a:p>
            <a:endParaRPr lang="en-US" i="1">
              <a:solidFill>
                <a:schemeClr val="bg1"/>
              </a:solidFill>
            </a:endParaRPr>
          </a:p>
          <a:p>
            <a:r>
              <a:rPr lang="en-US" i="1">
                <a:solidFill>
                  <a:schemeClr val="bg1"/>
                </a:solidFill>
              </a:rPr>
              <a:t>AND</a:t>
            </a:r>
          </a:p>
          <a:p>
            <a:endParaRPr lang="en-US" i="1">
              <a:solidFill>
                <a:schemeClr val="bg1"/>
              </a:solidFill>
            </a:endParaRPr>
          </a:p>
          <a:p>
            <a:r>
              <a:rPr lang="en-US" i="1">
                <a:solidFill>
                  <a:schemeClr val="bg1"/>
                </a:solidFill>
              </a:rPr>
              <a:t>+ imposing an embargo is a best response by A to the expectation that B will not impose an embargo.</a:t>
            </a:r>
          </a:p>
        </p:txBody>
      </p:sp>
      <p:sp>
        <p:nvSpPr>
          <p:cNvPr id="8" name="Rectangle 7">
            <a:extLst>
              <a:ext uri="{FF2B5EF4-FFF2-40B4-BE49-F238E27FC236}">
                <a16:creationId xmlns:a16="http://schemas.microsoft.com/office/drawing/2014/main" id="{EE224F6D-2B40-B041-77E3-50FE5956C323}"/>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A40439C9-6BAC-8ED3-931F-9F55D1D415E7}"/>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B498BD1-9E40-E326-658F-65018E695CDD}"/>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7594327-AFFB-9624-E424-CB52344AD79D}"/>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B1896816-50CA-E85D-5EFF-98F662D1C569}"/>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0A5EDFDF-C512-629B-50E3-93E2C1AA4D25}"/>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AAA2CB34-7993-AD47-1320-0709DABA6BC1}"/>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BE9BE28A-2C74-0BD4-2B52-F8A1D8EB1C9F}"/>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673F4CE-D4F3-B803-3EFF-C4C7196EDBE2}"/>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7D1EA1B-A1CD-D1AA-CF31-82ABAB3FBEB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50DAE330-E3CE-1C29-5B0B-02CF7320AC5A}"/>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2EA8B963-E1A3-D61B-C4CD-0DDA8869FC65}"/>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F605CFC7-BD38-F384-C661-E35947EB0F5C}"/>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927FC2A2-990A-A45A-ADBA-B18D33CE9B99}"/>
              </a:ext>
            </a:extLst>
          </p:cNvPr>
          <p:cNvSpPr/>
          <p:nvPr/>
        </p:nvSpPr>
        <p:spPr>
          <a:xfrm>
            <a:off x="3383783" y="2649583"/>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B1F45A5-32E1-6036-7855-8AC97099DFA6}"/>
              </a:ext>
            </a:extLst>
          </p:cNvPr>
          <p:cNvSpPr/>
          <p:nvPr/>
        </p:nvSpPr>
        <p:spPr>
          <a:xfrm>
            <a:off x="6548846" y="4356847"/>
            <a:ext cx="5248198" cy="690282"/>
          </a:xfrm>
          <a:prstGeom prst="rect">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descr="Question Mark with solid fill">
            <a:extLst>
              <a:ext uri="{FF2B5EF4-FFF2-40B4-BE49-F238E27FC236}">
                <a16:creationId xmlns:a16="http://schemas.microsoft.com/office/drawing/2014/main" id="{1FDB6A40-EE69-B512-E2B2-4962B17487C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65571" y="3628905"/>
            <a:ext cx="914400" cy="914400"/>
          </a:xfrm>
          <a:prstGeom prst="rect">
            <a:avLst/>
          </a:prstGeom>
        </p:spPr>
      </p:pic>
      <p:cxnSp>
        <p:nvCxnSpPr>
          <p:cNvPr id="25" name="Straight Connector 24">
            <a:extLst>
              <a:ext uri="{FF2B5EF4-FFF2-40B4-BE49-F238E27FC236}">
                <a16:creationId xmlns:a16="http://schemas.microsoft.com/office/drawing/2014/main" id="{43AF62C4-23C6-33E1-03B6-D7FBB58AD1ED}"/>
              </a:ext>
            </a:extLst>
          </p:cNvPr>
          <p:cNvCxnSpPr/>
          <p:nvPr/>
        </p:nvCxnSpPr>
        <p:spPr>
          <a:xfrm>
            <a:off x="6714309" y="4975412"/>
            <a:ext cx="4106091" cy="0"/>
          </a:xfrm>
          <a:prstGeom prst="line">
            <a:avLst/>
          </a:prstGeom>
          <a:ln w="76200">
            <a:solidFill>
              <a:srgbClr val="FFFF00"/>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E7743347-D45B-8D63-1518-5DEA2DD89C32}"/>
              </a:ext>
            </a:extLst>
          </p:cNvPr>
          <p:cNvSpPr/>
          <p:nvPr/>
        </p:nvSpPr>
        <p:spPr>
          <a:xfrm>
            <a:off x="3383783" y="2636183"/>
            <a:ext cx="1854926" cy="3662291"/>
          </a:xfrm>
          <a:prstGeom prst="rect">
            <a:avLst/>
          </a:prstGeom>
          <a:noFill/>
          <a:ln w="762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417544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ADA65-FF41-BC61-A668-138E969FB98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CC2B576-444F-0D43-98C7-5F70FAE25768}"/>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762AB489-A6E8-F522-653C-018B2F1D0D3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09E1543-AD77-E89D-03AC-31A779991BE4}"/>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4E74237C-5072-7D97-9EC4-1F447B038526}"/>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C6B81EBC-4ADD-F9B4-3E56-0B3C992CF34F}"/>
              </a:ext>
            </a:extLst>
          </p:cNvPr>
          <p:cNvSpPr/>
          <p:nvPr/>
        </p:nvSpPr>
        <p:spPr>
          <a:xfrm>
            <a:off x="6278880" y="2412274"/>
            <a:ext cx="5808617" cy="433686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336BC88-1751-F16C-1153-23F15ED25A2B}"/>
              </a:ext>
            </a:extLst>
          </p:cNvPr>
          <p:cNvSpPr txBox="1"/>
          <p:nvPr/>
        </p:nvSpPr>
        <p:spPr>
          <a:xfrm>
            <a:off x="6548846" y="2717074"/>
            <a:ext cx="5248198" cy="3693319"/>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 does not impose an embargo and A imposes an embargo a Nash Equilibrium?</a:t>
            </a:r>
          </a:p>
          <a:p>
            <a:endParaRPr lang="en-US" b="1">
              <a:solidFill>
                <a:schemeClr val="bg1"/>
              </a:solidFill>
            </a:endParaRPr>
          </a:p>
          <a:p>
            <a:r>
              <a:rPr lang="en-US" i="1">
                <a:solidFill>
                  <a:schemeClr val="bg1"/>
                </a:solidFill>
              </a:rPr>
              <a:t>Yes if...</a:t>
            </a:r>
          </a:p>
          <a:p>
            <a:endParaRPr lang="en-US" i="1">
              <a:solidFill>
                <a:schemeClr val="bg1"/>
              </a:solidFill>
            </a:endParaRPr>
          </a:p>
          <a:p>
            <a:r>
              <a:rPr lang="en-US" i="1">
                <a:solidFill>
                  <a:schemeClr val="bg1"/>
                </a:solidFill>
              </a:rPr>
              <a:t>+ </a:t>
            </a:r>
            <a:r>
              <a:rPr lang="en-US">
                <a:solidFill>
                  <a:schemeClr val="bg1"/>
                </a:solidFill>
              </a:rPr>
              <a:t>not imposing an embargo is a best response by B to the expectation that A will impose an embargo</a:t>
            </a:r>
          </a:p>
          <a:p>
            <a:endParaRPr lang="en-US" i="1">
              <a:solidFill>
                <a:schemeClr val="bg1"/>
              </a:solidFill>
            </a:endParaRPr>
          </a:p>
          <a:p>
            <a:r>
              <a:rPr lang="en-US" i="1">
                <a:solidFill>
                  <a:schemeClr val="bg1"/>
                </a:solidFill>
              </a:rPr>
              <a:t>AND</a:t>
            </a:r>
          </a:p>
          <a:p>
            <a:endParaRPr lang="en-US" i="1">
              <a:solidFill>
                <a:schemeClr val="bg1"/>
              </a:solidFill>
            </a:endParaRPr>
          </a:p>
          <a:p>
            <a:r>
              <a:rPr lang="en-US" i="1">
                <a:solidFill>
                  <a:schemeClr val="bg1"/>
                </a:solidFill>
              </a:rPr>
              <a:t>+ imposing an embargo is a best response by A to the expectation that B will not impose an embargo.</a:t>
            </a:r>
          </a:p>
        </p:txBody>
      </p:sp>
      <p:sp>
        <p:nvSpPr>
          <p:cNvPr id="8" name="Rectangle 7">
            <a:extLst>
              <a:ext uri="{FF2B5EF4-FFF2-40B4-BE49-F238E27FC236}">
                <a16:creationId xmlns:a16="http://schemas.microsoft.com/office/drawing/2014/main" id="{A065BAE8-FFDA-97B7-00CD-2576861A492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FEE727A2-71CF-A532-5844-C80F9A3B53A9}"/>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DE784B-23E2-1BEF-F652-39641D18B534}"/>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1CDE749-0619-FE4E-3BA2-B42B8CCD547B}"/>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FCD465CB-F01F-6F9B-1276-C22E23C731CE}"/>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C4AA0CB4-F61A-7408-2EE2-7320C643F34A}"/>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DDAD727D-377D-15C0-F643-AB7109E98AD7}"/>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16829A9B-D978-6533-D46F-4F7F34CD2B4E}"/>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28F9FAF5-2036-2DC0-CCA4-398DACC0E2C0}"/>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DB26B91F-B35C-484D-428E-82EEA6C19478}"/>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0593789B-0BA4-1CEF-7821-A246ADCAFD6C}"/>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850A31BD-5619-E1C9-2AFA-BB064DC92AEB}"/>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3785C3A0-7E7F-CB54-BC69-2D0E4D259A11}"/>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201E7B38-44AD-3564-261F-348B8CB167F7}"/>
              </a:ext>
            </a:extLst>
          </p:cNvPr>
          <p:cNvSpPr/>
          <p:nvPr/>
        </p:nvSpPr>
        <p:spPr>
          <a:xfrm>
            <a:off x="3383783" y="2649583"/>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A6DF53A-8769-9485-C553-00B3FF26CA3F}"/>
              </a:ext>
            </a:extLst>
          </p:cNvPr>
          <p:cNvSpPr/>
          <p:nvPr/>
        </p:nvSpPr>
        <p:spPr>
          <a:xfrm>
            <a:off x="6548846" y="4356847"/>
            <a:ext cx="5248198" cy="690282"/>
          </a:xfrm>
          <a:prstGeom prst="rect">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descr="Question Mark with solid fill">
            <a:extLst>
              <a:ext uri="{FF2B5EF4-FFF2-40B4-BE49-F238E27FC236}">
                <a16:creationId xmlns:a16="http://schemas.microsoft.com/office/drawing/2014/main" id="{3D0A87D7-2DA1-A718-A540-25AAD0A0AE4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65571" y="3628905"/>
            <a:ext cx="914400" cy="914400"/>
          </a:xfrm>
          <a:prstGeom prst="rect">
            <a:avLst/>
          </a:prstGeom>
        </p:spPr>
      </p:pic>
      <p:cxnSp>
        <p:nvCxnSpPr>
          <p:cNvPr id="25" name="Straight Connector 24">
            <a:extLst>
              <a:ext uri="{FF2B5EF4-FFF2-40B4-BE49-F238E27FC236}">
                <a16:creationId xmlns:a16="http://schemas.microsoft.com/office/drawing/2014/main" id="{AE73CCAE-8BCC-B1D3-50AE-B7E65135E3C8}"/>
              </a:ext>
            </a:extLst>
          </p:cNvPr>
          <p:cNvCxnSpPr/>
          <p:nvPr/>
        </p:nvCxnSpPr>
        <p:spPr>
          <a:xfrm>
            <a:off x="6714309" y="4975412"/>
            <a:ext cx="4106091" cy="0"/>
          </a:xfrm>
          <a:prstGeom prst="line">
            <a:avLst/>
          </a:prstGeom>
          <a:ln w="76200">
            <a:solidFill>
              <a:srgbClr val="FFFF00"/>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3AC2BFEC-48E9-A763-1B5F-7498C7F97680}"/>
              </a:ext>
            </a:extLst>
          </p:cNvPr>
          <p:cNvSpPr/>
          <p:nvPr/>
        </p:nvSpPr>
        <p:spPr>
          <a:xfrm>
            <a:off x="3383783" y="2636183"/>
            <a:ext cx="1854926" cy="3662291"/>
          </a:xfrm>
          <a:prstGeom prst="rect">
            <a:avLst/>
          </a:prstGeom>
          <a:noFill/>
          <a:ln w="762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FAA3D50-B352-E370-647A-4B60B4F2E7A2}"/>
              </a:ext>
            </a:extLst>
          </p:cNvPr>
          <p:cNvSpPr/>
          <p:nvPr/>
        </p:nvSpPr>
        <p:spPr>
          <a:xfrm>
            <a:off x="3948639" y="3338848"/>
            <a:ext cx="332458" cy="512213"/>
          </a:xfrm>
          <a:prstGeom prst="ellipse">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59FF202B-FE00-F7E7-32F9-9EB5BA849C73}"/>
              </a:ext>
            </a:extLst>
          </p:cNvPr>
          <p:cNvSpPr/>
          <p:nvPr/>
        </p:nvSpPr>
        <p:spPr>
          <a:xfrm>
            <a:off x="3994705" y="5157780"/>
            <a:ext cx="332458" cy="512213"/>
          </a:xfrm>
          <a:prstGeom prst="ellipse">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929560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B18B5-DACB-9017-27C9-59FB9495DFB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3EAA57B-768B-81A1-CEBF-6F97618A1CFF}"/>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A470F54C-8994-6C62-2464-ED21640A15AD}"/>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A2FB69D-548E-33AF-D98C-07B918EDBC11}"/>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269FB4C0-271A-87E7-77D0-2781F654AE6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6363852A-1E2F-B318-BB6B-6A569F45492F}"/>
              </a:ext>
            </a:extLst>
          </p:cNvPr>
          <p:cNvSpPr/>
          <p:nvPr/>
        </p:nvSpPr>
        <p:spPr>
          <a:xfrm>
            <a:off x="6278880" y="2412274"/>
            <a:ext cx="5808617" cy="433686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75CE8D6-F019-8730-EE59-05C2B75C69B6}"/>
              </a:ext>
            </a:extLst>
          </p:cNvPr>
          <p:cNvSpPr txBox="1"/>
          <p:nvPr/>
        </p:nvSpPr>
        <p:spPr>
          <a:xfrm>
            <a:off x="6548846" y="2717074"/>
            <a:ext cx="5248198" cy="3693319"/>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 does not impose an embargo and A imposes an embargo a Nash Equilibrium?</a:t>
            </a:r>
          </a:p>
          <a:p>
            <a:endParaRPr lang="en-US" b="1">
              <a:solidFill>
                <a:schemeClr val="bg1"/>
              </a:solidFill>
            </a:endParaRPr>
          </a:p>
          <a:p>
            <a:r>
              <a:rPr lang="en-US" i="1">
                <a:solidFill>
                  <a:schemeClr val="bg1"/>
                </a:solidFill>
              </a:rPr>
              <a:t>Yes if...</a:t>
            </a:r>
          </a:p>
          <a:p>
            <a:endParaRPr lang="en-US" i="1">
              <a:solidFill>
                <a:schemeClr val="bg1"/>
              </a:solidFill>
            </a:endParaRPr>
          </a:p>
          <a:p>
            <a:r>
              <a:rPr lang="en-US" i="1">
                <a:solidFill>
                  <a:schemeClr val="bg1"/>
                </a:solidFill>
              </a:rPr>
              <a:t>+ </a:t>
            </a:r>
            <a:r>
              <a:rPr lang="en-US">
                <a:solidFill>
                  <a:schemeClr val="bg1"/>
                </a:solidFill>
              </a:rPr>
              <a:t>not imposing an embargo is a best response by B to the expectation that A will impose an embargo</a:t>
            </a:r>
          </a:p>
          <a:p>
            <a:endParaRPr lang="en-US" i="1">
              <a:solidFill>
                <a:schemeClr val="bg1"/>
              </a:solidFill>
            </a:endParaRPr>
          </a:p>
          <a:p>
            <a:r>
              <a:rPr lang="en-US" i="1">
                <a:solidFill>
                  <a:schemeClr val="bg1"/>
                </a:solidFill>
              </a:rPr>
              <a:t>AND</a:t>
            </a:r>
          </a:p>
          <a:p>
            <a:endParaRPr lang="en-US" i="1">
              <a:solidFill>
                <a:schemeClr val="bg1"/>
              </a:solidFill>
            </a:endParaRPr>
          </a:p>
          <a:p>
            <a:r>
              <a:rPr lang="en-US" i="1">
                <a:solidFill>
                  <a:schemeClr val="bg1"/>
                </a:solidFill>
              </a:rPr>
              <a:t>+ imposing an embargo is a best response by A to the expectation that B will not impose an embargo.</a:t>
            </a:r>
          </a:p>
        </p:txBody>
      </p:sp>
      <p:sp>
        <p:nvSpPr>
          <p:cNvPr id="8" name="Rectangle 7">
            <a:extLst>
              <a:ext uri="{FF2B5EF4-FFF2-40B4-BE49-F238E27FC236}">
                <a16:creationId xmlns:a16="http://schemas.microsoft.com/office/drawing/2014/main" id="{FC1DDE43-44FE-457D-27BB-42EDB46C8DCE}"/>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EF4FF353-3001-033E-03B9-6CEE5ACF8998}"/>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B74EC28-905E-76A4-B187-20688B4F0332}"/>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3F0BB40-3461-F1F9-2417-CCE2298C687F}"/>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A46BBD2A-7F8D-4BDF-10AF-51C921AD6E1F}"/>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8A16712B-E2B7-FC54-58D7-DFC766E76DF8}"/>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A83A16B0-2B8B-5504-0A7C-BBDCC636E9EB}"/>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8286C5EC-FF34-2797-ED2E-7F058B917C3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4248CD00-CA73-56DA-78EE-4E6A9EEF4811}"/>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F7D6B715-19FF-B891-6C56-E1316665A971}"/>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D17FC497-DA45-9319-1707-F9EBA26B98F9}"/>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C092A3EA-780E-329D-711E-6BE213721D18}"/>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033E4787-B61C-FE79-1D10-631FFC1374A6}"/>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70E9528E-8694-0272-3E7F-0CD56B5AA302}"/>
              </a:ext>
            </a:extLst>
          </p:cNvPr>
          <p:cNvSpPr/>
          <p:nvPr/>
        </p:nvSpPr>
        <p:spPr>
          <a:xfrm>
            <a:off x="3383783" y="2649583"/>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CE62EED-9F3C-AB16-9B86-1615572FED34}"/>
              </a:ext>
            </a:extLst>
          </p:cNvPr>
          <p:cNvSpPr/>
          <p:nvPr/>
        </p:nvSpPr>
        <p:spPr>
          <a:xfrm>
            <a:off x="6548846" y="4356847"/>
            <a:ext cx="5248198" cy="690282"/>
          </a:xfrm>
          <a:prstGeom prst="rect">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descr="Question Mark with solid fill">
            <a:extLst>
              <a:ext uri="{FF2B5EF4-FFF2-40B4-BE49-F238E27FC236}">
                <a16:creationId xmlns:a16="http://schemas.microsoft.com/office/drawing/2014/main" id="{7F0810B3-A4C5-440D-E1DC-637F982950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65571" y="3628905"/>
            <a:ext cx="914400" cy="914400"/>
          </a:xfrm>
          <a:prstGeom prst="rect">
            <a:avLst/>
          </a:prstGeom>
        </p:spPr>
      </p:pic>
      <p:cxnSp>
        <p:nvCxnSpPr>
          <p:cNvPr id="25" name="Straight Connector 24">
            <a:extLst>
              <a:ext uri="{FF2B5EF4-FFF2-40B4-BE49-F238E27FC236}">
                <a16:creationId xmlns:a16="http://schemas.microsoft.com/office/drawing/2014/main" id="{3A33F0D4-64E1-0BD3-1753-83D6A791CE76}"/>
              </a:ext>
            </a:extLst>
          </p:cNvPr>
          <p:cNvCxnSpPr/>
          <p:nvPr/>
        </p:nvCxnSpPr>
        <p:spPr>
          <a:xfrm>
            <a:off x="6714309" y="4975412"/>
            <a:ext cx="4106091" cy="0"/>
          </a:xfrm>
          <a:prstGeom prst="line">
            <a:avLst/>
          </a:prstGeom>
          <a:ln w="76200">
            <a:solidFill>
              <a:srgbClr val="FFFF00"/>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7EE4D1B5-10CC-FDB2-8010-185F21EB120E}"/>
              </a:ext>
            </a:extLst>
          </p:cNvPr>
          <p:cNvSpPr/>
          <p:nvPr/>
        </p:nvSpPr>
        <p:spPr>
          <a:xfrm>
            <a:off x="3383783" y="2636183"/>
            <a:ext cx="1854926" cy="3662291"/>
          </a:xfrm>
          <a:prstGeom prst="rect">
            <a:avLst/>
          </a:prstGeom>
          <a:noFill/>
          <a:ln w="762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580BF236-5B15-96A6-5B4A-B442607316D8}"/>
              </a:ext>
            </a:extLst>
          </p:cNvPr>
          <p:cNvSpPr/>
          <p:nvPr/>
        </p:nvSpPr>
        <p:spPr>
          <a:xfrm>
            <a:off x="3948639" y="3338848"/>
            <a:ext cx="332458" cy="512213"/>
          </a:xfrm>
          <a:prstGeom prst="ellipse">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23B86F02-D05A-F695-7F3B-12768003B197}"/>
              </a:ext>
            </a:extLst>
          </p:cNvPr>
          <p:cNvSpPr/>
          <p:nvPr/>
        </p:nvSpPr>
        <p:spPr>
          <a:xfrm>
            <a:off x="3994705" y="5157780"/>
            <a:ext cx="332458" cy="512213"/>
          </a:xfrm>
          <a:prstGeom prst="ellipse">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1B37E2EF-E6BF-C81B-8E08-F1C83980A35F}"/>
              </a:ext>
            </a:extLst>
          </p:cNvPr>
          <p:cNvSpPr txBox="1"/>
          <p:nvPr/>
        </p:nvSpPr>
        <p:spPr>
          <a:xfrm rot="1306725">
            <a:off x="4598629" y="1082207"/>
            <a:ext cx="5890558" cy="1754326"/>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r>
              <a:rPr lang="en-US"/>
              <a:t>Max utility B can achieve when A imposes an embargo is 10.</a:t>
            </a:r>
          </a:p>
          <a:p>
            <a:endParaRPr lang="en-US"/>
          </a:p>
          <a:p>
            <a:r>
              <a:rPr lang="en-US"/>
              <a:t>not emposing an embargo does not achieve this max level.</a:t>
            </a:r>
          </a:p>
          <a:p>
            <a:endParaRPr lang="en-US"/>
          </a:p>
          <a:p>
            <a:r>
              <a:rPr lang="en-US"/>
              <a:t>So NO, not imposing an embargo is not a best response by B to the expectation that A will impose an embargo</a:t>
            </a:r>
          </a:p>
        </p:txBody>
      </p:sp>
    </p:spTree>
    <p:extLst>
      <p:ext uri="{BB962C8B-B14F-4D97-AF65-F5344CB8AC3E}">
        <p14:creationId xmlns:p14="http://schemas.microsoft.com/office/powerpoint/2010/main" val="38068705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0B2BD-9C66-D176-67BB-32ADD6B6E2D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453CBA6-34EE-F75F-BC2D-4C016DC80448}"/>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BDF46166-0269-01D4-CC8C-758B57B85A76}"/>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23A4AF5-398D-6166-0018-67655A5937B5}"/>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D2F71D0F-935F-2C0F-5992-81560A64D025}"/>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8106FE8F-93EC-5DBD-1AAE-037167FA5EEB}"/>
              </a:ext>
            </a:extLst>
          </p:cNvPr>
          <p:cNvSpPr/>
          <p:nvPr/>
        </p:nvSpPr>
        <p:spPr>
          <a:xfrm>
            <a:off x="6278880" y="2412274"/>
            <a:ext cx="5808617" cy="433686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E4A8238-9F52-C712-058A-0740CAAA642A}"/>
              </a:ext>
            </a:extLst>
          </p:cNvPr>
          <p:cNvSpPr txBox="1"/>
          <p:nvPr/>
        </p:nvSpPr>
        <p:spPr>
          <a:xfrm>
            <a:off x="6548846" y="2717074"/>
            <a:ext cx="5248198" cy="3416320"/>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both A and B impose embargoes a Nash Equilibrium?</a:t>
            </a:r>
          </a:p>
          <a:p>
            <a:endParaRPr lang="en-US" b="1">
              <a:solidFill>
                <a:schemeClr val="bg1"/>
              </a:solidFill>
            </a:endParaRPr>
          </a:p>
          <a:p>
            <a:r>
              <a:rPr lang="en-US" i="1">
                <a:solidFill>
                  <a:schemeClr val="accent3"/>
                </a:solidFill>
              </a:rPr>
              <a:t>Yes if...</a:t>
            </a:r>
          </a:p>
          <a:p>
            <a:endParaRPr lang="en-US" i="1">
              <a:solidFill>
                <a:schemeClr val="accent3"/>
              </a:solidFill>
            </a:endParaRPr>
          </a:p>
          <a:p>
            <a:r>
              <a:rPr lang="en-US" i="1">
                <a:solidFill>
                  <a:schemeClr val="accent3"/>
                </a:solidFill>
              </a:rPr>
              <a:t>+ </a:t>
            </a:r>
            <a:r>
              <a:rPr lang="en-US">
                <a:solidFill>
                  <a:schemeClr val="accent3"/>
                </a:solidFill>
              </a:rPr>
              <a:t>not imposing an embargo is a best response by B to the expectation that A will impose an embargo</a:t>
            </a:r>
          </a:p>
          <a:p>
            <a:endParaRPr lang="en-US" i="1">
              <a:solidFill>
                <a:schemeClr val="accent3"/>
              </a:solidFill>
            </a:endParaRPr>
          </a:p>
          <a:p>
            <a:r>
              <a:rPr lang="en-US" i="1">
                <a:solidFill>
                  <a:schemeClr val="accent3"/>
                </a:solidFill>
              </a:rPr>
              <a:t>AND</a:t>
            </a:r>
          </a:p>
          <a:p>
            <a:endParaRPr lang="en-US" i="1">
              <a:solidFill>
                <a:schemeClr val="accent3"/>
              </a:solidFill>
            </a:endParaRPr>
          </a:p>
          <a:p>
            <a:r>
              <a:rPr lang="en-US" i="1">
                <a:solidFill>
                  <a:schemeClr val="accent3"/>
                </a:solidFill>
              </a:rPr>
              <a:t>+ imposing an embargo is a best response by A to the expectation that B will not impose an embargo.</a:t>
            </a:r>
          </a:p>
        </p:txBody>
      </p:sp>
      <p:sp>
        <p:nvSpPr>
          <p:cNvPr id="8" name="Rectangle 7">
            <a:extLst>
              <a:ext uri="{FF2B5EF4-FFF2-40B4-BE49-F238E27FC236}">
                <a16:creationId xmlns:a16="http://schemas.microsoft.com/office/drawing/2014/main" id="{1C720CC7-AE4C-54D4-4CC4-621613BFB19B}"/>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A04E7B35-51BB-C8DE-F24E-9A97E77E0670}"/>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A992B2C-13EE-E434-2679-D8542E853B72}"/>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8D8A411-EFC3-0DD5-6644-9E97E33D8046}"/>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AD0CAA11-5FA6-EA45-41E7-C36774E48129}"/>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E4B709F7-35E3-4352-35A5-3D8602300A08}"/>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B9ABCDF0-87F0-39DA-BD9B-0C1A803CAF87}"/>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4448C3CF-E770-5BE4-2ECC-310F8A22EDFE}"/>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FC5CB058-0C95-9190-C9DE-A52C1B6DA58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2E9BFD38-75DF-E318-234D-009A351BE00A}"/>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F04B44C8-7213-9F2E-6FC5-3D314CB47A0F}"/>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4867F06E-F2E3-02EF-F0BE-5027BD3E57AE}"/>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DCD7132F-2727-C887-577E-7755A23223B1}"/>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4CE137B4-70C2-F611-6135-6E265D0A3E09}"/>
              </a:ext>
            </a:extLst>
          </p:cNvPr>
          <p:cNvSpPr/>
          <p:nvPr/>
        </p:nvSpPr>
        <p:spPr>
          <a:xfrm>
            <a:off x="3396006" y="4495131"/>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585750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7908E-FB60-F727-339B-F38E5309C1F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F91E5FB-CCC1-3A36-A4F5-E069550EFD15}"/>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77D35002-C5A6-93E5-F332-A51C0D4C2069}"/>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6F21D60-7356-A605-1267-BEAA172CBACD}"/>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F2A6CE6B-485C-C7DE-FCAF-E3C02DD86620}"/>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3781AC23-0282-89EC-BA5E-D78BD842BF4E}"/>
              </a:ext>
            </a:extLst>
          </p:cNvPr>
          <p:cNvSpPr/>
          <p:nvPr/>
        </p:nvSpPr>
        <p:spPr>
          <a:xfrm>
            <a:off x="6278880" y="2412274"/>
            <a:ext cx="5808617" cy="433686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FE8E6CE-473D-79D8-10D3-DA940F29495B}"/>
              </a:ext>
            </a:extLst>
          </p:cNvPr>
          <p:cNvSpPr txBox="1"/>
          <p:nvPr/>
        </p:nvSpPr>
        <p:spPr>
          <a:xfrm>
            <a:off x="6548846" y="2717074"/>
            <a:ext cx="5248198" cy="3416320"/>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both A and B impose embargoes a Nash Equilibrium?</a:t>
            </a:r>
          </a:p>
          <a:p>
            <a:endParaRPr lang="en-US" b="1">
              <a:solidFill>
                <a:schemeClr val="bg1"/>
              </a:solidFill>
            </a:endParaRPr>
          </a:p>
          <a:p>
            <a:r>
              <a:rPr lang="en-US" i="1">
                <a:solidFill>
                  <a:schemeClr val="bg1"/>
                </a:solidFill>
              </a:rPr>
              <a:t>Yes if...</a:t>
            </a:r>
          </a:p>
          <a:p>
            <a:endParaRPr lang="en-US" i="1">
              <a:solidFill>
                <a:schemeClr val="bg1"/>
              </a:solidFill>
            </a:endParaRPr>
          </a:p>
          <a:p>
            <a:r>
              <a:rPr lang="en-US" i="1">
                <a:solidFill>
                  <a:schemeClr val="bg1"/>
                </a:solidFill>
              </a:rPr>
              <a:t>+ </a:t>
            </a:r>
            <a:r>
              <a:rPr lang="en-US">
                <a:solidFill>
                  <a:schemeClr val="bg1"/>
                </a:solidFill>
              </a:rPr>
              <a:t>imposing an embargo is a best response by B to the expectation that A will impose an embargo</a:t>
            </a:r>
          </a:p>
          <a:p>
            <a:endParaRPr lang="en-US" i="1">
              <a:solidFill>
                <a:schemeClr val="bg1"/>
              </a:solidFill>
            </a:endParaRPr>
          </a:p>
          <a:p>
            <a:r>
              <a:rPr lang="en-US" i="1">
                <a:solidFill>
                  <a:schemeClr val="bg1"/>
                </a:solidFill>
              </a:rPr>
              <a:t>AND</a:t>
            </a:r>
          </a:p>
          <a:p>
            <a:endParaRPr lang="en-US" i="1">
              <a:solidFill>
                <a:schemeClr val="bg1"/>
              </a:solidFill>
            </a:endParaRPr>
          </a:p>
          <a:p>
            <a:r>
              <a:rPr lang="en-US" i="1">
                <a:solidFill>
                  <a:schemeClr val="bg1"/>
                </a:solidFill>
              </a:rPr>
              <a:t>+ imposing an embargo is a best response by A to the expectation that B will impose an embargo.</a:t>
            </a:r>
          </a:p>
        </p:txBody>
      </p:sp>
      <p:sp>
        <p:nvSpPr>
          <p:cNvPr id="8" name="Rectangle 7">
            <a:extLst>
              <a:ext uri="{FF2B5EF4-FFF2-40B4-BE49-F238E27FC236}">
                <a16:creationId xmlns:a16="http://schemas.microsoft.com/office/drawing/2014/main" id="{6C29089D-E725-93C1-5DA8-977FC1F414D9}"/>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2998764F-5016-5FBF-E0EA-1444F138449D}"/>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528232F-2733-193A-BF12-B1FD7A670CD1}"/>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390E005-695E-DA39-41CD-52E1A503ACDB}"/>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5C68B548-DA9E-7FD8-F94F-18F688933EEB}"/>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42AD2607-5532-08C6-D4D1-45919478B8E9}"/>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6BF2261A-98AF-7320-58CB-E99A166E2612}"/>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40149D53-E3E9-34DB-8AEA-706882424064}"/>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46C3157-B0FD-2C97-2718-B690CA942D34}"/>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EA0807B-063E-EFC4-CD29-B5580FBFB453}"/>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C376CA3-E6F0-03E5-EC56-A9EDC5A84D4F}"/>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EE18B7E8-E06F-E97A-5171-5A9770FCD107}"/>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8D1E3BA2-014D-C214-FC6E-C4151E32150D}"/>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6ED97E03-2A82-A84D-F485-E601CD9BE5A7}"/>
              </a:ext>
            </a:extLst>
          </p:cNvPr>
          <p:cNvSpPr/>
          <p:nvPr/>
        </p:nvSpPr>
        <p:spPr>
          <a:xfrm>
            <a:off x="3396006" y="4495131"/>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485697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6EBF8-2C1E-6368-A5E9-867FD78887E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AAE2620-78E6-FB1B-AFE0-59127CC1ABAD}"/>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31DCAEF1-006D-9A04-DD2E-03426A74BC58}"/>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5405C82-2175-8A64-E2B0-30AC02A35C41}"/>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BBC500C1-F204-BBD5-DB25-99F3790990A5}"/>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01ED1A1B-FE29-168F-0458-9E0B8BCACC62}"/>
              </a:ext>
            </a:extLst>
          </p:cNvPr>
          <p:cNvSpPr/>
          <p:nvPr/>
        </p:nvSpPr>
        <p:spPr>
          <a:xfrm>
            <a:off x="6278880" y="2412274"/>
            <a:ext cx="5808617" cy="433686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E231E60-6CB8-8826-0B84-4FB7D7A03F96}"/>
              </a:ext>
            </a:extLst>
          </p:cNvPr>
          <p:cNvSpPr txBox="1"/>
          <p:nvPr/>
        </p:nvSpPr>
        <p:spPr>
          <a:xfrm>
            <a:off x="6548846" y="2717074"/>
            <a:ext cx="5248198" cy="3416320"/>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both A and B impose embargoes a Nash Equilibrium?</a:t>
            </a:r>
          </a:p>
          <a:p>
            <a:endParaRPr lang="en-US" b="1">
              <a:solidFill>
                <a:schemeClr val="bg1"/>
              </a:solidFill>
            </a:endParaRPr>
          </a:p>
          <a:p>
            <a:r>
              <a:rPr lang="en-US" i="1">
                <a:solidFill>
                  <a:schemeClr val="bg1"/>
                </a:solidFill>
              </a:rPr>
              <a:t>Yes if...</a:t>
            </a:r>
          </a:p>
          <a:p>
            <a:endParaRPr lang="en-US" i="1">
              <a:solidFill>
                <a:schemeClr val="bg1"/>
              </a:solidFill>
            </a:endParaRPr>
          </a:p>
          <a:p>
            <a:r>
              <a:rPr lang="en-US" i="1">
                <a:solidFill>
                  <a:schemeClr val="bg1"/>
                </a:solidFill>
              </a:rPr>
              <a:t>+ </a:t>
            </a:r>
            <a:r>
              <a:rPr lang="en-US">
                <a:solidFill>
                  <a:schemeClr val="bg1"/>
                </a:solidFill>
              </a:rPr>
              <a:t>imposing an embargo is a best response by B to the expectation that A will impose an embargo</a:t>
            </a:r>
          </a:p>
          <a:p>
            <a:endParaRPr lang="en-US" i="1">
              <a:solidFill>
                <a:schemeClr val="bg1"/>
              </a:solidFill>
            </a:endParaRPr>
          </a:p>
          <a:p>
            <a:r>
              <a:rPr lang="en-US" i="1">
                <a:solidFill>
                  <a:schemeClr val="bg1"/>
                </a:solidFill>
              </a:rPr>
              <a:t>AND</a:t>
            </a:r>
          </a:p>
          <a:p>
            <a:endParaRPr lang="en-US" i="1">
              <a:solidFill>
                <a:schemeClr val="bg1"/>
              </a:solidFill>
            </a:endParaRPr>
          </a:p>
          <a:p>
            <a:r>
              <a:rPr lang="en-US" i="1">
                <a:solidFill>
                  <a:schemeClr val="bg1"/>
                </a:solidFill>
              </a:rPr>
              <a:t>+ imposing an embargo is a best response by A to the expectation that B will impose an embargo.</a:t>
            </a:r>
          </a:p>
        </p:txBody>
      </p:sp>
      <p:sp>
        <p:nvSpPr>
          <p:cNvPr id="8" name="Rectangle 7">
            <a:extLst>
              <a:ext uri="{FF2B5EF4-FFF2-40B4-BE49-F238E27FC236}">
                <a16:creationId xmlns:a16="http://schemas.microsoft.com/office/drawing/2014/main" id="{C7FF98DC-C5C9-9196-7304-83BB2D203840}"/>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28870DCD-3F06-D228-4EDC-10EC7DCD1456}"/>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EC5C90B-AC58-6403-3AD3-F87F78312018}"/>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087F0A9-0D32-F207-3FAB-41918A1BD225}"/>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54AF47B6-4ED2-41A2-030D-4DC4F5BD3172}"/>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020E4F3-CA51-D7BF-7F04-FDB1D11087F3}"/>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4CE0C822-AF7F-A599-9F11-46EC17772E6B}"/>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D22180BA-C902-4C89-A2AC-9B113A5F9906}"/>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0515E248-1625-DC80-0790-B7F7C8475458}"/>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563365D0-1A99-8B06-A275-A2235847C3AA}"/>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AA7EDCDE-62CF-62E5-51D5-6B48148DD72D}"/>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06997810-BD9F-3D38-5B90-2892F342BD30}"/>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0631CBDA-8FA5-255B-E91D-D2C2BC1EFCD6}"/>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128B43F5-6100-C418-A605-21E383680618}"/>
              </a:ext>
            </a:extLst>
          </p:cNvPr>
          <p:cNvSpPr/>
          <p:nvPr/>
        </p:nvSpPr>
        <p:spPr>
          <a:xfrm>
            <a:off x="3396006" y="4495131"/>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AD0F01C-0C81-24C4-D523-D868248A3081}"/>
              </a:ext>
            </a:extLst>
          </p:cNvPr>
          <p:cNvSpPr/>
          <p:nvPr/>
        </p:nvSpPr>
        <p:spPr>
          <a:xfrm>
            <a:off x="6548846" y="4052047"/>
            <a:ext cx="5248198" cy="793883"/>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1574040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2FE1C-A965-5B5F-C903-367937CEC9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58839CA-8BCA-3075-F909-A8B2EB8F97FA}"/>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34BF501B-DAA2-6600-8E47-84CE31743DB9}"/>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7EEC3F7-9DF5-BD18-DEDC-7363CB381CBC}"/>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595BF38E-45DC-3FA0-6781-D196E87B7022}"/>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0C71F2AD-5467-7CC2-67BF-D45E04349A67}"/>
              </a:ext>
            </a:extLst>
          </p:cNvPr>
          <p:cNvSpPr/>
          <p:nvPr/>
        </p:nvSpPr>
        <p:spPr>
          <a:xfrm>
            <a:off x="6278880" y="2412274"/>
            <a:ext cx="5808617" cy="433686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CCF2475-2B1D-3A16-D6DB-DACEABAE076D}"/>
              </a:ext>
            </a:extLst>
          </p:cNvPr>
          <p:cNvSpPr txBox="1"/>
          <p:nvPr/>
        </p:nvSpPr>
        <p:spPr>
          <a:xfrm>
            <a:off x="6548846" y="2717074"/>
            <a:ext cx="5248198" cy="3416320"/>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both A and B impose embargoes a Nash Equilibrium?</a:t>
            </a:r>
          </a:p>
          <a:p>
            <a:endParaRPr lang="en-US" b="1">
              <a:solidFill>
                <a:schemeClr val="bg1"/>
              </a:solidFill>
            </a:endParaRPr>
          </a:p>
          <a:p>
            <a:r>
              <a:rPr lang="en-US" i="1">
                <a:solidFill>
                  <a:schemeClr val="bg1"/>
                </a:solidFill>
              </a:rPr>
              <a:t>Yes if...</a:t>
            </a:r>
          </a:p>
          <a:p>
            <a:endParaRPr lang="en-US" i="1">
              <a:solidFill>
                <a:schemeClr val="bg1"/>
              </a:solidFill>
            </a:endParaRPr>
          </a:p>
          <a:p>
            <a:r>
              <a:rPr lang="en-US" i="1">
                <a:solidFill>
                  <a:schemeClr val="bg1"/>
                </a:solidFill>
              </a:rPr>
              <a:t>+ </a:t>
            </a:r>
            <a:r>
              <a:rPr lang="en-US">
                <a:solidFill>
                  <a:schemeClr val="bg1"/>
                </a:solidFill>
              </a:rPr>
              <a:t>imposing an embargo is a best response by B to the expectation that A will impose an embargo</a:t>
            </a:r>
          </a:p>
          <a:p>
            <a:endParaRPr lang="en-US" i="1">
              <a:solidFill>
                <a:schemeClr val="bg1"/>
              </a:solidFill>
            </a:endParaRPr>
          </a:p>
          <a:p>
            <a:r>
              <a:rPr lang="en-US" i="1">
                <a:solidFill>
                  <a:schemeClr val="bg1"/>
                </a:solidFill>
              </a:rPr>
              <a:t>AND</a:t>
            </a:r>
          </a:p>
          <a:p>
            <a:endParaRPr lang="en-US" i="1">
              <a:solidFill>
                <a:schemeClr val="bg1"/>
              </a:solidFill>
            </a:endParaRPr>
          </a:p>
          <a:p>
            <a:r>
              <a:rPr lang="en-US" i="1">
                <a:solidFill>
                  <a:schemeClr val="bg1"/>
                </a:solidFill>
              </a:rPr>
              <a:t>+ imposing an embargo is a best response by A to the expectation that B will impose an embargo.</a:t>
            </a:r>
          </a:p>
        </p:txBody>
      </p:sp>
      <p:sp>
        <p:nvSpPr>
          <p:cNvPr id="8" name="Rectangle 7">
            <a:extLst>
              <a:ext uri="{FF2B5EF4-FFF2-40B4-BE49-F238E27FC236}">
                <a16:creationId xmlns:a16="http://schemas.microsoft.com/office/drawing/2014/main" id="{92A370EA-7CF1-8953-AFFE-E79C032186F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6BF032E6-3776-3A46-0370-3A0FE251B403}"/>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0AD7BE1-01C9-0535-576C-1DCEE3C513A3}"/>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84634D2-2E1E-B19A-DC00-AE7EEBAB0B81}"/>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1BB29B9F-932F-469C-AEEA-BE496D23F316}"/>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99161D11-50F5-B1FD-2E2F-247756A04FDC}"/>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D8BB39C2-91A2-1FAE-1AA7-C14D1698A10E}"/>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C2E8FB0A-58BC-0727-FF11-131BFD950ECD}"/>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7CF2DFBA-3877-59E7-250F-480AE009E77F}"/>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AC8DD18F-4428-BDB7-2AEE-4A92B65F9D19}"/>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C18484BC-B752-FD1D-D728-9732BFBFBC97}"/>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5C32811A-7FAF-A8A6-2913-96FB2C0EACF9}"/>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AB33B362-7D7C-2EBE-AB1E-44765136E023}"/>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CAC529C5-982E-55F6-1C4A-E2F3FF2696E7}"/>
              </a:ext>
            </a:extLst>
          </p:cNvPr>
          <p:cNvSpPr/>
          <p:nvPr/>
        </p:nvSpPr>
        <p:spPr>
          <a:xfrm>
            <a:off x="3396006" y="4495131"/>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676C86C-443E-FC50-1DFA-059184445647}"/>
              </a:ext>
            </a:extLst>
          </p:cNvPr>
          <p:cNvSpPr/>
          <p:nvPr/>
        </p:nvSpPr>
        <p:spPr>
          <a:xfrm>
            <a:off x="6548846" y="4052047"/>
            <a:ext cx="5248198" cy="793883"/>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52C1E56-58E5-D278-A840-FEC818A2AA78}"/>
              </a:ext>
            </a:extLst>
          </p:cNvPr>
          <p:cNvSpPr/>
          <p:nvPr/>
        </p:nvSpPr>
        <p:spPr>
          <a:xfrm>
            <a:off x="3371561" y="2690550"/>
            <a:ext cx="1879370" cy="3621320"/>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C6772EB9-6DBB-DDC3-FB15-3A3AEC95F573}"/>
              </a:ext>
            </a:extLst>
          </p:cNvPr>
          <p:cNvSpPr/>
          <p:nvPr/>
        </p:nvSpPr>
        <p:spPr>
          <a:xfrm>
            <a:off x="4022525" y="3324260"/>
            <a:ext cx="278674"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FC1A369-22AC-E34B-33D8-1D68916A4D6F}"/>
              </a:ext>
            </a:extLst>
          </p:cNvPr>
          <p:cNvSpPr/>
          <p:nvPr/>
        </p:nvSpPr>
        <p:spPr>
          <a:xfrm>
            <a:off x="3962401" y="5176338"/>
            <a:ext cx="338798"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350368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0F96A-3641-BED8-B0EB-0641FBDE3D7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B16F5B3-BA16-DBE3-FB6A-20F9E182FBB1}"/>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BB2C8FAD-51F5-613A-FA47-87ECC2AC0C3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2C8C87C-7ECB-A4EE-4350-B8596C95F33B}"/>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BFEEB24A-E596-395C-32E1-C6F59B3A1D07}"/>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667ABE13-C09B-9C28-CFFB-801FB143EF6B}"/>
              </a:ext>
            </a:extLst>
          </p:cNvPr>
          <p:cNvSpPr/>
          <p:nvPr/>
        </p:nvSpPr>
        <p:spPr>
          <a:xfrm>
            <a:off x="6278880" y="2412274"/>
            <a:ext cx="5808617" cy="433686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65EDE61-3E07-44FF-DAA3-4CB055F98801}"/>
              </a:ext>
            </a:extLst>
          </p:cNvPr>
          <p:cNvSpPr txBox="1"/>
          <p:nvPr/>
        </p:nvSpPr>
        <p:spPr>
          <a:xfrm>
            <a:off x="6548846" y="2717074"/>
            <a:ext cx="5248198" cy="3416320"/>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both A and B impose embargoes a Nash Equilibrium?</a:t>
            </a:r>
          </a:p>
          <a:p>
            <a:endParaRPr lang="en-US" b="1">
              <a:solidFill>
                <a:schemeClr val="bg1"/>
              </a:solidFill>
            </a:endParaRPr>
          </a:p>
          <a:p>
            <a:r>
              <a:rPr lang="en-US" i="1">
                <a:solidFill>
                  <a:schemeClr val="bg1"/>
                </a:solidFill>
              </a:rPr>
              <a:t>Yes if...</a:t>
            </a:r>
          </a:p>
          <a:p>
            <a:endParaRPr lang="en-US" i="1">
              <a:solidFill>
                <a:schemeClr val="bg1"/>
              </a:solidFill>
            </a:endParaRPr>
          </a:p>
          <a:p>
            <a:r>
              <a:rPr lang="en-US" i="1">
                <a:solidFill>
                  <a:schemeClr val="bg1"/>
                </a:solidFill>
              </a:rPr>
              <a:t>+ </a:t>
            </a:r>
            <a:r>
              <a:rPr lang="en-US">
                <a:solidFill>
                  <a:schemeClr val="bg1"/>
                </a:solidFill>
              </a:rPr>
              <a:t>imposing an embargo is a best response by B to the expectation that A will impose an embargo</a:t>
            </a:r>
          </a:p>
          <a:p>
            <a:endParaRPr lang="en-US" i="1">
              <a:solidFill>
                <a:schemeClr val="bg1"/>
              </a:solidFill>
            </a:endParaRPr>
          </a:p>
          <a:p>
            <a:r>
              <a:rPr lang="en-US" i="1">
                <a:solidFill>
                  <a:schemeClr val="bg1"/>
                </a:solidFill>
              </a:rPr>
              <a:t>AND</a:t>
            </a:r>
          </a:p>
          <a:p>
            <a:endParaRPr lang="en-US" i="1">
              <a:solidFill>
                <a:schemeClr val="bg1"/>
              </a:solidFill>
            </a:endParaRPr>
          </a:p>
          <a:p>
            <a:r>
              <a:rPr lang="en-US" i="1">
                <a:solidFill>
                  <a:schemeClr val="bg1"/>
                </a:solidFill>
              </a:rPr>
              <a:t>+ imposing an embargo is a best response by A to the expectation that B will impose an embargo.</a:t>
            </a:r>
          </a:p>
        </p:txBody>
      </p:sp>
      <p:sp>
        <p:nvSpPr>
          <p:cNvPr id="8" name="Rectangle 7">
            <a:extLst>
              <a:ext uri="{FF2B5EF4-FFF2-40B4-BE49-F238E27FC236}">
                <a16:creationId xmlns:a16="http://schemas.microsoft.com/office/drawing/2014/main" id="{4C033472-80DF-ECCE-91C6-2048417F07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2D215627-6FF7-E161-F027-6386208AC3BD}"/>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8A6337A-6741-164D-6281-BBE79927CAF5}"/>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59F8DE4-7C75-EF37-98C7-29758F6251D9}"/>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FE077573-357E-4098-88C1-663FBA2C9795}"/>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33BD5082-2A50-85EA-97BA-C74A71964B28}"/>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C3F2678B-94C3-1A6D-41D8-DFBD88F3891F}"/>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9674B162-C3E0-7B7D-B9B9-8A81D92CB55C}"/>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CB9D1270-BC4D-7EDB-8B10-FB50244BD5C5}"/>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8D787638-65F9-14C0-4470-DFCFECED512D}"/>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21762685-5B85-63B3-769E-6588ED3C7BB6}"/>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96CB3C9-6AF3-F62D-B3BD-9DFCF90D3D84}"/>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52AD5978-1408-65A6-58D3-5B3F7BD5813B}"/>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50C30552-BDAD-6C6A-08C7-5DECE033C685}"/>
              </a:ext>
            </a:extLst>
          </p:cNvPr>
          <p:cNvSpPr/>
          <p:nvPr/>
        </p:nvSpPr>
        <p:spPr>
          <a:xfrm>
            <a:off x="3396006" y="4495131"/>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56D965E-488F-BFCA-3F72-82401F89E88D}"/>
              </a:ext>
            </a:extLst>
          </p:cNvPr>
          <p:cNvSpPr/>
          <p:nvPr/>
        </p:nvSpPr>
        <p:spPr>
          <a:xfrm>
            <a:off x="6548846" y="4052047"/>
            <a:ext cx="5248198" cy="793883"/>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616BF51F-3E10-F36C-792A-18FA08E59B8D}"/>
              </a:ext>
            </a:extLst>
          </p:cNvPr>
          <p:cNvSpPr/>
          <p:nvPr/>
        </p:nvSpPr>
        <p:spPr>
          <a:xfrm>
            <a:off x="3371561" y="2690550"/>
            <a:ext cx="1879370" cy="3621320"/>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6F93D58F-1100-7C28-E7A9-0B5E513725DC}"/>
              </a:ext>
            </a:extLst>
          </p:cNvPr>
          <p:cNvSpPr/>
          <p:nvPr/>
        </p:nvSpPr>
        <p:spPr>
          <a:xfrm>
            <a:off x="4022525" y="3324260"/>
            <a:ext cx="278674"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ED51E3C8-55BE-D9DC-EA1A-431EDAEDB210}"/>
              </a:ext>
            </a:extLst>
          </p:cNvPr>
          <p:cNvSpPr/>
          <p:nvPr/>
        </p:nvSpPr>
        <p:spPr>
          <a:xfrm>
            <a:off x="3962401" y="5176338"/>
            <a:ext cx="338798"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BC3C21FF-5FAC-096C-A988-0B6144A39B43}"/>
              </a:ext>
            </a:extLst>
          </p:cNvPr>
          <p:cNvSpPr txBox="1"/>
          <p:nvPr/>
        </p:nvSpPr>
        <p:spPr>
          <a:xfrm rot="1900494">
            <a:off x="11143129" y="3741726"/>
            <a:ext cx="653915" cy="369332"/>
          </a:xfrm>
          <a:prstGeom prst="rect">
            <a:avLst/>
          </a:prstGeom>
          <a:solidFill>
            <a:schemeClr val="accent6"/>
          </a:solidFill>
        </p:spPr>
        <p:txBody>
          <a:bodyPr wrap="square" rtlCol="0">
            <a:spAutoFit/>
          </a:bodyPr>
          <a:lstStyle/>
          <a:p>
            <a:pPr algn="ctr"/>
            <a:r>
              <a:rPr lang="en-US"/>
              <a:t>YES!</a:t>
            </a:r>
          </a:p>
        </p:txBody>
      </p:sp>
    </p:spTree>
    <p:extLst>
      <p:ext uri="{BB962C8B-B14F-4D97-AF65-F5344CB8AC3E}">
        <p14:creationId xmlns:p14="http://schemas.microsoft.com/office/powerpoint/2010/main" val="16986943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E5123-CA33-2267-51B1-5E9B5011CB9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B6D7AD9-89CB-B1C2-9861-870A19B8BAAF}"/>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AE42D024-930F-96DE-2CA0-D582F918086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3BD39A4-4843-65CB-DD2E-75A3AA6B5A0A}"/>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0FD7D37A-70EB-72E9-CF82-7D5887C60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FE7F75AB-F2F2-E005-45C0-5F532737511D}"/>
              </a:ext>
            </a:extLst>
          </p:cNvPr>
          <p:cNvSpPr/>
          <p:nvPr/>
        </p:nvSpPr>
        <p:spPr>
          <a:xfrm>
            <a:off x="6278880" y="2412274"/>
            <a:ext cx="5808617" cy="433686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740ED51-B15D-DDB5-9A2B-893F988C3968}"/>
              </a:ext>
            </a:extLst>
          </p:cNvPr>
          <p:cNvSpPr txBox="1"/>
          <p:nvPr/>
        </p:nvSpPr>
        <p:spPr>
          <a:xfrm>
            <a:off x="6548846" y="2717074"/>
            <a:ext cx="5248198" cy="3416320"/>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both A and B impose embargoes a Nash Equilibrium?</a:t>
            </a:r>
          </a:p>
          <a:p>
            <a:endParaRPr lang="en-US" b="1">
              <a:solidFill>
                <a:schemeClr val="bg1"/>
              </a:solidFill>
            </a:endParaRPr>
          </a:p>
          <a:p>
            <a:r>
              <a:rPr lang="en-US" i="1">
                <a:solidFill>
                  <a:schemeClr val="bg1"/>
                </a:solidFill>
              </a:rPr>
              <a:t>Yes if...</a:t>
            </a:r>
          </a:p>
          <a:p>
            <a:endParaRPr lang="en-US" i="1">
              <a:solidFill>
                <a:schemeClr val="bg1"/>
              </a:solidFill>
            </a:endParaRPr>
          </a:p>
          <a:p>
            <a:r>
              <a:rPr lang="en-US" i="1">
                <a:solidFill>
                  <a:schemeClr val="bg1"/>
                </a:solidFill>
              </a:rPr>
              <a:t>+ </a:t>
            </a:r>
            <a:r>
              <a:rPr lang="en-US">
                <a:solidFill>
                  <a:schemeClr val="bg1"/>
                </a:solidFill>
              </a:rPr>
              <a:t>imposing an embargo is a best response by B to the expectation that A will impose an embargo</a:t>
            </a:r>
          </a:p>
          <a:p>
            <a:endParaRPr lang="en-US" i="1">
              <a:solidFill>
                <a:schemeClr val="bg1"/>
              </a:solidFill>
            </a:endParaRPr>
          </a:p>
          <a:p>
            <a:r>
              <a:rPr lang="en-US" i="1">
                <a:solidFill>
                  <a:schemeClr val="bg1"/>
                </a:solidFill>
              </a:rPr>
              <a:t>AND</a:t>
            </a:r>
          </a:p>
          <a:p>
            <a:endParaRPr lang="en-US" i="1">
              <a:solidFill>
                <a:schemeClr val="bg1"/>
              </a:solidFill>
            </a:endParaRPr>
          </a:p>
          <a:p>
            <a:r>
              <a:rPr lang="en-US" i="1">
                <a:solidFill>
                  <a:schemeClr val="bg1"/>
                </a:solidFill>
              </a:rPr>
              <a:t>+ imposing an embargo is a best response by A to the expectation that B will impose an embargo.</a:t>
            </a:r>
          </a:p>
        </p:txBody>
      </p:sp>
      <p:sp>
        <p:nvSpPr>
          <p:cNvPr id="8" name="Rectangle 7">
            <a:extLst>
              <a:ext uri="{FF2B5EF4-FFF2-40B4-BE49-F238E27FC236}">
                <a16:creationId xmlns:a16="http://schemas.microsoft.com/office/drawing/2014/main" id="{2DDD9156-3011-8DFD-0081-796925CBCCB1}"/>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A50B58FC-8950-790A-E8D2-E6F8C8C1B412}"/>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8633AE4-8BFB-C01E-B9E6-08032C0E4F53}"/>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CF15E11-A94B-41B9-9FA6-EE0779539262}"/>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3C0069C7-0D95-6D80-08D6-5B9078D6C386}"/>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64B813B7-FF93-BDE7-89C1-5DA8D03DC188}"/>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9A8336C8-CE47-474C-6DBA-FF12AB6BB386}"/>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D054394E-1E5D-B02C-8E95-D7269119D125}"/>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2E717A71-67A4-782F-8DCF-BF2EB2643945}"/>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FE1F0961-8E46-09A7-7955-90B30AF68C64}"/>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004179B1-4262-55E7-6319-C8B2739D3C4A}"/>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C60D0C3A-D5B2-DCC2-9D96-0E2674A1C513}"/>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1767359A-E502-27D4-426C-90647C25414E}"/>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A3948A30-19DF-C441-0BC3-8094F413D72C}"/>
              </a:ext>
            </a:extLst>
          </p:cNvPr>
          <p:cNvSpPr/>
          <p:nvPr/>
        </p:nvSpPr>
        <p:spPr>
          <a:xfrm>
            <a:off x="3396006" y="4495131"/>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B1A1F26-22E7-B58E-3FAC-BB4F4615A323}"/>
              </a:ext>
            </a:extLst>
          </p:cNvPr>
          <p:cNvSpPr/>
          <p:nvPr/>
        </p:nvSpPr>
        <p:spPr>
          <a:xfrm>
            <a:off x="6631577" y="5413884"/>
            <a:ext cx="5248198" cy="793883"/>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5B6036C-5D04-C251-91AA-3619D4551DCD}"/>
              </a:ext>
            </a:extLst>
          </p:cNvPr>
          <p:cNvSpPr/>
          <p:nvPr/>
        </p:nvSpPr>
        <p:spPr>
          <a:xfrm>
            <a:off x="1563086" y="4464536"/>
            <a:ext cx="3687845" cy="1847333"/>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7349B5FA-3EA7-AD7A-A5D3-A1DB019E62E5}"/>
              </a:ext>
            </a:extLst>
          </p:cNvPr>
          <p:cNvSpPr/>
          <p:nvPr/>
        </p:nvSpPr>
        <p:spPr>
          <a:xfrm>
            <a:off x="2543659" y="5155987"/>
            <a:ext cx="278674"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6EEA65F4-62F1-B453-3941-F18CF0A9394F}"/>
              </a:ext>
            </a:extLst>
          </p:cNvPr>
          <p:cNvSpPr/>
          <p:nvPr/>
        </p:nvSpPr>
        <p:spPr>
          <a:xfrm>
            <a:off x="4274095" y="5176337"/>
            <a:ext cx="338798"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86930944-FFC6-289F-AC0E-CABE7083A8ED}"/>
              </a:ext>
            </a:extLst>
          </p:cNvPr>
          <p:cNvSpPr txBox="1"/>
          <p:nvPr/>
        </p:nvSpPr>
        <p:spPr>
          <a:xfrm rot="1900494">
            <a:off x="11143129" y="3741726"/>
            <a:ext cx="653915" cy="369332"/>
          </a:xfrm>
          <a:prstGeom prst="rect">
            <a:avLst/>
          </a:prstGeom>
          <a:solidFill>
            <a:schemeClr val="accent6"/>
          </a:solidFill>
        </p:spPr>
        <p:txBody>
          <a:bodyPr wrap="square" rtlCol="0">
            <a:spAutoFit/>
          </a:bodyPr>
          <a:lstStyle/>
          <a:p>
            <a:pPr algn="ctr"/>
            <a:r>
              <a:rPr lang="en-US"/>
              <a:t>YES!</a:t>
            </a:r>
          </a:p>
        </p:txBody>
      </p:sp>
    </p:spTree>
    <p:extLst>
      <p:ext uri="{BB962C8B-B14F-4D97-AF65-F5344CB8AC3E}">
        <p14:creationId xmlns:p14="http://schemas.microsoft.com/office/powerpoint/2010/main" val="55919336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EC77C-5676-207D-B75E-6F6AFAE5779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19B354D-7E8F-16B2-2A58-034291745E00}"/>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DE16E746-BFB2-AFDC-6CBA-DFF752C3CB87}"/>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3584D0A-C8C6-F142-8B1D-13C12D5F0FE4}"/>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C2DA1779-8378-DB06-2C75-F784D0D3CB8D}"/>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FDF0BB15-92F0-ED8C-EE09-7B7441CA2EE3}"/>
              </a:ext>
            </a:extLst>
          </p:cNvPr>
          <p:cNvSpPr/>
          <p:nvPr/>
        </p:nvSpPr>
        <p:spPr>
          <a:xfrm>
            <a:off x="6278880" y="2412274"/>
            <a:ext cx="5808617" cy="433686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90FB8CF-7D82-B1BB-45B0-61A0B3F23216}"/>
              </a:ext>
            </a:extLst>
          </p:cNvPr>
          <p:cNvSpPr txBox="1"/>
          <p:nvPr/>
        </p:nvSpPr>
        <p:spPr>
          <a:xfrm>
            <a:off x="6548846" y="2717074"/>
            <a:ext cx="5248198" cy="3416320"/>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both A and B impose embargoes a Nash Equilibrium?</a:t>
            </a:r>
          </a:p>
          <a:p>
            <a:endParaRPr lang="en-US" b="1">
              <a:solidFill>
                <a:schemeClr val="bg1"/>
              </a:solidFill>
            </a:endParaRPr>
          </a:p>
          <a:p>
            <a:r>
              <a:rPr lang="en-US" i="1">
                <a:solidFill>
                  <a:schemeClr val="bg1"/>
                </a:solidFill>
              </a:rPr>
              <a:t>Yes if...</a:t>
            </a:r>
          </a:p>
          <a:p>
            <a:endParaRPr lang="en-US" i="1">
              <a:solidFill>
                <a:schemeClr val="bg1"/>
              </a:solidFill>
            </a:endParaRPr>
          </a:p>
          <a:p>
            <a:r>
              <a:rPr lang="en-US" i="1">
                <a:solidFill>
                  <a:schemeClr val="bg1"/>
                </a:solidFill>
              </a:rPr>
              <a:t>+ </a:t>
            </a:r>
            <a:r>
              <a:rPr lang="en-US">
                <a:solidFill>
                  <a:schemeClr val="bg1"/>
                </a:solidFill>
              </a:rPr>
              <a:t>imposing an embargo is a best response by B to the expectation that A will impose an embargo</a:t>
            </a:r>
          </a:p>
          <a:p>
            <a:endParaRPr lang="en-US" i="1">
              <a:solidFill>
                <a:schemeClr val="bg1"/>
              </a:solidFill>
            </a:endParaRPr>
          </a:p>
          <a:p>
            <a:r>
              <a:rPr lang="en-US" i="1">
                <a:solidFill>
                  <a:schemeClr val="bg1"/>
                </a:solidFill>
              </a:rPr>
              <a:t>AND</a:t>
            </a:r>
          </a:p>
          <a:p>
            <a:endParaRPr lang="en-US" i="1">
              <a:solidFill>
                <a:schemeClr val="bg1"/>
              </a:solidFill>
            </a:endParaRPr>
          </a:p>
          <a:p>
            <a:r>
              <a:rPr lang="en-US" i="1">
                <a:solidFill>
                  <a:schemeClr val="bg1"/>
                </a:solidFill>
              </a:rPr>
              <a:t>+ imposing an embargo is a best response by A to the expectation that B will impose an embargo.</a:t>
            </a:r>
          </a:p>
        </p:txBody>
      </p:sp>
      <p:sp>
        <p:nvSpPr>
          <p:cNvPr id="8" name="Rectangle 7">
            <a:extLst>
              <a:ext uri="{FF2B5EF4-FFF2-40B4-BE49-F238E27FC236}">
                <a16:creationId xmlns:a16="http://schemas.microsoft.com/office/drawing/2014/main" id="{E2D2218D-BB6F-E1F4-AE7E-4E4A273CC3B3}"/>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A91AC3E1-C6CE-8854-0C57-29877F38F496}"/>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55A3AC5-6BB3-475B-2175-A40CBF0DAC56}"/>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7373875-8FF7-87E4-57ED-1062A1DC6385}"/>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996135B4-0C16-C581-7CBD-17F1BC7A4415}"/>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4431EC82-89FC-CEDA-0D8E-8945170DE60B}"/>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1242E9F5-FC82-CC29-581B-C48589303AC4}"/>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09A35D1A-A98D-C010-1C6D-325E250EE866}"/>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110A3650-EEAE-870F-F99A-69340FB598C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71CC9B2E-BAF7-368A-23B2-F031EA8BDCB7}"/>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487AAD62-4BA1-050D-0E90-46A192E2F417}"/>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640CC244-5B52-9F4A-2957-59493AF50A0D}"/>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055593B4-47A2-9BD0-4AF2-15C7A913745B}"/>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5D7BE8ED-CBC8-C3B5-6DD0-6FF45692825E}"/>
              </a:ext>
            </a:extLst>
          </p:cNvPr>
          <p:cNvSpPr/>
          <p:nvPr/>
        </p:nvSpPr>
        <p:spPr>
          <a:xfrm>
            <a:off x="3396006" y="4495131"/>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91170FB-ADC8-5CA8-2B70-BB57FC842CBC}"/>
              </a:ext>
            </a:extLst>
          </p:cNvPr>
          <p:cNvSpPr/>
          <p:nvPr/>
        </p:nvSpPr>
        <p:spPr>
          <a:xfrm>
            <a:off x="6631577" y="5413884"/>
            <a:ext cx="5248198" cy="793883"/>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2DD1F7F-0472-41D3-0E7D-852DE88D9114}"/>
              </a:ext>
            </a:extLst>
          </p:cNvPr>
          <p:cNvSpPr/>
          <p:nvPr/>
        </p:nvSpPr>
        <p:spPr>
          <a:xfrm>
            <a:off x="1563086" y="4464536"/>
            <a:ext cx="3687845" cy="1847333"/>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570D8459-1EEE-077B-E6B9-893398A9B252}"/>
              </a:ext>
            </a:extLst>
          </p:cNvPr>
          <p:cNvSpPr/>
          <p:nvPr/>
        </p:nvSpPr>
        <p:spPr>
          <a:xfrm>
            <a:off x="2543659" y="5155987"/>
            <a:ext cx="278674"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0255F90D-177A-FD46-2E05-6E63D2F465C9}"/>
              </a:ext>
            </a:extLst>
          </p:cNvPr>
          <p:cNvSpPr/>
          <p:nvPr/>
        </p:nvSpPr>
        <p:spPr>
          <a:xfrm>
            <a:off x="4274095" y="5176337"/>
            <a:ext cx="338798"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D3BA6877-EC35-E809-5423-3BBEB3E479DB}"/>
              </a:ext>
            </a:extLst>
          </p:cNvPr>
          <p:cNvSpPr txBox="1"/>
          <p:nvPr/>
        </p:nvSpPr>
        <p:spPr>
          <a:xfrm rot="1900494">
            <a:off x="11143129" y="3741726"/>
            <a:ext cx="653915" cy="369332"/>
          </a:xfrm>
          <a:prstGeom prst="rect">
            <a:avLst/>
          </a:prstGeom>
          <a:solidFill>
            <a:schemeClr val="accent6"/>
          </a:solidFill>
        </p:spPr>
        <p:txBody>
          <a:bodyPr wrap="square" rtlCol="0">
            <a:spAutoFit/>
          </a:bodyPr>
          <a:lstStyle/>
          <a:p>
            <a:pPr algn="ctr"/>
            <a:r>
              <a:rPr lang="en-US"/>
              <a:t>YES!</a:t>
            </a:r>
          </a:p>
        </p:txBody>
      </p:sp>
      <p:sp>
        <p:nvSpPr>
          <p:cNvPr id="27" name="TextBox 26">
            <a:extLst>
              <a:ext uri="{FF2B5EF4-FFF2-40B4-BE49-F238E27FC236}">
                <a16:creationId xmlns:a16="http://schemas.microsoft.com/office/drawing/2014/main" id="{A7FBCD78-8184-B1E1-1C5D-7DDC4D84E77C}"/>
              </a:ext>
            </a:extLst>
          </p:cNvPr>
          <p:cNvSpPr txBox="1"/>
          <p:nvPr/>
        </p:nvSpPr>
        <p:spPr>
          <a:xfrm rot="1900494">
            <a:off x="11385318" y="5100524"/>
            <a:ext cx="653915" cy="369332"/>
          </a:xfrm>
          <a:prstGeom prst="rect">
            <a:avLst/>
          </a:prstGeom>
          <a:solidFill>
            <a:schemeClr val="accent6"/>
          </a:solidFill>
        </p:spPr>
        <p:txBody>
          <a:bodyPr wrap="square" rtlCol="0">
            <a:spAutoFit/>
          </a:bodyPr>
          <a:lstStyle/>
          <a:p>
            <a:pPr algn="ctr"/>
            <a:r>
              <a:rPr lang="en-US"/>
              <a:t>YES!</a:t>
            </a:r>
          </a:p>
        </p:txBody>
      </p:sp>
    </p:spTree>
    <p:extLst>
      <p:ext uri="{BB962C8B-B14F-4D97-AF65-F5344CB8AC3E}">
        <p14:creationId xmlns:p14="http://schemas.microsoft.com/office/powerpoint/2010/main" val="15796437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7CF25-A9EB-7DF5-B111-A10DB8C3C7D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608ABBD-CC9D-364A-34AF-BFFBD1E38907}"/>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3A8FE93C-0DBB-7895-D2D8-7059F4C0D090}"/>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912B919-F516-17CC-1D79-303C4EE727A0}"/>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D3B497AF-DA70-3663-84A7-714096C2D0CE}"/>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880A50FD-B278-9F9D-A53D-7BA5954E37D2}"/>
              </a:ext>
            </a:extLst>
          </p:cNvPr>
          <p:cNvSpPr/>
          <p:nvPr/>
        </p:nvSpPr>
        <p:spPr>
          <a:xfrm>
            <a:off x="6278880" y="2412274"/>
            <a:ext cx="5808617" cy="433686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B2AA488-2754-9123-E473-09241B96DBD5}"/>
              </a:ext>
            </a:extLst>
          </p:cNvPr>
          <p:cNvSpPr txBox="1"/>
          <p:nvPr/>
        </p:nvSpPr>
        <p:spPr>
          <a:xfrm>
            <a:off x="6548846" y="2717074"/>
            <a:ext cx="5248198" cy="3416320"/>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both A and B impose embargoes a Nash Equilibrium?</a:t>
            </a:r>
          </a:p>
          <a:p>
            <a:endParaRPr lang="en-US" b="1">
              <a:solidFill>
                <a:schemeClr val="bg1"/>
              </a:solidFill>
            </a:endParaRPr>
          </a:p>
          <a:p>
            <a:r>
              <a:rPr lang="en-US" i="1">
                <a:solidFill>
                  <a:schemeClr val="bg1"/>
                </a:solidFill>
              </a:rPr>
              <a:t>Yes if...</a:t>
            </a:r>
          </a:p>
          <a:p>
            <a:endParaRPr lang="en-US" i="1">
              <a:solidFill>
                <a:schemeClr val="bg1"/>
              </a:solidFill>
            </a:endParaRPr>
          </a:p>
          <a:p>
            <a:r>
              <a:rPr lang="en-US" i="1">
                <a:solidFill>
                  <a:schemeClr val="bg1"/>
                </a:solidFill>
              </a:rPr>
              <a:t>+ </a:t>
            </a:r>
            <a:r>
              <a:rPr lang="en-US">
                <a:solidFill>
                  <a:schemeClr val="bg1"/>
                </a:solidFill>
              </a:rPr>
              <a:t>imposing an embargo is a best response by B to the expectation that A will impose an embargo</a:t>
            </a:r>
          </a:p>
          <a:p>
            <a:endParaRPr lang="en-US" i="1">
              <a:solidFill>
                <a:schemeClr val="bg1"/>
              </a:solidFill>
            </a:endParaRPr>
          </a:p>
          <a:p>
            <a:r>
              <a:rPr lang="en-US" i="1">
                <a:solidFill>
                  <a:schemeClr val="bg1"/>
                </a:solidFill>
              </a:rPr>
              <a:t>AND</a:t>
            </a:r>
          </a:p>
          <a:p>
            <a:endParaRPr lang="en-US" i="1">
              <a:solidFill>
                <a:schemeClr val="bg1"/>
              </a:solidFill>
            </a:endParaRPr>
          </a:p>
          <a:p>
            <a:r>
              <a:rPr lang="en-US" i="1">
                <a:solidFill>
                  <a:schemeClr val="bg1"/>
                </a:solidFill>
              </a:rPr>
              <a:t>+ imposing an embargo is a best response by A to the expectation that B will impose an embargo.</a:t>
            </a:r>
          </a:p>
        </p:txBody>
      </p:sp>
      <p:sp>
        <p:nvSpPr>
          <p:cNvPr id="8" name="Rectangle 7">
            <a:extLst>
              <a:ext uri="{FF2B5EF4-FFF2-40B4-BE49-F238E27FC236}">
                <a16:creationId xmlns:a16="http://schemas.microsoft.com/office/drawing/2014/main" id="{90EE8D45-71AA-6B65-8ED6-A932291ABF2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1F637656-A75D-27DD-8632-817D89F62EEC}"/>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6AD257A-6FC7-CCBB-0704-84F84B6494C6}"/>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CAD09B1-F201-BB7D-5375-10A3D24A3D68}"/>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E87A59DD-FCA4-06D1-ECB6-4940AFD88E06}"/>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2AE6AC40-11EF-B5FF-492E-3DF1E685D83A}"/>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2DF3D1EC-E335-1928-B505-7AC6935A1A46}"/>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0A2F1384-C836-2C31-3F4F-98BB62630204}"/>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E55BA3DD-610C-74B9-3C01-5DB4621BF0B2}"/>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E0820E14-EE08-B180-F7BB-381C8525CA80}"/>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0BAA4E4F-0439-A75D-EB07-BD584F38677E}"/>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0F8122A1-E615-0773-9B06-7267277F4D8F}"/>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34F893A9-5268-8224-7CAE-FA1FA306B30E}"/>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0B97173F-FAAD-7E2F-2D6A-2EFB428B68EB}"/>
              </a:ext>
            </a:extLst>
          </p:cNvPr>
          <p:cNvSpPr/>
          <p:nvPr/>
        </p:nvSpPr>
        <p:spPr>
          <a:xfrm>
            <a:off x="3396006" y="4495131"/>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7A7987F9-37DC-2BA7-10A5-B1AC247803A3}"/>
              </a:ext>
            </a:extLst>
          </p:cNvPr>
          <p:cNvSpPr txBox="1"/>
          <p:nvPr/>
        </p:nvSpPr>
        <p:spPr>
          <a:xfrm rot="1900494">
            <a:off x="11143129" y="3741726"/>
            <a:ext cx="653915" cy="369332"/>
          </a:xfrm>
          <a:prstGeom prst="rect">
            <a:avLst/>
          </a:prstGeom>
          <a:solidFill>
            <a:schemeClr val="accent6"/>
          </a:solidFill>
        </p:spPr>
        <p:txBody>
          <a:bodyPr wrap="square" rtlCol="0">
            <a:spAutoFit/>
          </a:bodyPr>
          <a:lstStyle/>
          <a:p>
            <a:pPr algn="ctr"/>
            <a:r>
              <a:rPr lang="en-US"/>
              <a:t>YES!</a:t>
            </a:r>
          </a:p>
        </p:txBody>
      </p:sp>
      <p:sp>
        <p:nvSpPr>
          <p:cNvPr id="27" name="TextBox 26">
            <a:extLst>
              <a:ext uri="{FF2B5EF4-FFF2-40B4-BE49-F238E27FC236}">
                <a16:creationId xmlns:a16="http://schemas.microsoft.com/office/drawing/2014/main" id="{368EEC5C-8A9A-F1C9-6ADD-016EF3F3D6A9}"/>
              </a:ext>
            </a:extLst>
          </p:cNvPr>
          <p:cNvSpPr txBox="1"/>
          <p:nvPr/>
        </p:nvSpPr>
        <p:spPr>
          <a:xfrm rot="1900494">
            <a:off x="11385318" y="5100524"/>
            <a:ext cx="653915" cy="369332"/>
          </a:xfrm>
          <a:prstGeom prst="rect">
            <a:avLst/>
          </a:prstGeom>
          <a:solidFill>
            <a:schemeClr val="accent6"/>
          </a:solidFill>
        </p:spPr>
        <p:txBody>
          <a:bodyPr wrap="square" rtlCol="0">
            <a:spAutoFit/>
          </a:bodyPr>
          <a:lstStyle/>
          <a:p>
            <a:pPr algn="ctr"/>
            <a:r>
              <a:rPr lang="en-US"/>
              <a:t>YES!</a:t>
            </a:r>
          </a:p>
        </p:txBody>
      </p:sp>
    </p:spTree>
    <p:extLst>
      <p:ext uri="{BB962C8B-B14F-4D97-AF65-F5344CB8AC3E}">
        <p14:creationId xmlns:p14="http://schemas.microsoft.com/office/powerpoint/2010/main" val="125165139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FDAB6-2D05-EFE8-D2FD-C29FBA02138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B12CC54-2DC4-0F43-292F-E1F804216293}"/>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FFA42665-55F3-6C90-D216-D40CD0FB23B3}"/>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B59FAED-FFCF-CC54-53A7-07A1316A4984}"/>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72C317EE-EED0-8D82-731C-1F53DC9CFBED}"/>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C5F1CB02-2B0B-01AC-5410-704A8331720B}"/>
              </a:ext>
            </a:extLst>
          </p:cNvPr>
          <p:cNvSpPr/>
          <p:nvPr/>
        </p:nvSpPr>
        <p:spPr>
          <a:xfrm>
            <a:off x="6278880" y="2412274"/>
            <a:ext cx="5808617" cy="433686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5DA4C2D-84BF-337D-868A-FF23EB6FFE39}"/>
              </a:ext>
            </a:extLst>
          </p:cNvPr>
          <p:cNvSpPr txBox="1"/>
          <p:nvPr/>
        </p:nvSpPr>
        <p:spPr>
          <a:xfrm>
            <a:off x="6548846" y="2717074"/>
            <a:ext cx="5248198" cy="3416320"/>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both A and B impose embargoes a Nash Equilibrium?</a:t>
            </a:r>
          </a:p>
          <a:p>
            <a:endParaRPr lang="en-US" b="1">
              <a:solidFill>
                <a:schemeClr val="bg1"/>
              </a:solidFill>
            </a:endParaRPr>
          </a:p>
          <a:p>
            <a:r>
              <a:rPr lang="en-US" i="1">
                <a:solidFill>
                  <a:schemeClr val="bg1"/>
                </a:solidFill>
              </a:rPr>
              <a:t>Yes if...</a:t>
            </a:r>
          </a:p>
          <a:p>
            <a:endParaRPr lang="en-US" i="1">
              <a:solidFill>
                <a:schemeClr val="bg1"/>
              </a:solidFill>
            </a:endParaRPr>
          </a:p>
          <a:p>
            <a:r>
              <a:rPr lang="en-US" i="1">
                <a:solidFill>
                  <a:schemeClr val="bg1"/>
                </a:solidFill>
              </a:rPr>
              <a:t>+ </a:t>
            </a:r>
            <a:r>
              <a:rPr lang="en-US">
                <a:solidFill>
                  <a:schemeClr val="bg1"/>
                </a:solidFill>
              </a:rPr>
              <a:t>imposing an embargo is a best response by B to the expectation that A will impose an embargo</a:t>
            </a:r>
          </a:p>
          <a:p>
            <a:endParaRPr lang="en-US" i="1">
              <a:solidFill>
                <a:schemeClr val="bg1"/>
              </a:solidFill>
            </a:endParaRPr>
          </a:p>
          <a:p>
            <a:r>
              <a:rPr lang="en-US" i="1">
                <a:solidFill>
                  <a:schemeClr val="bg1"/>
                </a:solidFill>
              </a:rPr>
              <a:t>AND</a:t>
            </a:r>
          </a:p>
          <a:p>
            <a:endParaRPr lang="en-US" i="1">
              <a:solidFill>
                <a:schemeClr val="bg1"/>
              </a:solidFill>
            </a:endParaRPr>
          </a:p>
          <a:p>
            <a:r>
              <a:rPr lang="en-US" i="1">
                <a:solidFill>
                  <a:schemeClr val="bg1"/>
                </a:solidFill>
              </a:rPr>
              <a:t>+ imposing an embargo is a best response by A to the expectation that B will impose an embargo.</a:t>
            </a:r>
          </a:p>
        </p:txBody>
      </p:sp>
      <p:sp>
        <p:nvSpPr>
          <p:cNvPr id="8" name="Rectangle 7">
            <a:extLst>
              <a:ext uri="{FF2B5EF4-FFF2-40B4-BE49-F238E27FC236}">
                <a16:creationId xmlns:a16="http://schemas.microsoft.com/office/drawing/2014/main" id="{4B947D59-4582-E955-D84E-450E9B21332E}"/>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6F9C2802-308A-4973-B169-CEAD565305CB}"/>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6D3EDD3-12F4-2BEB-5FC6-88D7D55EB737}"/>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C93A506-90C7-57AF-122A-59660F2D5888}"/>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6C8B885B-6FEB-AAB6-1A83-F9DF85650B5B}"/>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8C92EBB4-9D3A-76CC-FD53-5C022EA54737}"/>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687785DE-8FD9-8C2A-305A-86A777EB3726}"/>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F22A5EFA-92EF-D266-F247-3DB2D85599D6}"/>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49BDC3C2-535A-9464-F5C9-624F175CAE74}"/>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31E50E54-72C7-AA0C-3C62-E0E3EF5A105A}"/>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EB94756B-E34D-933F-A21F-55EFEA6C02FF}"/>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4BD62289-DC68-B6B5-D30A-52C86C1CD83A}"/>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8FE2D68-A0DC-561A-B058-AA0D89EB77A8}"/>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81FC9B97-3AF6-46F6-05E0-6DB2173B274F}"/>
              </a:ext>
            </a:extLst>
          </p:cNvPr>
          <p:cNvSpPr/>
          <p:nvPr/>
        </p:nvSpPr>
        <p:spPr>
          <a:xfrm>
            <a:off x="3396006" y="4495131"/>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4AE3DCCA-A5B1-7260-4EDD-53AEBE3F426B}"/>
              </a:ext>
            </a:extLst>
          </p:cNvPr>
          <p:cNvSpPr txBox="1"/>
          <p:nvPr/>
        </p:nvSpPr>
        <p:spPr>
          <a:xfrm rot="1900494">
            <a:off x="11143129" y="3741726"/>
            <a:ext cx="653915" cy="369332"/>
          </a:xfrm>
          <a:prstGeom prst="rect">
            <a:avLst/>
          </a:prstGeom>
          <a:solidFill>
            <a:schemeClr val="accent6"/>
          </a:solidFill>
        </p:spPr>
        <p:txBody>
          <a:bodyPr wrap="square" rtlCol="0">
            <a:spAutoFit/>
          </a:bodyPr>
          <a:lstStyle/>
          <a:p>
            <a:pPr algn="ctr"/>
            <a:r>
              <a:rPr lang="en-US"/>
              <a:t>YES!</a:t>
            </a:r>
          </a:p>
        </p:txBody>
      </p:sp>
      <p:sp>
        <p:nvSpPr>
          <p:cNvPr id="27" name="TextBox 26">
            <a:extLst>
              <a:ext uri="{FF2B5EF4-FFF2-40B4-BE49-F238E27FC236}">
                <a16:creationId xmlns:a16="http://schemas.microsoft.com/office/drawing/2014/main" id="{AF13D4A0-A756-EA4D-549A-B0576FDF72D3}"/>
              </a:ext>
            </a:extLst>
          </p:cNvPr>
          <p:cNvSpPr txBox="1"/>
          <p:nvPr/>
        </p:nvSpPr>
        <p:spPr>
          <a:xfrm rot="1900494">
            <a:off x="11385318" y="5100524"/>
            <a:ext cx="653915" cy="369332"/>
          </a:xfrm>
          <a:prstGeom prst="rect">
            <a:avLst/>
          </a:prstGeom>
          <a:solidFill>
            <a:schemeClr val="accent6"/>
          </a:solidFill>
        </p:spPr>
        <p:txBody>
          <a:bodyPr wrap="square" rtlCol="0">
            <a:spAutoFit/>
          </a:bodyPr>
          <a:lstStyle/>
          <a:p>
            <a:pPr algn="ctr"/>
            <a:r>
              <a:rPr lang="en-US"/>
              <a:t>YES!</a:t>
            </a:r>
          </a:p>
        </p:txBody>
      </p:sp>
      <p:sp>
        <p:nvSpPr>
          <p:cNvPr id="22" name="TextBox 21">
            <a:extLst>
              <a:ext uri="{FF2B5EF4-FFF2-40B4-BE49-F238E27FC236}">
                <a16:creationId xmlns:a16="http://schemas.microsoft.com/office/drawing/2014/main" id="{9D720FDB-D832-7FF0-7033-707C76B71348}"/>
              </a:ext>
            </a:extLst>
          </p:cNvPr>
          <p:cNvSpPr txBox="1"/>
          <p:nvPr/>
        </p:nvSpPr>
        <p:spPr>
          <a:xfrm rot="1900494">
            <a:off x="9620293" y="3084039"/>
            <a:ext cx="653915" cy="369332"/>
          </a:xfrm>
          <a:prstGeom prst="rect">
            <a:avLst/>
          </a:prstGeom>
          <a:solidFill>
            <a:schemeClr val="accent6"/>
          </a:solidFill>
        </p:spPr>
        <p:txBody>
          <a:bodyPr wrap="square" rtlCol="0">
            <a:spAutoFit/>
          </a:bodyPr>
          <a:lstStyle/>
          <a:p>
            <a:pPr algn="ctr"/>
            <a:r>
              <a:rPr lang="en-US"/>
              <a:t>YES!</a:t>
            </a:r>
          </a:p>
        </p:txBody>
      </p:sp>
    </p:spTree>
    <p:extLst>
      <p:ext uri="{BB962C8B-B14F-4D97-AF65-F5344CB8AC3E}">
        <p14:creationId xmlns:p14="http://schemas.microsoft.com/office/powerpoint/2010/main" val="107986526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B30D3-000C-ECE0-260C-A74F6728D30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5CB561A-C77C-B4E7-1F08-F539B87041A7}"/>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71A54E66-5E3D-3586-7F0B-09D169605284}"/>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9F233DD-4A25-F821-430B-93E7A6EA95D2}"/>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7987664E-1DC5-3660-232E-D28B2D63DAAE}"/>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B39E2335-0C19-2FAB-059A-1503475F339E}"/>
              </a:ext>
            </a:extLst>
          </p:cNvPr>
          <p:cNvSpPr/>
          <p:nvPr/>
        </p:nvSpPr>
        <p:spPr>
          <a:xfrm>
            <a:off x="6278880" y="2412274"/>
            <a:ext cx="5808617" cy="433686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0419484-8066-EE1E-A560-95C0399B52A8}"/>
              </a:ext>
            </a:extLst>
          </p:cNvPr>
          <p:cNvSpPr txBox="1"/>
          <p:nvPr/>
        </p:nvSpPr>
        <p:spPr>
          <a:xfrm>
            <a:off x="6548846" y="2717074"/>
            <a:ext cx="5248198" cy="1477328"/>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both A and B do not impose embargoes a Nash Equilibrium?</a:t>
            </a:r>
          </a:p>
          <a:p>
            <a:endParaRPr lang="en-US" b="1">
              <a:solidFill>
                <a:schemeClr val="bg1"/>
              </a:solidFill>
            </a:endParaRPr>
          </a:p>
          <a:p>
            <a:endParaRPr lang="en-US" b="1">
              <a:solidFill>
                <a:schemeClr val="bg1"/>
              </a:solidFill>
            </a:endParaRPr>
          </a:p>
          <a:p>
            <a:r>
              <a:rPr lang="en-US" i="1">
                <a:solidFill>
                  <a:schemeClr val="bg1"/>
                </a:solidFill>
              </a:rPr>
              <a:t>left as an exercise</a:t>
            </a:r>
          </a:p>
        </p:txBody>
      </p:sp>
      <p:sp>
        <p:nvSpPr>
          <p:cNvPr id="8" name="Rectangle 7">
            <a:extLst>
              <a:ext uri="{FF2B5EF4-FFF2-40B4-BE49-F238E27FC236}">
                <a16:creationId xmlns:a16="http://schemas.microsoft.com/office/drawing/2014/main" id="{CDB50498-2C57-B3A3-7D41-42FAE6551E82}"/>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A7F66C01-9BEF-3466-CA31-E1996CC775DD}"/>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464FFCD-E970-239A-45F7-5C909A89D235}"/>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1C75A3C-2715-5CB7-83A4-DC06AF50E99F}"/>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099CF36D-AF3F-27B6-6D48-EA62DDB6E95B}"/>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24C35049-16BB-E715-B056-BB0E7921CB47}"/>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AAC2224D-D27D-C93D-A9C3-41349397F9F5}"/>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7574DD13-98EC-8AF9-9990-55E2AE90B547}"/>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B7C5568B-40B0-8E27-8C0A-6F9D4FE0AC4E}"/>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10590D61-7287-8A58-8C3E-98FE018A527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FE859292-9EB7-A92F-D88B-2D90B7780930}"/>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8C17AD97-A9F1-4062-E2CB-FD22FA39B295}"/>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2CFEE5F5-9D7C-8814-F148-D7705342E37F}"/>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A2C1ACCD-2AB3-8CD1-EA89-1D966C76EA8A}"/>
              </a:ext>
            </a:extLst>
          </p:cNvPr>
          <p:cNvSpPr/>
          <p:nvPr/>
        </p:nvSpPr>
        <p:spPr>
          <a:xfrm>
            <a:off x="1570338" y="2649583"/>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071672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4A4160-4856-BEA0-9D4E-DF3CE94BE5EF}"/>
              </a:ext>
            </a:extLst>
          </p:cNvPr>
          <p:cNvSpPr txBox="1"/>
          <p:nvPr/>
        </p:nvSpPr>
        <p:spPr>
          <a:xfrm>
            <a:off x="206188" y="90097"/>
            <a:ext cx="4699176" cy="461665"/>
          </a:xfrm>
          <a:prstGeom prst="rect">
            <a:avLst/>
          </a:prstGeom>
          <a:noFill/>
        </p:spPr>
        <p:txBody>
          <a:bodyPr wrap="square" rtlCol="0">
            <a:spAutoFit/>
          </a:bodyPr>
          <a:lstStyle/>
          <a:p>
            <a:r>
              <a:rPr lang="en-US" sz="2400" u="sng"/>
              <a:t>Another exercise: penalty kicks</a:t>
            </a:r>
          </a:p>
        </p:txBody>
      </p:sp>
      <p:sp>
        <p:nvSpPr>
          <p:cNvPr id="3" name="Rectangle 2">
            <a:extLst>
              <a:ext uri="{FF2B5EF4-FFF2-40B4-BE49-F238E27FC236}">
                <a16:creationId xmlns:a16="http://schemas.microsoft.com/office/drawing/2014/main" id="{FEE7933E-8F6F-99DF-055C-18AFC9E89EC8}"/>
              </a:ext>
            </a:extLst>
          </p:cNvPr>
          <p:cNvSpPr/>
          <p:nvPr/>
        </p:nvSpPr>
        <p:spPr>
          <a:xfrm>
            <a:off x="1847497" y="1959301"/>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5E32BBFF-BAAF-3B92-1FD7-00305CFBE0BB}"/>
              </a:ext>
            </a:extLst>
          </p:cNvPr>
          <p:cNvCxnSpPr>
            <a:stCxn id="3" idx="0"/>
            <a:endCxn id="3" idx="2"/>
          </p:cNvCxnSpPr>
          <p:nvPr/>
        </p:nvCxnSpPr>
        <p:spPr>
          <a:xfrm>
            <a:off x="3702423" y="1959301"/>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516330E-B09A-B2D3-1232-DC77D284BBE0}"/>
              </a:ext>
            </a:extLst>
          </p:cNvPr>
          <p:cNvCxnSpPr>
            <a:stCxn id="3" idx="1"/>
            <a:endCxn id="3" idx="3"/>
          </p:cNvCxnSpPr>
          <p:nvPr/>
        </p:nvCxnSpPr>
        <p:spPr>
          <a:xfrm>
            <a:off x="1847497" y="3783747"/>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BDC3CF6-C345-1B94-D177-C702EBED6DD9}"/>
              </a:ext>
            </a:extLst>
          </p:cNvPr>
          <p:cNvSpPr txBox="1"/>
          <p:nvPr/>
        </p:nvSpPr>
        <p:spPr>
          <a:xfrm>
            <a:off x="2287277" y="2682112"/>
            <a:ext cx="1001484" cy="369332"/>
          </a:xfrm>
          <a:prstGeom prst="rect">
            <a:avLst/>
          </a:prstGeom>
          <a:noFill/>
        </p:spPr>
        <p:txBody>
          <a:bodyPr wrap="square" rtlCol="0">
            <a:spAutoFit/>
          </a:bodyPr>
          <a:lstStyle/>
          <a:p>
            <a:pPr algn="ctr"/>
            <a:r>
              <a:rPr lang="en-US"/>
              <a:t>(1,0)</a:t>
            </a:r>
          </a:p>
        </p:txBody>
      </p:sp>
      <p:sp>
        <p:nvSpPr>
          <p:cNvPr id="9" name="TextBox 8">
            <a:extLst>
              <a:ext uri="{FF2B5EF4-FFF2-40B4-BE49-F238E27FC236}">
                <a16:creationId xmlns:a16="http://schemas.microsoft.com/office/drawing/2014/main" id="{D2D92FC9-476C-53E8-2EBC-065E678DA209}"/>
              </a:ext>
            </a:extLst>
          </p:cNvPr>
          <p:cNvSpPr txBox="1"/>
          <p:nvPr/>
        </p:nvSpPr>
        <p:spPr>
          <a:xfrm>
            <a:off x="4136064" y="2693390"/>
            <a:ext cx="1001484" cy="369332"/>
          </a:xfrm>
          <a:prstGeom prst="rect">
            <a:avLst/>
          </a:prstGeom>
          <a:noFill/>
        </p:spPr>
        <p:txBody>
          <a:bodyPr wrap="square" rtlCol="0">
            <a:spAutoFit/>
          </a:bodyPr>
          <a:lstStyle/>
          <a:p>
            <a:pPr algn="ctr"/>
            <a:r>
              <a:rPr lang="en-US"/>
              <a:t>(0,1)</a:t>
            </a:r>
          </a:p>
        </p:txBody>
      </p:sp>
      <p:sp>
        <p:nvSpPr>
          <p:cNvPr id="10" name="TextBox 9">
            <a:extLst>
              <a:ext uri="{FF2B5EF4-FFF2-40B4-BE49-F238E27FC236}">
                <a16:creationId xmlns:a16="http://schemas.microsoft.com/office/drawing/2014/main" id="{F932B2A7-7B9C-4005-FDD3-4F9AA92FDBAB}"/>
              </a:ext>
            </a:extLst>
          </p:cNvPr>
          <p:cNvSpPr txBox="1"/>
          <p:nvPr/>
        </p:nvSpPr>
        <p:spPr>
          <a:xfrm>
            <a:off x="2711823" y="1099443"/>
            <a:ext cx="1981200" cy="369332"/>
          </a:xfrm>
          <a:prstGeom prst="rect">
            <a:avLst/>
          </a:prstGeom>
          <a:noFill/>
        </p:spPr>
        <p:txBody>
          <a:bodyPr wrap="square" rtlCol="0">
            <a:spAutoFit/>
          </a:bodyPr>
          <a:lstStyle/>
          <a:p>
            <a:pPr algn="ctr"/>
            <a:r>
              <a:rPr lang="en-US"/>
              <a:t>goalie</a:t>
            </a:r>
          </a:p>
        </p:txBody>
      </p:sp>
      <p:sp>
        <p:nvSpPr>
          <p:cNvPr id="11" name="TextBox 10">
            <a:extLst>
              <a:ext uri="{FF2B5EF4-FFF2-40B4-BE49-F238E27FC236}">
                <a16:creationId xmlns:a16="http://schemas.microsoft.com/office/drawing/2014/main" id="{4BDCC979-15D5-7811-684F-689CBEF37AD8}"/>
              </a:ext>
            </a:extLst>
          </p:cNvPr>
          <p:cNvSpPr txBox="1"/>
          <p:nvPr/>
        </p:nvSpPr>
        <p:spPr>
          <a:xfrm>
            <a:off x="2107085" y="1514507"/>
            <a:ext cx="1361868" cy="369332"/>
          </a:xfrm>
          <a:prstGeom prst="rect">
            <a:avLst/>
          </a:prstGeom>
          <a:noFill/>
        </p:spPr>
        <p:txBody>
          <a:bodyPr wrap="square" rtlCol="0">
            <a:spAutoFit/>
          </a:bodyPr>
          <a:lstStyle/>
          <a:p>
            <a:pPr algn="ctr"/>
            <a:r>
              <a:rPr lang="en-US"/>
              <a:t>dive left</a:t>
            </a:r>
          </a:p>
        </p:txBody>
      </p:sp>
      <p:sp>
        <p:nvSpPr>
          <p:cNvPr id="12" name="TextBox 11">
            <a:extLst>
              <a:ext uri="{FF2B5EF4-FFF2-40B4-BE49-F238E27FC236}">
                <a16:creationId xmlns:a16="http://schemas.microsoft.com/office/drawing/2014/main" id="{46CD6751-CFB8-6CEC-58E7-6AFCE39AC957}"/>
              </a:ext>
            </a:extLst>
          </p:cNvPr>
          <p:cNvSpPr txBox="1"/>
          <p:nvPr/>
        </p:nvSpPr>
        <p:spPr>
          <a:xfrm>
            <a:off x="3955872" y="1514507"/>
            <a:ext cx="1361868" cy="369332"/>
          </a:xfrm>
          <a:prstGeom prst="rect">
            <a:avLst/>
          </a:prstGeom>
          <a:noFill/>
        </p:spPr>
        <p:txBody>
          <a:bodyPr wrap="square" rtlCol="0">
            <a:spAutoFit/>
          </a:bodyPr>
          <a:lstStyle/>
          <a:p>
            <a:pPr algn="ctr"/>
            <a:r>
              <a:rPr lang="en-US"/>
              <a:t>dive right</a:t>
            </a:r>
          </a:p>
        </p:txBody>
      </p:sp>
      <p:sp>
        <p:nvSpPr>
          <p:cNvPr id="13" name="TextBox 12">
            <a:extLst>
              <a:ext uri="{FF2B5EF4-FFF2-40B4-BE49-F238E27FC236}">
                <a16:creationId xmlns:a16="http://schemas.microsoft.com/office/drawing/2014/main" id="{9630F055-7177-6B45-7327-7B6653AAB199}"/>
              </a:ext>
            </a:extLst>
          </p:cNvPr>
          <p:cNvSpPr txBox="1"/>
          <p:nvPr/>
        </p:nvSpPr>
        <p:spPr>
          <a:xfrm rot="16200000">
            <a:off x="-118" y="3488046"/>
            <a:ext cx="1981200" cy="369332"/>
          </a:xfrm>
          <a:prstGeom prst="rect">
            <a:avLst/>
          </a:prstGeom>
          <a:noFill/>
        </p:spPr>
        <p:txBody>
          <a:bodyPr wrap="square" rtlCol="0">
            <a:spAutoFit/>
          </a:bodyPr>
          <a:lstStyle/>
          <a:p>
            <a:pPr algn="ctr"/>
            <a:r>
              <a:rPr lang="en-US"/>
              <a:t>shooter</a:t>
            </a:r>
          </a:p>
        </p:txBody>
      </p:sp>
      <p:sp>
        <p:nvSpPr>
          <p:cNvPr id="14" name="TextBox 13">
            <a:extLst>
              <a:ext uri="{FF2B5EF4-FFF2-40B4-BE49-F238E27FC236}">
                <a16:creationId xmlns:a16="http://schemas.microsoft.com/office/drawing/2014/main" id="{A3D9EDCE-99A4-95A8-EE9E-44525EF8EC8F}"/>
              </a:ext>
            </a:extLst>
          </p:cNvPr>
          <p:cNvSpPr txBox="1"/>
          <p:nvPr/>
        </p:nvSpPr>
        <p:spPr>
          <a:xfrm rot="16200000">
            <a:off x="907876" y="4478646"/>
            <a:ext cx="1361868" cy="369332"/>
          </a:xfrm>
          <a:prstGeom prst="rect">
            <a:avLst/>
          </a:prstGeom>
          <a:noFill/>
        </p:spPr>
        <p:txBody>
          <a:bodyPr wrap="square" rtlCol="0">
            <a:spAutoFit/>
          </a:bodyPr>
          <a:lstStyle/>
          <a:p>
            <a:pPr algn="ctr"/>
            <a:r>
              <a:rPr lang="en-US"/>
              <a:t>shoot left</a:t>
            </a:r>
          </a:p>
        </p:txBody>
      </p:sp>
      <p:sp>
        <p:nvSpPr>
          <p:cNvPr id="15" name="TextBox 14">
            <a:extLst>
              <a:ext uri="{FF2B5EF4-FFF2-40B4-BE49-F238E27FC236}">
                <a16:creationId xmlns:a16="http://schemas.microsoft.com/office/drawing/2014/main" id="{4E74FDFD-BDEC-6BE0-5A55-9EEA6D2FB1B6}"/>
              </a:ext>
            </a:extLst>
          </p:cNvPr>
          <p:cNvSpPr txBox="1"/>
          <p:nvPr/>
        </p:nvSpPr>
        <p:spPr>
          <a:xfrm rot="16200000">
            <a:off x="907373" y="2682112"/>
            <a:ext cx="1361868" cy="369332"/>
          </a:xfrm>
          <a:prstGeom prst="rect">
            <a:avLst/>
          </a:prstGeom>
          <a:noFill/>
        </p:spPr>
        <p:txBody>
          <a:bodyPr wrap="square" rtlCol="0">
            <a:spAutoFit/>
          </a:bodyPr>
          <a:lstStyle/>
          <a:p>
            <a:pPr algn="ctr"/>
            <a:r>
              <a:rPr lang="en-US"/>
              <a:t>shoot right</a:t>
            </a:r>
          </a:p>
        </p:txBody>
      </p:sp>
      <p:sp>
        <p:nvSpPr>
          <p:cNvPr id="16" name="TextBox 15">
            <a:extLst>
              <a:ext uri="{FF2B5EF4-FFF2-40B4-BE49-F238E27FC236}">
                <a16:creationId xmlns:a16="http://schemas.microsoft.com/office/drawing/2014/main" id="{85E95536-C80D-DDC4-B790-836034EDF6D2}"/>
              </a:ext>
            </a:extLst>
          </p:cNvPr>
          <p:cNvSpPr txBox="1"/>
          <p:nvPr/>
        </p:nvSpPr>
        <p:spPr>
          <a:xfrm>
            <a:off x="2274218" y="4504773"/>
            <a:ext cx="1001484" cy="369332"/>
          </a:xfrm>
          <a:prstGeom prst="rect">
            <a:avLst/>
          </a:prstGeom>
          <a:noFill/>
        </p:spPr>
        <p:txBody>
          <a:bodyPr wrap="square" rtlCol="0">
            <a:spAutoFit/>
          </a:bodyPr>
          <a:lstStyle/>
          <a:p>
            <a:pPr algn="ctr"/>
            <a:r>
              <a:rPr lang="en-US"/>
              <a:t>(0,1)</a:t>
            </a:r>
          </a:p>
        </p:txBody>
      </p:sp>
      <p:sp>
        <p:nvSpPr>
          <p:cNvPr id="17" name="TextBox 16">
            <a:extLst>
              <a:ext uri="{FF2B5EF4-FFF2-40B4-BE49-F238E27FC236}">
                <a16:creationId xmlns:a16="http://schemas.microsoft.com/office/drawing/2014/main" id="{339F2824-664E-D134-6493-900CCA7AAF6D}"/>
              </a:ext>
            </a:extLst>
          </p:cNvPr>
          <p:cNvSpPr txBox="1"/>
          <p:nvPr/>
        </p:nvSpPr>
        <p:spPr>
          <a:xfrm>
            <a:off x="4192281" y="4489166"/>
            <a:ext cx="1001484" cy="369332"/>
          </a:xfrm>
          <a:prstGeom prst="rect">
            <a:avLst/>
          </a:prstGeom>
          <a:noFill/>
        </p:spPr>
        <p:txBody>
          <a:bodyPr wrap="square" rtlCol="0">
            <a:spAutoFit/>
          </a:bodyPr>
          <a:lstStyle/>
          <a:p>
            <a:pPr algn="ctr"/>
            <a:r>
              <a:rPr lang="en-US"/>
              <a:t>(1,0)</a:t>
            </a:r>
          </a:p>
        </p:txBody>
      </p:sp>
    </p:spTree>
    <p:extLst>
      <p:ext uri="{BB962C8B-B14F-4D97-AF65-F5344CB8AC3E}">
        <p14:creationId xmlns:p14="http://schemas.microsoft.com/office/powerpoint/2010/main" val="367261558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E96C9-BCE8-FF24-ACC0-39BD178509E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3F75494-5A08-144C-5C09-6ACBFF8736E8}"/>
              </a:ext>
            </a:extLst>
          </p:cNvPr>
          <p:cNvSpPr txBox="1"/>
          <p:nvPr/>
        </p:nvSpPr>
        <p:spPr>
          <a:xfrm>
            <a:off x="206188" y="90097"/>
            <a:ext cx="4699176" cy="461665"/>
          </a:xfrm>
          <a:prstGeom prst="rect">
            <a:avLst/>
          </a:prstGeom>
          <a:noFill/>
        </p:spPr>
        <p:txBody>
          <a:bodyPr wrap="square" rtlCol="0">
            <a:spAutoFit/>
          </a:bodyPr>
          <a:lstStyle/>
          <a:p>
            <a:r>
              <a:rPr lang="en-US" sz="2400" u="sng"/>
              <a:t>Another exercise: penalty kicks</a:t>
            </a:r>
          </a:p>
        </p:txBody>
      </p:sp>
      <p:sp>
        <p:nvSpPr>
          <p:cNvPr id="3" name="Rectangle 2">
            <a:extLst>
              <a:ext uri="{FF2B5EF4-FFF2-40B4-BE49-F238E27FC236}">
                <a16:creationId xmlns:a16="http://schemas.microsoft.com/office/drawing/2014/main" id="{9DC27D33-3C10-7C31-BF59-C18C1E12ED8B}"/>
              </a:ext>
            </a:extLst>
          </p:cNvPr>
          <p:cNvSpPr/>
          <p:nvPr/>
        </p:nvSpPr>
        <p:spPr>
          <a:xfrm>
            <a:off x="1847497" y="1959301"/>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0184BD2B-F3B7-D6AE-E897-F55488C3799A}"/>
              </a:ext>
            </a:extLst>
          </p:cNvPr>
          <p:cNvCxnSpPr>
            <a:stCxn id="3" idx="0"/>
            <a:endCxn id="3" idx="2"/>
          </p:cNvCxnSpPr>
          <p:nvPr/>
        </p:nvCxnSpPr>
        <p:spPr>
          <a:xfrm>
            <a:off x="3702423" y="1959301"/>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44E4F61F-8E77-B487-4A17-B0DC23751A33}"/>
              </a:ext>
            </a:extLst>
          </p:cNvPr>
          <p:cNvCxnSpPr>
            <a:stCxn id="3" idx="1"/>
            <a:endCxn id="3" idx="3"/>
          </p:cNvCxnSpPr>
          <p:nvPr/>
        </p:nvCxnSpPr>
        <p:spPr>
          <a:xfrm>
            <a:off x="1847497" y="3783747"/>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D57B753-D730-A6A2-BC29-BFFB4AE07188}"/>
              </a:ext>
            </a:extLst>
          </p:cNvPr>
          <p:cNvSpPr txBox="1"/>
          <p:nvPr/>
        </p:nvSpPr>
        <p:spPr>
          <a:xfrm>
            <a:off x="2287277" y="2682112"/>
            <a:ext cx="1001484" cy="369332"/>
          </a:xfrm>
          <a:prstGeom prst="rect">
            <a:avLst/>
          </a:prstGeom>
          <a:noFill/>
        </p:spPr>
        <p:txBody>
          <a:bodyPr wrap="square" rtlCol="0">
            <a:spAutoFit/>
          </a:bodyPr>
          <a:lstStyle/>
          <a:p>
            <a:pPr algn="ctr"/>
            <a:r>
              <a:rPr lang="en-US"/>
              <a:t>(1,0)</a:t>
            </a:r>
          </a:p>
        </p:txBody>
      </p:sp>
      <p:sp>
        <p:nvSpPr>
          <p:cNvPr id="9" name="TextBox 8">
            <a:extLst>
              <a:ext uri="{FF2B5EF4-FFF2-40B4-BE49-F238E27FC236}">
                <a16:creationId xmlns:a16="http://schemas.microsoft.com/office/drawing/2014/main" id="{5790C5DA-E733-E9D5-1387-5F2FF9EDC8EF}"/>
              </a:ext>
            </a:extLst>
          </p:cNvPr>
          <p:cNvSpPr txBox="1"/>
          <p:nvPr/>
        </p:nvSpPr>
        <p:spPr>
          <a:xfrm>
            <a:off x="4136064" y="2693390"/>
            <a:ext cx="1001484" cy="369332"/>
          </a:xfrm>
          <a:prstGeom prst="rect">
            <a:avLst/>
          </a:prstGeom>
          <a:noFill/>
        </p:spPr>
        <p:txBody>
          <a:bodyPr wrap="square" rtlCol="0">
            <a:spAutoFit/>
          </a:bodyPr>
          <a:lstStyle/>
          <a:p>
            <a:pPr algn="ctr"/>
            <a:r>
              <a:rPr lang="en-US"/>
              <a:t>(0,1)</a:t>
            </a:r>
          </a:p>
        </p:txBody>
      </p:sp>
      <p:sp>
        <p:nvSpPr>
          <p:cNvPr id="10" name="TextBox 9">
            <a:extLst>
              <a:ext uri="{FF2B5EF4-FFF2-40B4-BE49-F238E27FC236}">
                <a16:creationId xmlns:a16="http://schemas.microsoft.com/office/drawing/2014/main" id="{35219B93-4263-6DEE-F052-C57EA952B717}"/>
              </a:ext>
            </a:extLst>
          </p:cNvPr>
          <p:cNvSpPr txBox="1"/>
          <p:nvPr/>
        </p:nvSpPr>
        <p:spPr>
          <a:xfrm>
            <a:off x="2711823" y="1099443"/>
            <a:ext cx="1981200" cy="369332"/>
          </a:xfrm>
          <a:prstGeom prst="rect">
            <a:avLst/>
          </a:prstGeom>
          <a:noFill/>
        </p:spPr>
        <p:txBody>
          <a:bodyPr wrap="square" rtlCol="0">
            <a:spAutoFit/>
          </a:bodyPr>
          <a:lstStyle/>
          <a:p>
            <a:pPr algn="ctr"/>
            <a:r>
              <a:rPr lang="en-US"/>
              <a:t>goalie</a:t>
            </a:r>
          </a:p>
        </p:txBody>
      </p:sp>
      <p:sp>
        <p:nvSpPr>
          <p:cNvPr id="11" name="TextBox 10">
            <a:extLst>
              <a:ext uri="{FF2B5EF4-FFF2-40B4-BE49-F238E27FC236}">
                <a16:creationId xmlns:a16="http://schemas.microsoft.com/office/drawing/2014/main" id="{894FDD65-EEED-2DCB-A2BC-B4A428B4D29E}"/>
              </a:ext>
            </a:extLst>
          </p:cNvPr>
          <p:cNvSpPr txBox="1"/>
          <p:nvPr/>
        </p:nvSpPr>
        <p:spPr>
          <a:xfrm>
            <a:off x="2107085" y="1514507"/>
            <a:ext cx="1361868" cy="369332"/>
          </a:xfrm>
          <a:prstGeom prst="rect">
            <a:avLst/>
          </a:prstGeom>
          <a:noFill/>
        </p:spPr>
        <p:txBody>
          <a:bodyPr wrap="square" rtlCol="0">
            <a:spAutoFit/>
          </a:bodyPr>
          <a:lstStyle/>
          <a:p>
            <a:pPr algn="ctr"/>
            <a:r>
              <a:rPr lang="en-US"/>
              <a:t>dive left</a:t>
            </a:r>
          </a:p>
        </p:txBody>
      </p:sp>
      <p:sp>
        <p:nvSpPr>
          <p:cNvPr id="12" name="TextBox 11">
            <a:extLst>
              <a:ext uri="{FF2B5EF4-FFF2-40B4-BE49-F238E27FC236}">
                <a16:creationId xmlns:a16="http://schemas.microsoft.com/office/drawing/2014/main" id="{678FF340-2B80-D0A8-2AA1-D756EE7ADDBA}"/>
              </a:ext>
            </a:extLst>
          </p:cNvPr>
          <p:cNvSpPr txBox="1"/>
          <p:nvPr/>
        </p:nvSpPr>
        <p:spPr>
          <a:xfrm>
            <a:off x="3955872" y="1514507"/>
            <a:ext cx="1361868" cy="369332"/>
          </a:xfrm>
          <a:prstGeom prst="rect">
            <a:avLst/>
          </a:prstGeom>
          <a:noFill/>
        </p:spPr>
        <p:txBody>
          <a:bodyPr wrap="square" rtlCol="0">
            <a:spAutoFit/>
          </a:bodyPr>
          <a:lstStyle/>
          <a:p>
            <a:pPr algn="ctr"/>
            <a:r>
              <a:rPr lang="en-US"/>
              <a:t>dive right</a:t>
            </a:r>
          </a:p>
        </p:txBody>
      </p:sp>
      <p:sp>
        <p:nvSpPr>
          <p:cNvPr id="13" name="TextBox 12">
            <a:extLst>
              <a:ext uri="{FF2B5EF4-FFF2-40B4-BE49-F238E27FC236}">
                <a16:creationId xmlns:a16="http://schemas.microsoft.com/office/drawing/2014/main" id="{16481499-A412-E500-96A1-BE6533D665B1}"/>
              </a:ext>
            </a:extLst>
          </p:cNvPr>
          <p:cNvSpPr txBox="1"/>
          <p:nvPr/>
        </p:nvSpPr>
        <p:spPr>
          <a:xfrm rot="16200000">
            <a:off x="-118" y="3488046"/>
            <a:ext cx="1981200" cy="369332"/>
          </a:xfrm>
          <a:prstGeom prst="rect">
            <a:avLst/>
          </a:prstGeom>
          <a:noFill/>
        </p:spPr>
        <p:txBody>
          <a:bodyPr wrap="square" rtlCol="0">
            <a:spAutoFit/>
          </a:bodyPr>
          <a:lstStyle/>
          <a:p>
            <a:pPr algn="ctr"/>
            <a:r>
              <a:rPr lang="en-US"/>
              <a:t>shooter</a:t>
            </a:r>
          </a:p>
        </p:txBody>
      </p:sp>
      <p:sp>
        <p:nvSpPr>
          <p:cNvPr id="14" name="TextBox 13">
            <a:extLst>
              <a:ext uri="{FF2B5EF4-FFF2-40B4-BE49-F238E27FC236}">
                <a16:creationId xmlns:a16="http://schemas.microsoft.com/office/drawing/2014/main" id="{AE1E682C-95DE-3DC0-811C-74BB9F6E5F13}"/>
              </a:ext>
            </a:extLst>
          </p:cNvPr>
          <p:cNvSpPr txBox="1"/>
          <p:nvPr/>
        </p:nvSpPr>
        <p:spPr>
          <a:xfrm rot="16200000">
            <a:off x="907876" y="4478646"/>
            <a:ext cx="1361868" cy="369332"/>
          </a:xfrm>
          <a:prstGeom prst="rect">
            <a:avLst/>
          </a:prstGeom>
          <a:noFill/>
        </p:spPr>
        <p:txBody>
          <a:bodyPr wrap="square" rtlCol="0">
            <a:spAutoFit/>
          </a:bodyPr>
          <a:lstStyle/>
          <a:p>
            <a:pPr algn="ctr"/>
            <a:r>
              <a:rPr lang="en-US"/>
              <a:t>shoot left</a:t>
            </a:r>
          </a:p>
        </p:txBody>
      </p:sp>
      <p:sp>
        <p:nvSpPr>
          <p:cNvPr id="15" name="TextBox 14">
            <a:extLst>
              <a:ext uri="{FF2B5EF4-FFF2-40B4-BE49-F238E27FC236}">
                <a16:creationId xmlns:a16="http://schemas.microsoft.com/office/drawing/2014/main" id="{68B4958C-8791-0848-C69A-168BFAF59130}"/>
              </a:ext>
            </a:extLst>
          </p:cNvPr>
          <p:cNvSpPr txBox="1"/>
          <p:nvPr/>
        </p:nvSpPr>
        <p:spPr>
          <a:xfrm rot="16200000">
            <a:off x="907373" y="2682112"/>
            <a:ext cx="1361868" cy="369332"/>
          </a:xfrm>
          <a:prstGeom prst="rect">
            <a:avLst/>
          </a:prstGeom>
          <a:noFill/>
        </p:spPr>
        <p:txBody>
          <a:bodyPr wrap="square" rtlCol="0">
            <a:spAutoFit/>
          </a:bodyPr>
          <a:lstStyle/>
          <a:p>
            <a:pPr algn="ctr"/>
            <a:r>
              <a:rPr lang="en-US"/>
              <a:t>shoot right</a:t>
            </a:r>
          </a:p>
        </p:txBody>
      </p:sp>
      <p:sp>
        <p:nvSpPr>
          <p:cNvPr id="16" name="TextBox 15">
            <a:extLst>
              <a:ext uri="{FF2B5EF4-FFF2-40B4-BE49-F238E27FC236}">
                <a16:creationId xmlns:a16="http://schemas.microsoft.com/office/drawing/2014/main" id="{897948CA-C007-0901-AA42-82C7C30D3674}"/>
              </a:ext>
            </a:extLst>
          </p:cNvPr>
          <p:cNvSpPr txBox="1"/>
          <p:nvPr/>
        </p:nvSpPr>
        <p:spPr>
          <a:xfrm>
            <a:off x="2274218" y="4504773"/>
            <a:ext cx="1001484" cy="369332"/>
          </a:xfrm>
          <a:prstGeom prst="rect">
            <a:avLst/>
          </a:prstGeom>
          <a:noFill/>
        </p:spPr>
        <p:txBody>
          <a:bodyPr wrap="square" rtlCol="0">
            <a:spAutoFit/>
          </a:bodyPr>
          <a:lstStyle/>
          <a:p>
            <a:pPr algn="ctr"/>
            <a:r>
              <a:rPr lang="en-US"/>
              <a:t>(0,1)</a:t>
            </a:r>
          </a:p>
        </p:txBody>
      </p:sp>
      <p:sp>
        <p:nvSpPr>
          <p:cNvPr id="17" name="TextBox 16">
            <a:extLst>
              <a:ext uri="{FF2B5EF4-FFF2-40B4-BE49-F238E27FC236}">
                <a16:creationId xmlns:a16="http://schemas.microsoft.com/office/drawing/2014/main" id="{C63CBAE1-2931-9E7E-AD1A-139FFD7DE90E}"/>
              </a:ext>
            </a:extLst>
          </p:cNvPr>
          <p:cNvSpPr txBox="1"/>
          <p:nvPr/>
        </p:nvSpPr>
        <p:spPr>
          <a:xfrm>
            <a:off x="4192281" y="4489166"/>
            <a:ext cx="1001484" cy="369332"/>
          </a:xfrm>
          <a:prstGeom prst="rect">
            <a:avLst/>
          </a:prstGeom>
          <a:noFill/>
        </p:spPr>
        <p:txBody>
          <a:bodyPr wrap="square" rtlCol="0">
            <a:spAutoFit/>
          </a:bodyPr>
          <a:lstStyle/>
          <a:p>
            <a:pPr algn="ctr"/>
            <a:r>
              <a:rPr lang="en-US"/>
              <a:t>(1,0)</a:t>
            </a:r>
          </a:p>
        </p:txBody>
      </p:sp>
      <p:sp>
        <p:nvSpPr>
          <p:cNvPr id="7" name="TextBox 6">
            <a:extLst>
              <a:ext uri="{FF2B5EF4-FFF2-40B4-BE49-F238E27FC236}">
                <a16:creationId xmlns:a16="http://schemas.microsoft.com/office/drawing/2014/main" id="{8E0E4CB6-7AA0-5B6F-F4DE-186110F018CA}"/>
              </a:ext>
            </a:extLst>
          </p:cNvPr>
          <p:cNvSpPr txBox="1"/>
          <p:nvPr/>
        </p:nvSpPr>
        <p:spPr>
          <a:xfrm>
            <a:off x="7001435" y="0"/>
            <a:ext cx="5190565" cy="6858000"/>
          </a:xfrm>
          <a:prstGeom prst="rect">
            <a:avLst/>
          </a:prstGeom>
          <a:solidFill>
            <a:schemeClr val="tx2"/>
          </a:solidFill>
        </p:spPr>
        <p:txBody>
          <a:bodyPr wrap="square" rtlCol="0">
            <a:noAutofit/>
          </a:bodyPr>
          <a:lstStyle/>
          <a:p>
            <a:r>
              <a:rPr lang="en-US" b="1">
                <a:solidFill>
                  <a:schemeClr val="bg1"/>
                </a:solidFill>
              </a:rPr>
              <a:t>Which profiles are Nash Equilibria?</a:t>
            </a:r>
          </a:p>
          <a:p>
            <a:endParaRPr lang="en-US">
              <a:solidFill>
                <a:schemeClr val="bg1"/>
              </a:solidFill>
            </a:endParaRPr>
          </a:p>
          <a:p>
            <a:endParaRPr lang="en-US">
              <a:solidFill>
                <a:schemeClr val="bg1"/>
              </a:solidFill>
            </a:endParaRPr>
          </a:p>
          <a:p>
            <a:r>
              <a:rPr lang="en-US">
                <a:solidFill>
                  <a:schemeClr val="bg1"/>
                </a:solidFill>
              </a:rPr>
              <a:t>(shoot right,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right, dive right)?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right)?</a:t>
            </a:r>
          </a:p>
        </p:txBody>
      </p:sp>
    </p:spTree>
    <p:extLst>
      <p:ext uri="{BB962C8B-B14F-4D97-AF65-F5344CB8AC3E}">
        <p14:creationId xmlns:p14="http://schemas.microsoft.com/office/powerpoint/2010/main" val="181821662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3BA3D-E11F-50F8-8D70-7E596545EA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B2F6863-C8DC-1FAB-266D-FC7C7FFE999B}"/>
              </a:ext>
            </a:extLst>
          </p:cNvPr>
          <p:cNvSpPr txBox="1"/>
          <p:nvPr/>
        </p:nvSpPr>
        <p:spPr>
          <a:xfrm>
            <a:off x="206188" y="90097"/>
            <a:ext cx="4699176" cy="461665"/>
          </a:xfrm>
          <a:prstGeom prst="rect">
            <a:avLst/>
          </a:prstGeom>
          <a:noFill/>
        </p:spPr>
        <p:txBody>
          <a:bodyPr wrap="square" rtlCol="0">
            <a:spAutoFit/>
          </a:bodyPr>
          <a:lstStyle/>
          <a:p>
            <a:r>
              <a:rPr lang="en-US" sz="2400" u="sng"/>
              <a:t>Another exercise: penalty kicks</a:t>
            </a:r>
          </a:p>
        </p:txBody>
      </p:sp>
      <p:sp>
        <p:nvSpPr>
          <p:cNvPr id="3" name="Rectangle 2">
            <a:extLst>
              <a:ext uri="{FF2B5EF4-FFF2-40B4-BE49-F238E27FC236}">
                <a16:creationId xmlns:a16="http://schemas.microsoft.com/office/drawing/2014/main" id="{0C8D9F07-1700-DB7E-D378-AEA2664BFBE5}"/>
              </a:ext>
            </a:extLst>
          </p:cNvPr>
          <p:cNvSpPr/>
          <p:nvPr/>
        </p:nvSpPr>
        <p:spPr>
          <a:xfrm>
            <a:off x="1847497" y="1959301"/>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996A7C00-6527-9EA5-B53F-EAF3A9ED8A22}"/>
              </a:ext>
            </a:extLst>
          </p:cNvPr>
          <p:cNvCxnSpPr>
            <a:stCxn id="3" idx="0"/>
            <a:endCxn id="3" idx="2"/>
          </p:cNvCxnSpPr>
          <p:nvPr/>
        </p:nvCxnSpPr>
        <p:spPr>
          <a:xfrm>
            <a:off x="3702423" y="1959301"/>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F070766-09F4-5B3A-7E88-9FBB0593105C}"/>
              </a:ext>
            </a:extLst>
          </p:cNvPr>
          <p:cNvCxnSpPr>
            <a:stCxn id="3" idx="1"/>
            <a:endCxn id="3" idx="3"/>
          </p:cNvCxnSpPr>
          <p:nvPr/>
        </p:nvCxnSpPr>
        <p:spPr>
          <a:xfrm>
            <a:off x="1847497" y="3783747"/>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93B2B34-C6CB-C753-FFEA-1C335DDCA6C7}"/>
              </a:ext>
            </a:extLst>
          </p:cNvPr>
          <p:cNvSpPr txBox="1"/>
          <p:nvPr/>
        </p:nvSpPr>
        <p:spPr>
          <a:xfrm>
            <a:off x="2287277" y="2682112"/>
            <a:ext cx="1001484" cy="369332"/>
          </a:xfrm>
          <a:prstGeom prst="rect">
            <a:avLst/>
          </a:prstGeom>
          <a:noFill/>
        </p:spPr>
        <p:txBody>
          <a:bodyPr wrap="square" rtlCol="0">
            <a:spAutoFit/>
          </a:bodyPr>
          <a:lstStyle/>
          <a:p>
            <a:pPr algn="ctr"/>
            <a:r>
              <a:rPr lang="en-US"/>
              <a:t>(1,0)</a:t>
            </a:r>
          </a:p>
        </p:txBody>
      </p:sp>
      <p:sp>
        <p:nvSpPr>
          <p:cNvPr id="9" name="TextBox 8">
            <a:extLst>
              <a:ext uri="{FF2B5EF4-FFF2-40B4-BE49-F238E27FC236}">
                <a16:creationId xmlns:a16="http://schemas.microsoft.com/office/drawing/2014/main" id="{BA3EA558-5BD7-9E98-8003-83B364CFD269}"/>
              </a:ext>
            </a:extLst>
          </p:cNvPr>
          <p:cNvSpPr txBox="1"/>
          <p:nvPr/>
        </p:nvSpPr>
        <p:spPr>
          <a:xfrm>
            <a:off x="4136064" y="2693390"/>
            <a:ext cx="1001484" cy="369332"/>
          </a:xfrm>
          <a:prstGeom prst="rect">
            <a:avLst/>
          </a:prstGeom>
          <a:noFill/>
        </p:spPr>
        <p:txBody>
          <a:bodyPr wrap="square" rtlCol="0">
            <a:spAutoFit/>
          </a:bodyPr>
          <a:lstStyle/>
          <a:p>
            <a:pPr algn="ctr"/>
            <a:r>
              <a:rPr lang="en-US"/>
              <a:t>(0,1)</a:t>
            </a:r>
          </a:p>
        </p:txBody>
      </p:sp>
      <p:sp>
        <p:nvSpPr>
          <p:cNvPr id="10" name="TextBox 9">
            <a:extLst>
              <a:ext uri="{FF2B5EF4-FFF2-40B4-BE49-F238E27FC236}">
                <a16:creationId xmlns:a16="http://schemas.microsoft.com/office/drawing/2014/main" id="{D881697B-0800-1834-9893-9218FF5A7825}"/>
              </a:ext>
            </a:extLst>
          </p:cNvPr>
          <p:cNvSpPr txBox="1"/>
          <p:nvPr/>
        </p:nvSpPr>
        <p:spPr>
          <a:xfrm>
            <a:off x="2711823" y="1099443"/>
            <a:ext cx="1981200" cy="369332"/>
          </a:xfrm>
          <a:prstGeom prst="rect">
            <a:avLst/>
          </a:prstGeom>
          <a:noFill/>
        </p:spPr>
        <p:txBody>
          <a:bodyPr wrap="square" rtlCol="0">
            <a:spAutoFit/>
          </a:bodyPr>
          <a:lstStyle/>
          <a:p>
            <a:pPr algn="ctr"/>
            <a:r>
              <a:rPr lang="en-US"/>
              <a:t>goalie</a:t>
            </a:r>
          </a:p>
        </p:txBody>
      </p:sp>
      <p:sp>
        <p:nvSpPr>
          <p:cNvPr id="11" name="TextBox 10">
            <a:extLst>
              <a:ext uri="{FF2B5EF4-FFF2-40B4-BE49-F238E27FC236}">
                <a16:creationId xmlns:a16="http://schemas.microsoft.com/office/drawing/2014/main" id="{CF207AF2-DCFB-8442-280B-23FEFABF0EEF}"/>
              </a:ext>
            </a:extLst>
          </p:cNvPr>
          <p:cNvSpPr txBox="1"/>
          <p:nvPr/>
        </p:nvSpPr>
        <p:spPr>
          <a:xfrm>
            <a:off x="2107085" y="1514507"/>
            <a:ext cx="1361868" cy="369332"/>
          </a:xfrm>
          <a:prstGeom prst="rect">
            <a:avLst/>
          </a:prstGeom>
          <a:noFill/>
        </p:spPr>
        <p:txBody>
          <a:bodyPr wrap="square" rtlCol="0">
            <a:spAutoFit/>
          </a:bodyPr>
          <a:lstStyle/>
          <a:p>
            <a:pPr algn="ctr"/>
            <a:r>
              <a:rPr lang="en-US"/>
              <a:t>dive left</a:t>
            </a:r>
          </a:p>
        </p:txBody>
      </p:sp>
      <p:sp>
        <p:nvSpPr>
          <p:cNvPr id="12" name="TextBox 11">
            <a:extLst>
              <a:ext uri="{FF2B5EF4-FFF2-40B4-BE49-F238E27FC236}">
                <a16:creationId xmlns:a16="http://schemas.microsoft.com/office/drawing/2014/main" id="{B3014DDF-B280-2DE5-0871-5C819B30A412}"/>
              </a:ext>
            </a:extLst>
          </p:cNvPr>
          <p:cNvSpPr txBox="1"/>
          <p:nvPr/>
        </p:nvSpPr>
        <p:spPr>
          <a:xfrm>
            <a:off x="3955872" y="1514507"/>
            <a:ext cx="1361868" cy="369332"/>
          </a:xfrm>
          <a:prstGeom prst="rect">
            <a:avLst/>
          </a:prstGeom>
          <a:noFill/>
        </p:spPr>
        <p:txBody>
          <a:bodyPr wrap="square" rtlCol="0">
            <a:spAutoFit/>
          </a:bodyPr>
          <a:lstStyle/>
          <a:p>
            <a:pPr algn="ctr"/>
            <a:r>
              <a:rPr lang="en-US"/>
              <a:t>dive right</a:t>
            </a:r>
          </a:p>
        </p:txBody>
      </p:sp>
      <p:sp>
        <p:nvSpPr>
          <p:cNvPr id="13" name="TextBox 12">
            <a:extLst>
              <a:ext uri="{FF2B5EF4-FFF2-40B4-BE49-F238E27FC236}">
                <a16:creationId xmlns:a16="http://schemas.microsoft.com/office/drawing/2014/main" id="{A4053BC9-09A5-8087-45FA-22E9D9B81E69}"/>
              </a:ext>
            </a:extLst>
          </p:cNvPr>
          <p:cNvSpPr txBox="1"/>
          <p:nvPr/>
        </p:nvSpPr>
        <p:spPr>
          <a:xfrm rot="16200000">
            <a:off x="-118" y="3488046"/>
            <a:ext cx="1981200" cy="369332"/>
          </a:xfrm>
          <a:prstGeom prst="rect">
            <a:avLst/>
          </a:prstGeom>
          <a:noFill/>
        </p:spPr>
        <p:txBody>
          <a:bodyPr wrap="square" rtlCol="0">
            <a:spAutoFit/>
          </a:bodyPr>
          <a:lstStyle/>
          <a:p>
            <a:pPr algn="ctr"/>
            <a:r>
              <a:rPr lang="en-US"/>
              <a:t>shooter</a:t>
            </a:r>
          </a:p>
        </p:txBody>
      </p:sp>
      <p:sp>
        <p:nvSpPr>
          <p:cNvPr id="14" name="TextBox 13">
            <a:extLst>
              <a:ext uri="{FF2B5EF4-FFF2-40B4-BE49-F238E27FC236}">
                <a16:creationId xmlns:a16="http://schemas.microsoft.com/office/drawing/2014/main" id="{52EA7D87-FD69-C7FD-1074-4428BAE28F75}"/>
              </a:ext>
            </a:extLst>
          </p:cNvPr>
          <p:cNvSpPr txBox="1"/>
          <p:nvPr/>
        </p:nvSpPr>
        <p:spPr>
          <a:xfrm rot="16200000">
            <a:off x="907876" y="4478646"/>
            <a:ext cx="1361868" cy="369332"/>
          </a:xfrm>
          <a:prstGeom prst="rect">
            <a:avLst/>
          </a:prstGeom>
          <a:noFill/>
        </p:spPr>
        <p:txBody>
          <a:bodyPr wrap="square" rtlCol="0">
            <a:spAutoFit/>
          </a:bodyPr>
          <a:lstStyle/>
          <a:p>
            <a:pPr algn="ctr"/>
            <a:r>
              <a:rPr lang="en-US"/>
              <a:t>shoot left</a:t>
            </a:r>
          </a:p>
        </p:txBody>
      </p:sp>
      <p:sp>
        <p:nvSpPr>
          <p:cNvPr id="15" name="TextBox 14">
            <a:extLst>
              <a:ext uri="{FF2B5EF4-FFF2-40B4-BE49-F238E27FC236}">
                <a16:creationId xmlns:a16="http://schemas.microsoft.com/office/drawing/2014/main" id="{6763B764-9ECB-7360-2350-723F9C687699}"/>
              </a:ext>
            </a:extLst>
          </p:cNvPr>
          <p:cNvSpPr txBox="1"/>
          <p:nvPr/>
        </p:nvSpPr>
        <p:spPr>
          <a:xfrm rot="16200000">
            <a:off x="907373" y="2682112"/>
            <a:ext cx="1361868" cy="369332"/>
          </a:xfrm>
          <a:prstGeom prst="rect">
            <a:avLst/>
          </a:prstGeom>
          <a:noFill/>
        </p:spPr>
        <p:txBody>
          <a:bodyPr wrap="square" rtlCol="0">
            <a:spAutoFit/>
          </a:bodyPr>
          <a:lstStyle/>
          <a:p>
            <a:pPr algn="ctr"/>
            <a:r>
              <a:rPr lang="en-US"/>
              <a:t>shoot right</a:t>
            </a:r>
          </a:p>
        </p:txBody>
      </p:sp>
      <p:sp>
        <p:nvSpPr>
          <p:cNvPr id="16" name="TextBox 15">
            <a:extLst>
              <a:ext uri="{FF2B5EF4-FFF2-40B4-BE49-F238E27FC236}">
                <a16:creationId xmlns:a16="http://schemas.microsoft.com/office/drawing/2014/main" id="{F0727142-9775-E311-4FAB-072C9823E6D8}"/>
              </a:ext>
            </a:extLst>
          </p:cNvPr>
          <p:cNvSpPr txBox="1"/>
          <p:nvPr/>
        </p:nvSpPr>
        <p:spPr>
          <a:xfrm>
            <a:off x="2274218" y="4504773"/>
            <a:ext cx="1001484" cy="369332"/>
          </a:xfrm>
          <a:prstGeom prst="rect">
            <a:avLst/>
          </a:prstGeom>
          <a:noFill/>
        </p:spPr>
        <p:txBody>
          <a:bodyPr wrap="square" rtlCol="0">
            <a:spAutoFit/>
          </a:bodyPr>
          <a:lstStyle/>
          <a:p>
            <a:pPr algn="ctr"/>
            <a:r>
              <a:rPr lang="en-US"/>
              <a:t>(0,1)</a:t>
            </a:r>
          </a:p>
        </p:txBody>
      </p:sp>
      <p:sp>
        <p:nvSpPr>
          <p:cNvPr id="17" name="TextBox 16">
            <a:extLst>
              <a:ext uri="{FF2B5EF4-FFF2-40B4-BE49-F238E27FC236}">
                <a16:creationId xmlns:a16="http://schemas.microsoft.com/office/drawing/2014/main" id="{AF10DAD8-F5D1-9C7C-8C63-6EA12F2C538C}"/>
              </a:ext>
            </a:extLst>
          </p:cNvPr>
          <p:cNvSpPr txBox="1"/>
          <p:nvPr/>
        </p:nvSpPr>
        <p:spPr>
          <a:xfrm>
            <a:off x="4192281" y="4489166"/>
            <a:ext cx="1001484" cy="369332"/>
          </a:xfrm>
          <a:prstGeom prst="rect">
            <a:avLst/>
          </a:prstGeom>
          <a:noFill/>
        </p:spPr>
        <p:txBody>
          <a:bodyPr wrap="square" rtlCol="0">
            <a:spAutoFit/>
          </a:bodyPr>
          <a:lstStyle/>
          <a:p>
            <a:pPr algn="ctr"/>
            <a:r>
              <a:rPr lang="en-US"/>
              <a:t>(1,0)</a:t>
            </a:r>
          </a:p>
        </p:txBody>
      </p:sp>
      <p:sp>
        <p:nvSpPr>
          <p:cNvPr id="7" name="TextBox 6">
            <a:extLst>
              <a:ext uri="{FF2B5EF4-FFF2-40B4-BE49-F238E27FC236}">
                <a16:creationId xmlns:a16="http://schemas.microsoft.com/office/drawing/2014/main" id="{E492A85D-056F-3D43-B49F-1E937DBE9331}"/>
              </a:ext>
            </a:extLst>
          </p:cNvPr>
          <p:cNvSpPr txBox="1"/>
          <p:nvPr/>
        </p:nvSpPr>
        <p:spPr>
          <a:xfrm>
            <a:off x="7001435" y="0"/>
            <a:ext cx="5190565" cy="6858000"/>
          </a:xfrm>
          <a:prstGeom prst="rect">
            <a:avLst/>
          </a:prstGeom>
          <a:solidFill>
            <a:schemeClr val="tx2"/>
          </a:solidFill>
        </p:spPr>
        <p:txBody>
          <a:bodyPr wrap="square" rtlCol="0">
            <a:noAutofit/>
          </a:bodyPr>
          <a:lstStyle/>
          <a:p>
            <a:r>
              <a:rPr lang="en-US" b="1">
                <a:solidFill>
                  <a:schemeClr val="bg1"/>
                </a:solidFill>
              </a:rPr>
              <a:t>Which profiles are Nash Equilibria?</a:t>
            </a:r>
          </a:p>
          <a:p>
            <a:endParaRPr lang="en-US">
              <a:solidFill>
                <a:schemeClr val="bg1"/>
              </a:solidFill>
            </a:endParaRPr>
          </a:p>
          <a:p>
            <a:endParaRPr lang="en-US">
              <a:solidFill>
                <a:schemeClr val="bg1"/>
              </a:solidFill>
            </a:endParaRPr>
          </a:p>
          <a:p>
            <a:r>
              <a:rPr lang="en-US">
                <a:solidFill>
                  <a:schemeClr val="bg1"/>
                </a:solidFill>
              </a:rPr>
              <a:t>(shoot right,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right, dive right)?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right)?</a:t>
            </a:r>
          </a:p>
        </p:txBody>
      </p:sp>
      <p:sp>
        <p:nvSpPr>
          <p:cNvPr id="8" name="Rectangle 7">
            <a:extLst>
              <a:ext uri="{FF2B5EF4-FFF2-40B4-BE49-F238E27FC236}">
                <a16:creationId xmlns:a16="http://schemas.microsoft.com/office/drawing/2014/main" id="{D03A9207-BA50-A436-4FEB-1633B7593A00}"/>
              </a:ext>
            </a:extLst>
          </p:cNvPr>
          <p:cNvSpPr/>
          <p:nvPr/>
        </p:nvSpPr>
        <p:spPr>
          <a:xfrm>
            <a:off x="7001435" y="788809"/>
            <a:ext cx="5190565"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925884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69FD0-3260-E875-2A1F-797B0988CF4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CCCE213-EAEC-7D8E-466E-8FEDF456374B}"/>
              </a:ext>
            </a:extLst>
          </p:cNvPr>
          <p:cNvSpPr txBox="1"/>
          <p:nvPr/>
        </p:nvSpPr>
        <p:spPr>
          <a:xfrm>
            <a:off x="206188" y="90097"/>
            <a:ext cx="4699176" cy="461665"/>
          </a:xfrm>
          <a:prstGeom prst="rect">
            <a:avLst/>
          </a:prstGeom>
          <a:noFill/>
        </p:spPr>
        <p:txBody>
          <a:bodyPr wrap="square" rtlCol="0">
            <a:spAutoFit/>
          </a:bodyPr>
          <a:lstStyle/>
          <a:p>
            <a:r>
              <a:rPr lang="en-US" sz="2400" u="sng"/>
              <a:t>Another exercise: penalty kicks</a:t>
            </a:r>
          </a:p>
        </p:txBody>
      </p:sp>
      <p:sp>
        <p:nvSpPr>
          <p:cNvPr id="3" name="Rectangle 2">
            <a:extLst>
              <a:ext uri="{FF2B5EF4-FFF2-40B4-BE49-F238E27FC236}">
                <a16:creationId xmlns:a16="http://schemas.microsoft.com/office/drawing/2014/main" id="{356B665E-E8D0-714B-F4E9-D5561BC8C5BC}"/>
              </a:ext>
            </a:extLst>
          </p:cNvPr>
          <p:cNvSpPr/>
          <p:nvPr/>
        </p:nvSpPr>
        <p:spPr>
          <a:xfrm>
            <a:off x="1847497" y="1959301"/>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BAD17C9E-0E4F-015D-82A7-E9C19A7CBE95}"/>
              </a:ext>
            </a:extLst>
          </p:cNvPr>
          <p:cNvCxnSpPr>
            <a:stCxn id="3" idx="0"/>
            <a:endCxn id="3" idx="2"/>
          </p:cNvCxnSpPr>
          <p:nvPr/>
        </p:nvCxnSpPr>
        <p:spPr>
          <a:xfrm>
            <a:off x="3702423" y="1959301"/>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A15FDEE-3309-CD92-8004-03696EE6CA1B}"/>
              </a:ext>
            </a:extLst>
          </p:cNvPr>
          <p:cNvCxnSpPr>
            <a:stCxn id="3" idx="1"/>
            <a:endCxn id="3" idx="3"/>
          </p:cNvCxnSpPr>
          <p:nvPr/>
        </p:nvCxnSpPr>
        <p:spPr>
          <a:xfrm>
            <a:off x="1847497" y="3783747"/>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6131A9C-DB14-AE7F-4037-D624BD559175}"/>
              </a:ext>
            </a:extLst>
          </p:cNvPr>
          <p:cNvSpPr txBox="1"/>
          <p:nvPr/>
        </p:nvSpPr>
        <p:spPr>
          <a:xfrm>
            <a:off x="2287277" y="2682112"/>
            <a:ext cx="1001484" cy="369332"/>
          </a:xfrm>
          <a:prstGeom prst="rect">
            <a:avLst/>
          </a:prstGeom>
          <a:noFill/>
        </p:spPr>
        <p:txBody>
          <a:bodyPr wrap="square" rtlCol="0">
            <a:spAutoFit/>
          </a:bodyPr>
          <a:lstStyle/>
          <a:p>
            <a:pPr algn="ctr"/>
            <a:r>
              <a:rPr lang="en-US"/>
              <a:t>(1,0)</a:t>
            </a:r>
          </a:p>
        </p:txBody>
      </p:sp>
      <p:sp>
        <p:nvSpPr>
          <p:cNvPr id="9" name="TextBox 8">
            <a:extLst>
              <a:ext uri="{FF2B5EF4-FFF2-40B4-BE49-F238E27FC236}">
                <a16:creationId xmlns:a16="http://schemas.microsoft.com/office/drawing/2014/main" id="{0653AB2A-D7BB-D581-5AD0-CB78DE15210A}"/>
              </a:ext>
            </a:extLst>
          </p:cNvPr>
          <p:cNvSpPr txBox="1"/>
          <p:nvPr/>
        </p:nvSpPr>
        <p:spPr>
          <a:xfrm>
            <a:off x="4136064" y="2693390"/>
            <a:ext cx="1001484" cy="369332"/>
          </a:xfrm>
          <a:prstGeom prst="rect">
            <a:avLst/>
          </a:prstGeom>
          <a:noFill/>
        </p:spPr>
        <p:txBody>
          <a:bodyPr wrap="square" rtlCol="0">
            <a:spAutoFit/>
          </a:bodyPr>
          <a:lstStyle/>
          <a:p>
            <a:pPr algn="ctr"/>
            <a:r>
              <a:rPr lang="en-US"/>
              <a:t>(0,1)</a:t>
            </a:r>
          </a:p>
        </p:txBody>
      </p:sp>
      <p:sp>
        <p:nvSpPr>
          <p:cNvPr id="10" name="TextBox 9">
            <a:extLst>
              <a:ext uri="{FF2B5EF4-FFF2-40B4-BE49-F238E27FC236}">
                <a16:creationId xmlns:a16="http://schemas.microsoft.com/office/drawing/2014/main" id="{D742D31A-494E-E691-987B-DAE2F7CA72CE}"/>
              </a:ext>
            </a:extLst>
          </p:cNvPr>
          <p:cNvSpPr txBox="1"/>
          <p:nvPr/>
        </p:nvSpPr>
        <p:spPr>
          <a:xfrm>
            <a:off x="2711823" y="1099443"/>
            <a:ext cx="1981200" cy="369332"/>
          </a:xfrm>
          <a:prstGeom prst="rect">
            <a:avLst/>
          </a:prstGeom>
          <a:noFill/>
        </p:spPr>
        <p:txBody>
          <a:bodyPr wrap="square" rtlCol="0">
            <a:spAutoFit/>
          </a:bodyPr>
          <a:lstStyle/>
          <a:p>
            <a:pPr algn="ctr"/>
            <a:r>
              <a:rPr lang="en-US"/>
              <a:t>goalie</a:t>
            </a:r>
          </a:p>
        </p:txBody>
      </p:sp>
      <p:sp>
        <p:nvSpPr>
          <p:cNvPr id="11" name="TextBox 10">
            <a:extLst>
              <a:ext uri="{FF2B5EF4-FFF2-40B4-BE49-F238E27FC236}">
                <a16:creationId xmlns:a16="http://schemas.microsoft.com/office/drawing/2014/main" id="{9629B0DC-0DE9-F1A5-8614-31997A861E3F}"/>
              </a:ext>
            </a:extLst>
          </p:cNvPr>
          <p:cNvSpPr txBox="1"/>
          <p:nvPr/>
        </p:nvSpPr>
        <p:spPr>
          <a:xfrm>
            <a:off x="2107085" y="1514507"/>
            <a:ext cx="1361868" cy="369332"/>
          </a:xfrm>
          <a:prstGeom prst="rect">
            <a:avLst/>
          </a:prstGeom>
          <a:noFill/>
        </p:spPr>
        <p:txBody>
          <a:bodyPr wrap="square" rtlCol="0">
            <a:spAutoFit/>
          </a:bodyPr>
          <a:lstStyle/>
          <a:p>
            <a:pPr algn="ctr"/>
            <a:r>
              <a:rPr lang="en-US"/>
              <a:t>dive left</a:t>
            </a:r>
          </a:p>
        </p:txBody>
      </p:sp>
      <p:sp>
        <p:nvSpPr>
          <p:cNvPr id="12" name="TextBox 11">
            <a:extLst>
              <a:ext uri="{FF2B5EF4-FFF2-40B4-BE49-F238E27FC236}">
                <a16:creationId xmlns:a16="http://schemas.microsoft.com/office/drawing/2014/main" id="{B8F95C5E-7782-C965-8D72-9A5E5837846A}"/>
              </a:ext>
            </a:extLst>
          </p:cNvPr>
          <p:cNvSpPr txBox="1"/>
          <p:nvPr/>
        </p:nvSpPr>
        <p:spPr>
          <a:xfrm>
            <a:off x="3955872" y="1514507"/>
            <a:ext cx="1361868" cy="369332"/>
          </a:xfrm>
          <a:prstGeom prst="rect">
            <a:avLst/>
          </a:prstGeom>
          <a:noFill/>
        </p:spPr>
        <p:txBody>
          <a:bodyPr wrap="square" rtlCol="0">
            <a:spAutoFit/>
          </a:bodyPr>
          <a:lstStyle/>
          <a:p>
            <a:pPr algn="ctr"/>
            <a:r>
              <a:rPr lang="en-US"/>
              <a:t>dive right</a:t>
            </a:r>
          </a:p>
        </p:txBody>
      </p:sp>
      <p:sp>
        <p:nvSpPr>
          <p:cNvPr id="13" name="TextBox 12">
            <a:extLst>
              <a:ext uri="{FF2B5EF4-FFF2-40B4-BE49-F238E27FC236}">
                <a16:creationId xmlns:a16="http://schemas.microsoft.com/office/drawing/2014/main" id="{484E5635-4679-704D-F759-46C2D1A8F407}"/>
              </a:ext>
            </a:extLst>
          </p:cNvPr>
          <p:cNvSpPr txBox="1"/>
          <p:nvPr/>
        </p:nvSpPr>
        <p:spPr>
          <a:xfrm rot="16200000">
            <a:off x="-118" y="3488046"/>
            <a:ext cx="1981200" cy="369332"/>
          </a:xfrm>
          <a:prstGeom prst="rect">
            <a:avLst/>
          </a:prstGeom>
          <a:noFill/>
        </p:spPr>
        <p:txBody>
          <a:bodyPr wrap="square" rtlCol="0">
            <a:spAutoFit/>
          </a:bodyPr>
          <a:lstStyle/>
          <a:p>
            <a:pPr algn="ctr"/>
            <a:r>
              <a:rPr lang="en-US"/>
              <a:t>shooter</a:t>
            </a:r>
          </a:p>
        </p:txBody>
      </p:sp>
      <p:sp>
        <p:nvSpPr>
          <p:cNvPr id="14" name="TextBox 13">
            <a:extLst>
              <a:ext uri="{FF2B5EF4-FFF2-40B4-BE49-F238E27FC236}">
                <a16:creationId xmlns:a16="http://schemas.microsoft.com/office/drawing/2014/main" id="{31470F9D-3BE0-B776-AA1F-B039531959F7}"/>
              </a:ext>
            </a:extLst>
          </p:cNvPr>
          <p:cNvSpPr txBox="1"/>
          <p:nvPr/>
        </p:nvSpPr>
        <p:spPr>
          <a:xfrm rot="16200000">
            <a:off x="907876" y="4478646"/>
            <a:ext cx="1361868" cy="369332"/>
          </a:xfrm>
          <a:prstGeom prst="rect">
            <a:avLst/>
          </a:prstGeom>
          <a:noFill/>
        </p:spPr>
        <p:txBody>
          <a:bodyPr wrap="square" rtlCol="0">
            <a:spAutoFit/>
          </a:bodyPr>
          <a:lstStyle/>
          <a:p>
            <a:pPr algn="ctr"/>
            <a:r>
              <a:rPr lang="en-US"/>
              <a:t>shoot left</a:t>
            </a:r>
          </a:p>
        </p:txBody>
      </p:sp>
      <p:sp>
        <p:nvSpPr>
          <p:cNvPr id="15" name="TextBox 14">
            <a:extLst>
              <a:ext uri="{FF2B5EF4-FFF2-40B4-BE49-F238E27FC236}">
                <a16:creationId xmlns:a16="http://schemas.microsoft.com/office/drawing/2014/main" id="{183EB34F-9B7C-8FD8-59B7-B4D9CC9156BB}"/>
              </a:ext>
            </a:extLst>
          </p:cNvPr>
          <p:cNvSpPr txBox="1"/>
          <p:nvPr/>
        </p:nvSpPr>
        <p:spPr>
          <a:xfrm rot="16200000">
            <a:off x="907373" y="2682112"/>
            <a:ext cx="1361868" cy="369332"/>
          </a:xfrm>
          <a:prstGeom prst="rect">
            <a:avLst/>
          </a:prstGeom>
          <a:noFill/>
        </p:spPr>
        <p:txBody>
          <a:bodyPr wrap="square" rtlCol="0">
            <a:spAutoFit/>
          </a:bodyPr>
          <a:lstStyle/>
          <a:p>
            <a:pPr algn="ctr"/>
            <a:r>
              <a:rPr lang="en-US"/>
              <a:t>shoot right</a:t>
            </a:r>
          </a:p>
        </p:txBody>
      </p:sp>
      <p:sp>
        <p:nvSpPr>
          <p:cNvPr id="16" name="TextBox 15">
            <a:extLst>
              <a:ext uri="{FF2B5EF4-FFF2-40B4-BE49-F238E27FC236}">
                <a16:creationId xmlns:a16="http://schemas.microsoft.com/office/drawing/2014/main" id="{B29396EB-6361-C787-2303-C7206A3DC88E}"/>
              </a:ext>
            </a:extLst>
          </p:cNvPr>
          <p:cNvSpPr txBox="1"/>
          <p:nvPr/>
        </p:nvSpPr>
        <p:spPr>
          <a:xfrm>
            <a:off x="2274218" y="4504773"/>
            <a:ext cx="1001484" cy="369332"/>
          </a:xfrm>
          <a:prstGeom prst="rect">
            <a:avLst/>
          </a:prstGeom>
          <a:noFill/>
        </p:spPr>
        <p:txBody>
          <a:bodyPr wrap="square" rtlCol="0">
            <a:spAutoFit/>
          </a:bodyPr>
          <a:lstStyle/>
          <a:p>
            <a:pPr algn="ctr"/>
            <a:r>
              <a:rPr lang="en-US"/>
              <a:t>(0,1)</a:t>
            </a:r>
          </a:p>
        </p:txBody>
      </p:sp>
      <p:sp>
        <p:nvSpPr>
          <p:cNvPr id="17" name="TextBox 16">
            <a:extLst>
              <a:ext uri="{FF2B5EF4-FFF2-40B4-BE49-F238E27FC236}">
                <a16:creationId xmlns:a16="http://schemas.microsoft.com/office/drawing/2014/main" id="{96B00636-196A-F64E-D013-B8001D09C907}"/>
              </a:ext>
            </a:extLst>
          </p:cNvPr>
          <p:cNvSpPr txBox="1"/>
          <p:nvPr/>
        </p:nvSpPr>
        <p:spPr>
          <a:xfrm>
            <a:off x="4192281" y="4489166"/>
            <a:ext cx="1001484" cy="369332"/>
          </a:xfrm>
          <a:prstGeom prst="rect">
            <a:avLst/>
          </a:prstGeom>
          <a:noFill/>
        </p:spPr>
        <p:txBody>
          <a:bodyPr wrap="square" rtlCol="0">
            <a:spAutoFit/>
          </a:bodyPr>
          <a:lstStyle/>
          <a:p>
            <a:pPr algn="ctr"/>
            <a:r>
              <a:rPr lang="en-US"/>
              <a:t>(1,0)</a:t>
            </a:r>
          </a:p>
        </p:txBody>
      </p:sp>
      <p:sp>
        <p:nvSpPr>
          <p:cNvPr id="7" name="TextBox 6">
            <a:extLst>
              <a:ext uri="{FF2B5EF4-FFF2-40B4-BE49-F238E27FC236}">
                <a16:creationId xmlns:a16="http://schemas.microsoft.com/office/drawing/2014/main" id="{43A15F8C-D8A8-607E-7EC5-C6A2D80D6295}"/>
              </a:ext>
            </a:extLst>
          </p:cNvPr>
          <p:cNvSpPr txBox="1"/>
          <p:nvPr/>
        </p:nvSpPr>
        <p:spPr>
          <a:xfrm>
            <a:off x="7001435" y="0"/>
            <a:ext cx="5190565" cy="6858000"/>
          </a:xfrm>
          <a:prstGeom prst="rect">
            <a:avLst/>
          </a:prstGeom>
          <a:solidFill>
            <a:schemeClr val="tx2"/>
          </a:solidFill>
        </p:spPr>
        <p:txBody>
          <a:bodyPr wrap="square" rtlCol="0">
            <a:noAutofit/>
          </a:bodyPr>
          <a:lstStyle/>
          <a:p>
            <a:r>
              <a:rPr lang="en-US" b="1">
                <a:solidFill>
                  <a:schemeClr val="bg1"/>
                </a:solidFill>
              </a:rPr>
              <a:t>Which profiles are Nash Equilibria?</a:t>
            </a:r>
          </a:p>
          <a:p>
            <a:endParaRPr lang="en-US">
              <a:solidFill>
                <a:schemeClr val="bg1"/>
              </a:solidFill>
            </a:endParaRPr>
          </a:p>
          <a:p>
            <a:endParaRPr lang="en-US">
              <a:solidFill>
                <a:schemeClr val="bg1"/>
              </a:solidFill>
            </a:endParaRPr>
          </a:p>
          <a:p>
            <a:r>
              <a:rPr lang="en-US">
                <a:solidFill>
                  <a:schemeClr val="bg1"/>
                </a:solidFill>
              </a:rPr>
              <a:t>(shoot right,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right, dive right)?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right)?</a:t>
            </a:r>
          </a:p>
        </p:txBody>
      </p:sp>
      <p:sp>
        <p:nvSpPr>
          <p:cNvPr id="8" name="Rectangle 7">
            <a:extLst>
              <a:ext uri="{FF2B5EF4-FFF2-40B4-BE49-F238E27FC236}">
                <a16:creationId xmlns:a16="http://schemas.microsoft.com/office/drawing/2014/main" id="{82B2641B-DAEB-1CE4-0561-27207F1F429B}"/>
              </a:ext>
            </a:extLst>
          </p:cNvPr>
          <p:cNvSpPr/>
          <p:nvPr/>
        </p:nvSpPr>
        <p:spPr>
          <a:xfrm>
            <a:off x="7001435" y="788809"/>
            <a:ext cx="5190565"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1568C9D-B6D9-6A14-1B3E-0199F0D9A423}"/>
              </a:ext>
            </a:extLst>
          </p:cNvPr>
          <p:cNvSpPr/>
          <p:nvPr/>
        </p:nvSpPr>
        <p:spPr>
          <a:xfrm>
            <a:off x="2296097" y="2610451"/>
            <a:ext cx="1100837"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3687075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98B6A-3609-8109-F054-856F35BA440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14C9965-E64A-7824-473B-5D2CF376D6F7}"/>
              </a:ext>
            </a:extLst>
          </p:cNvPr>
          <p:cNvSpPr txBox="1"/>
          <p:nvPr/>
        </p:nvSpPr>
        <p:spPr>
          <a:xfrm>
            <a:off x="206188" y="90097"/>
            <a:ext cx="4699176" cy="461665"/>
          </a:xfrm>
          <a:prstGeom prst="rect">
            <a:avLst/>
          </a:prstGeom>
          <a:noFill/>
        </p:spPr>
        <p:txBody>
          <a:bodyPr wrap="square" rtlCol="0">
            <a:spAutoFit/>
          </a:bodyPr>
          <a:lstStyle/>
          <a:p>
            <a:r>
              <a:rPr lang="en-US" sz="2400" u="sng"/>
              <a:t>Another exercise: penalty kicks</a:t>
            </a:r>
          </a:p>
        </p:txBody>
      </p:sp>
      <p:sp>
        <p:nvSpPr>
          <p:cNvPr id="3" name="Rectangle 2">
            <a:extLst>
              <a:ext uri="{FF2B5EF4-FFF2-40B4-BE49-F238E27FC236}">
                <a16:creationId xmlns:a16="http://schemas.microsoft.com/office/drawing/2014/main" id="{DAD76DA4-9C31-C725-846F-55F088E7D35D}"/>
              </a:ext>
            </a:extLst>
          </p:cNvPr>
          <p:cNvSpPr/>
          <p:nvPr/>
        </p:nvSpPr>
        <p:spPr>
          <a:xfrm>
            <a:off x="1847497" y="1959301"/>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C2E84893-E4D5-9827-E60E-CB45917A1FF3}"/>
              </a:ext>
            </a:extLst>
          </p:cNvPr>
          <p:cNvCxnSpPr>
            <a:stCxn id="3" idx="0"/>
            <a:endCxn id="3" idx="2"/>
          </p:cNvCxnSpPr>
          <p:nvPr/>
        </p:nvCxnSpPr>
        <p:spPr>
          <a:xfrm>
            <a:off x="3702423" y="1959301"/>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AC367B8-8A43-D4C6-E3DA-B9D4791DB16C}"/>
              </a:ext>
            </a:extLst>
          </p:cNvPr>
          <p:cNvCxnSpPr>
            <a:stCxn id="3" idx="1"/>
            <a:endCxn id="3" idx="3"/>
          </p:cNvCxnSpPr>
          <p:nvPr/>
        </p:nvCxnSpPr>
        <p:spPr>
          <a:xfrm>
            <a:off x="1847497" y="3783747"/>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635A29D-4FC3-1C0C-AC42-30276D0479D4}"/>
              </a:ext>
            </a:extLst>
          </p:cNvPr>
          <p:cNvSpPr txBox="1"/>
          <p:nvPr/>
        </p:nvSpPr>
        <p:spPr>
          <a:xfrm>
            <a:off x="2287277" y="2682112"/>
            <a:ext cx="1001484" cy="369332"/>
          </a:xfrm>
          <a:prstGeom prst="rect">
            <a:avLst/>
          </a:prstGeom>
          <a:noFill/>
        </p:spPr>
        <p:txBody>
          <a:bodyPr wrap="square" rtlCol="0">
            <a:spAutoFit/>
          </a:bodyPr>
          <a:lstStyle/>
          <a:p>
            <a:pPr algn="ctr"/>
            <a:r>
              <a:rPr lang="en-US"/>
              <a:t>(1,0)</a:t>
            </a:r>
          </a:p>
        </p:txBody>
      </p:sp>
      <p:sp>
        <p:nvSpPr>
          <p:cNvPr id="9" name="TextBox 8">
            <a:extLst>
              <a:ext uri="{FF2B5EF4-FFF2-40B4-BE49-F238E27FC236}">
                <a16:creationId xmlns:a16="http://schemas.microsoft.com/office/drawing/2014/main" id="{6D2838E9-26A0-AA43-E76A-6106A0F18D93}"/>
              </a:ext>
            </a:extLst>
          </p:cNvPr>
          <p:cNvSpPr txBox="1"/>
          <p:nvPr/>
        </p:nvSpPr>
        <p:spPr>
          <a:xfrm>
            <a:off x="4136064" y="2693390"/>
            <a:ext cx="1001484" cy="369332"/>
          </a:xfrm>
          <a:prstGeom prst="rect">
            <a:avLst/>
          </a:prstGeom>
          <a:noFill/>
        </p:spPr>
        <p:txBody>
          <a:bodyPr wrap="square" rtlCol="0">
            <a:spAutoFit/>
          </a:bodyPr>
          <a:lstStyle/>
          <a:p>
            <a:pPr algn="ctr"/>
            <a:r>
              <a:rPr lang="en-US"/>
              <a:t>(0,1)</a:t>
            </a:r>
          </a:p>
        </p:txBody>
      </p:sp>
      <p:sp>
        <p:nvSpPr>
          <p:cNvPr id="10" name="TextBox 9">
            <a:extLst>
              <a:ext uri="{FF2B5EF4-FFF2-40B4-BE49-F238E27FC236}">
                <a16:creationId xmlns:a16="http://schemas.microsoft.com/office/drawing/2014/main" id="{3DAA47E7-DEBA-3A6F-CA2F-4DD3590B5943}"/>
              </a:ext>
            </a:extLst>
          </p:cNvPr>
          <p:cNvSpPr txBox="1"/>
          <p:nvPr/>
        </p:nvSpPr>
        <p:spPr>
          <a:xfrm>
            <a:off x="2711823" y="1099443"/>
            <a:ext cx="1981200" cy="369332"/>
          </a:xfrm>
          <a:prstGeom prst="rect">
            <a:avLst/>
          </a:prstGeom>
          <a:noFill/>
        </p:spPr>
        <p:txBody>
          <a:bodyPr wrap="square" rtlCol="0">
            <a:spAutoFit/>
          </a:bodyPr>
          <a:lstStyle/>
          <a:p>
            <a:pPr algn="ctr"/>
            <a:r>
              <a:rPr lang="en-US"/>
              <a:t>goalie</a:t>
            </a:r>
          </a:p>
        </p:txBody>
      </p:sp>
      <p:sp>
        <p:nvSpPr>
          <p:cNvPr id="11" name="TextBox 10">
            <a:extLst>
              <a:ext uri="{FF2B5EF4-FFF2-40B4-BE49-F238E27FC236}">
                <a16:creationId xmlns:a16="http://schemas.microsoft.com/office/drawing/2014/main" id="{4DF2497C-B63A-09B1-ADF6-9849F95F075E}"/>
              </a:ext>
            </a:extLst>
          </p:cNvPr>
          <p:cNvSpPr txBox="1"/>
          <p:nvPr/>
        </p:nvSpPr>
        <p:spPr>
          <a:xfrm>
            <a:off x="2107085" y="1514507"/>
            <a:ext cx="1361868" cy="369332"/>
          </a:xfrm>
          <a:prstGeom prst="rect">
            <a:avLst/>
          </a:prstGeom>
          <a:noFill/>
        </p:spPr>
        <p:txBody>
          <a:bodyPr wrap="square" rtlCol="0">
            <a:spAutoFit/>
          </a:bodyPr>
          <a:lstStyle/>
          <a:p>
            <a:pPr algn="ctr"/>
            <a:r>
              <a:rPr lang="en-US"/>
              <a:t>dive left</a:t>
            </a:r>
          </a:p>
        </p:txBody>
      </p:sp>
      <p:sp>
        <p:nvSpPr>
          <p:cNvPr id="12" name="TextBox 11">
            <a:extLst>
              <a:ext uri="{FF2B5EF4-FFF2-40B4-BE49-F238E27FC236}">
                <a16:creationId xmlns:a16="http://schemas.microsoft.com/office/drawing/2014/main" id="{AADDF927-A51A-F480-5E72-E91FD5F8FBE4}"/>
              </a:ext>
            </a:extLst>
          </p:cNvPr>
          <p:cNvSpPr txBox="1"/>
          <p:nvPr/>
        </p:nvSpPr>
        <p:spPr>
          <a:xfrm>
            <a:off x="3955872" y="1514507"/>
            <a:ext cx="1361868" cy="369332"/>
          </a:xfrm>
          <a:prstGeom prst="rect">
            <a:avLst/>
          </a:prstGeom>
          <a:noFill/>
        </p:spPr>
        <p:txBody>
          <a:bodyPr wrap="square" rtlCol="0">
            <a:spAutoFit/>
          </a:bodyPr>
          <a:lstStyle/>
          <a:p>
            <a:pPr algn="ctr"/>
            <a:r>
              <a:rPr lang="en-US"/>
              <a:t>dive right</a:t>
            </a:r>
          </a:p>
        </p:txBody>
      </p:sp>
      <p:sp>
        <p:nvSpPr>
          <p:cNvPr id="13" name="TextBox 12">
            <a:extLst>
              <a:ext uri="{FF2B5EF4-FFF2-40B4-BE49-F238E27FC236}">
                <a16:creationId xmlns:a16="http://schemas.microsoft.com/office/drawing/2014/main" id="{D1CC26E4-643B-A7AC-8777-DF177322F3E3}"/>
              </a:ext>
            </a:extLst>
          </p:cNvPr>
          <p:cNvSpPr txBox="1"/>
          <p:nvPr/>
        </p:nvSpPr>
        <p:spPr>
          <a:xfrm rot="16200000">
            <a:off x="-118" y="3488046"/>
            <a:ext cx="1981200" cy="369332"/>
          </a:xfrm>
          <a:prstGeom prst="rect">
            <a:avLst/>
          </a:prstGeom>
          <a:noFill/>
        </p:spPr>
        <p:txBody>
          <a:bodyPr wrap="square" rtlCol="0">
            <a:spAutoFit/>
          </a:bodyPr>
          <a:lstStyle/>
          <a:p>
            <a:pPr algn="ctr"/>
            <a:r>
              <a:rPr lang="en-US"/>
              <a:t>shooter</a:t>
            </a:r>
          </a:p>
        </p:txBody>
      </p:sp>
      <p:sp>
        <p:nvSpPr>
          <p:cNvPr id="14" name="TextBox 13">
            <a:extLst>
              <a:ext uri="{FF2B5EF4-FFF2-40B4-BE49-F238E27FC236}">
                <a16:creationId xmlns:a16="http://schemas.microsoft.com/office/drawing/2014/main" id="{CEEB8A32-FF28-D21D-2E26-724D54C0180E}"/>
              </a:ext>
            </a:extLst>
          </p:cNvPr>
          <p:cNvSpPr txBox="1"/>
          <p:nvPr/>
        </p:nvSpPr>
        <p:spPr>
          <a:xfrm rot="16200000">
            <a:off x="907876" y="4478646"/>
            <a:ext cx="1361868" cy="369332"/>
          </a:xfrm>
          <a:prstGeom prst="rect">
            <a:avLst/>
          </a:prstGeom>
          <a:noFill/>
        </p:spPr>
        <p:txBody>
          <a:bodyPr wrap="square" rtlCol="0">
            <a:spAutoFit/>
          </a:bodyPr>
          <a:lstStyle/>
          <a:p>
            <a:pPr algn="ctr"/>
            <a:r>
              <a:rPr lang="en-US"/>
              <a:t>shoot left</a:t>
            </a:r>
          </a:p>
        </p:txBody>
      </p:sp>
      <p:sp>
        <p:nvSpPr>
          <p:cNvPr id="15" name="TextBox 14">
            <a:extLst>
              <a:ext uri="{FF2B5EF4-FFF2-40B4-BE49-F238E27FC236}">
                <a16:creationId xmlns:a16="http://schemas.microsoft.com/office/drawing/2014/main" id="{BAC33262-C097-13E8-A776-0504A2B914E4}"/>
              </a:ext>
            </a:extLst>
          </p:cNvPr>
          <p:cNvSpPr txBox="1"/>
          <p:nvPr/>
        </p:nvSpPr>
        <p:spPr>
          <a:xfrm rot="16200000">
            <a:off x="907373" y="2682112"/>
            <a:ext cx="1361868" cy="369332"/>
          </a:xfrm>
          <a:prstGeom prst="rect">
            <a:avLst/>
          </a:prstGeom>
          <a:noFill/>
        </p:spPr>
        <p:txBody>
          <a:bodyPr wrap="square" rtlCol="0">
            <a:spAutoFit/>
          </a:bodyPr>
          <a:lstStyle/>
          <a:p>
            <a:pPr algn="ctr"/>
            <a:r>
              <a:rPr lang="en-US"/>
              <a:t>shoot right</a:t>
            </a:r>
          </a:p>
        </p:txBody>
      </p:sp>
      <p:sp>
        <p:nvSpPr>
          <p:cNvPr id="16" name="TextBox 15">
            <a:extLst>
              <a:ext uri="{FF2B5EF4-FFF2-40B4-BE49-F238E27FC236}">
                <a16:creationId xmlns:a16="http://schemas.microsoft.com/office/drawing/2014/main" id="{4CEFDF3E-7474-B2FC-D762-AE8A69785748}"/>
              </a:ext>
            </a:extLst>
          </p:cNvPr>
          <p:cNvSpPr txBox="1"/>
          <p:nvPr/>
        </p:nvSpPr>
        <p:spPr>
          <a:xfrm>
            <a:off x="2274218" y="4504773"/>
            <a:ext cx="1001484" cy="369332"/>
          </a:xfrm>
          <a:prstGeom prst="rect">
            <a:avLst/>
          </a:prstGeom>
          <a:noFill/>
        </p:spPr>
        <p:txBody>
          <a:bodyPr wrap="square" rtlCol="0">
            <a:spAutoFit/>
          </a:bodyPr>
          <a:lstStyle/>
          <a:p>
            <a:pPr algn="ctr"/>
            <a:r>
              <a:rPr lang="en-US"/>
              <a:t>(0,1)</a:t>
            </a:r>
          </a:p>
        </p:txBody>
      </p:sp>
      <p:sp>
        <p:nvSpPr>
          <p:cNvPr id="17" name="TextBox 16">
            <a:extLst>
              <a:ext uri="{FF2B5EF4-FFF2-40B4-BE49-F238E27FC236}">
                <a16:creationId xmlns:a16="http://schemas.microsoft.com/office/drawing/2014/main" id="{C774CC4F-4B5E-ACC9-144C-D21F295BCC96}"/>
              </a:ext>
            </a:extLst>
          </p:cNvPr>
          <p:cNvSpPr txBox="1"/>
          <p:nvPr/>
        </p:nvSpPr>
        <p:spPr>
          <a:xfrm>
            <a:off x="4192281" y="4489166"/>
            <a:ext cx="1001484" cy="369332"/>
          </a:xfrm>
          <a:prstGeom prst="rect">
            <a:avLst/>
          </a:prstGeom>
          <a:noFill/>
        </p:spPr>
        <p:txBody>
          <a:bodyPr wrap="square" rtlCol="0">
            <a:spAutoFit/>
          </a:bodyPr>
          <a:lstStyle/>
          <a:p>
            <a:pPr algn="ctr"/>
            <a:r>
              <a:rPr lang="en-US"/>
              <a:t>(1,0)</a:t>
            </a:r>
          </a:p>
        </p:txBody>
      </p:sp>
      <p:sp>
        <p:nvSpPr>
          <p:cNvPr id="7" name="TextBox 6">
            <a:extLst>
              <a:ext uri="{FF2B5EF4-FFF2-40B4-BE49-F238E27FC236}">
                <a16:creationId xmlns:a16="http://schemas.microsoft.com/office/drawing/2014/main" id="{1C24E794-E968-3138-5BAA-414632AE3141}"/>
              </a:ext>
            </a:extLst>
          </p:cNvPr>
          <p:cNvSpPr txBox="1"/>
          <p:nvPr/>
        </p:nvSpPr>
        <p:spPr>
          <a:xfrm>
            <a:off x="7001435" y="0"/>
            <a:ext cx="5190565" cy="6858000"/>
          </a:xfrm>
          <a:prstGeom prst="rect">
            <a:avLst/>
          </a:prstGeom>
          <a:solidFill>
            <a:schemeClr val="tx2"/>
          </a:solidFill>
        </p:spPr>
        <p:txBody>
          <a:bodyPr wrap="square" rtlCol="0">
            <a:noAutofit/>
          </a:bodyPr>
          <a:lstStyle/>
          <a:p>
            <a:r>
              <a:rPr lang="en-US" b="1">
                <a:solidFill>
                  <a:schemeClr val="bg1"/>
                </a:solidFill>
              </a:rPr>
              <a:t>Which profiles are Nash Equilibria?</a:t>
            </a:r>
          </a:p>
          <a:p>
            <a:endParaRPr lang="en-US">
              <a:solidFill>
                <a:schemeClr val="bg1"/>
              </a:solidFill>
            </a:endParaRPr>
          </a:p>
          <a:p>
            <a:endParaRPr lang="en-US">
              <a:solidFill>
                <a:schemeClr val="bg1"/>
              </a:solidFill>
            </a:endParaRPr>
          </a:p>
          <a:p>
            <a:r>
              <a:rPr lang="en-US">
                <a:solidFill>
                  <a:schemeClr val="bg1"/>
                </a:solidFill>
              </a:rPr>
              <a:t>(shoot right,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right, dive right)?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right)?</a:t>
            </a:r>
          </a:p>
        </p:txBody>
      </p:sp>
      <p:sp>
        <p:nvSpPr>
          <p:cNvPr id="8" name="Rectangle 7">
            <a:extLst>
              <a:ext uri="{FF2B5EF4-FFF2-40B4-BE49-F238E27FC236}">
                <a16:creationId xmlns:a16="http://schemas.microsoft.com/office/drawing/2014/main" id="{23530601-00BE-0F7A-91D6-4A73D5B270D9}"/>
              </a:ext>
            </a:extLst>
          </p:cNvPr>
          <p:cNvSpPr/>
          <p:nvPr/>
        </p:nvSpPr>
        <p:spPr>
          <a:xfrm>
            <a:off x="7001435" y="788809"/>
            <a:ext cx="5190565"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047C9BC-B4D9-5977-693B-555D72F779D1}"/>
              </a:ext>
            </a:extLst>
          </p:cNvPr>
          <p:cNvSpPr/>
          <p:nvPr/>
        </p:nvSpPr>
        <p:spPr>
          <a:xfrm>
            <a:off x="2296097" y="2610451"/>
            <a:ext cx="1100837"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FC93566-FA44-792A-A19A-487C665011E6}"/>
              </a:ext>
            </a:extLst>
          </p:cNvPr>
          <p:cNvSpPr/>
          <p:nvPr/>
        </p:nvSpPr>
        <p:spPr>
          <a:xfrm>
            <a:off x="1847498" y="1950813"/>
            <a:ext cx="3709852" cy="1832933"/>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E46C1C2D-2E68-7D5B-EB44-E5CEA30A5E32}"/>
              </a:ext>
            </a:extLst>
          </p:cNvPr>
          <p:cNvSpPr/>
          <p:nvPr/>
        </p:nvSpPr>
        <p:spPr>
          <a:xfrm>
            <a:off x="2751399" y="2620554"/>
            <a:ext cx="278674"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42370C51-2552-F0A1-A7E8-6AA422C891C5}"/>
              </a:ext>
            </a:extLst>
          </p:cNvPr>
          <p:cNvSpPr/>
          <p:nvPr/>
        </p:nvSpPr>
        <p:spPr>
          <a:xfrm>
            <a:off x="4580648" y="2633978"/>
            <a:ext cx="338798"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621114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39387-C9C4-77B5-25B5-CDB96DDE115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1BC62B2-1903-1ACE-1D7A-DE9BF98F0B2B}"/>
              </a:ext>
            </a:extLst>
          </p:cNvPr>
          <p:cNvSpPr txBox="1"/>
          <p:nvPr/>
        </p:nvSpPr>
        <p:spPr>
          <a:xfrm>
            <a:off x="206188" y="90097"/>
            <a:ext cx="4699176" cy="461665"/>
          </a:xfrm>
          <a:prstGeom prst="rect">
            <a:avLst/>
          </a:prstGeom>
          <a:noFill/>
        </p:spPr>
        <p:txBody>
          <a:bodyPr wrap="square" rtlCol="0">
            <a:spAutoFit/>
          </a:bodyPr>
          <a:lstStyle/>
          <a:p>
            <a:r>
              <a:rPr lang="en-US" sz="2400" u="sng"/>
              <a:t>Another exercise: penalty kicks</a:t>
            </a:r>
          </a:p>
        </p:txBody>
      </p:sp>
      <p:sp>
        <p:nvSpPr>
          <p:cNvPr id="3" name="Rectangle 2">
            <a:extLst>
              <a:ext uri="{FF2B5EF4-FFF2-40B4-BE49-F238E27FC236}">
                <a16:creationId xmlns:a16="http://schemas.microsoft.com/office/drawing/2014/main" id="{AF9674D5-2131-AB35-7CA8-320C7108DED7}"/>
              </a:ext>
            </a:extLst>
          </p:cNvPr>
          <p:cNvSpPr/>
          <p:nvPr/>
        </p:nvSpPr>
        <p:spPr>
          <a:xfrm>
            <a:off x="1847497" y="1959301"/>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AED0C4EC-3FBC-35A8-3007-4A7EB88C3BB3}"/>
              </a:ext>
            </a:extLst>
          </p:cNvPr>
          <p:cNvCxnSpPr>
            <a:stCxn id="3" idx="0"/>
            <a:endCxn id="3" idx="2"/>
          </p:cNvCxnSpPr>
          <p:nvPr/>
        </p:nvCxnSpPr>
        <p:spPr>
          <a:xfrm>
            <a:off x="3702423" y="1959301"/>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C43E0B9-1EC8-08C2-9011-F9A9E73A31F9}"/>
              </a:ext>
            </a:extLst>
          </p:cNvPr>
          <p:cNvCxnSpPr>
            <a:stCxn id="3" idx="1"/>
            <a:endCxn id="3" idx="3"/>
          </p:cNvCxnSpPr>
          <p:nvPr/>
        </p:nvCxnSpPr>
        <p:spPr>
          <a:xfrm>
            <a:off x="1847497" y="3783747"/>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4147805-198F-F5B8-1148-6658D2BB01AC}"/>
              </a:ext>
            </a:extLst>
          </p:cNvPr>
          <p:cNvSpPr txBox="1"/>
          <p:nvPr/>
        </p:nvSpPr>
        <p:spPr>
          <a:xfrm>
            <a:off x="2287277" y="2682112"/>
            <a:ext cx="1001484" cy="369332"/>
          </a:xfrm>
          <a:prstGeom prst="rect">
            <a:avLst/>
          </a:prstGeom>
          <a:noFill/>
        </p:spPr>
        <p:txBody>
          <a:bodyPr wrap="square" rtlCol="0">
            <a:spAutoFit/>
          </a:bodyPr>
          <a:lstStyle/>
          <a:p>
            <a:pPr algn="ctr"/>
            <a:r>
              <a:rPr lang="en-US"/>
              <a:t>(1,0)</a:t>
            </a:r>
          </a:p>
        </p:txBody>
      </p:sp>
      <p:sp>
        <p:nvSpPr>
          <p:cNvPr id="9" name="TextBox 8">
            <a:extLst>
              <a:ext uri="{FF2B5EF4-FFF2-40B4-BE49-F238E27FC236}">
                <a16:creationId xmlns:a16="http://schemas.microsoft.com/office/drawing/2014/main" id="{46B1A642-B952-C293-96CE-433B2369A78E}"/>
              </a:ext>
            </a:extLst>
          </p:cNvPr>
          <p:cNvSpPr txBox="1"/>
          <p:nvPr/>
        </p:nvSpPr>
        <p:spPr>
          <a:xfrm>
            <a:off x="4136064" y="2693390"/>
            <a:ext cx="1001484" cy="369332"/>
          </a:xfrm>
          <a:prstGeom prst="rect">
            <a:avLst/>
          </a:prstGeom>
          <a:noFill/>
        </p:spPr>
        <p:txBody>
          <a:bodyPr wrap="square" rtlCol="0">
            <a:spAutoFit/>
          </a:bodyPr>
          <a:lstStyle/>
          <a:p>
            <a:pPr algn="ctr"/>
            <a:r>
              <a:rPr lang="en-US"/>
              <a:t>(0,1)</a:t>
            </a:r>
          </a:p>
        </p:txBody>
      </p:sp>
      <p:sp>
        <p:nvSpPr>
          <p:cNvPr id="10" name="TextBox 9">
            <a:extLst>
              <a:ext uri="{FF2B5EF4-FFF2-40B4-BE49-F238E27FC236}">
                <a16:creationId xmlns:a16="http://schemas.microsoft.com/office/drawing/2014/main" id="{B743ACE6-F88D-18A6-3235-4CD46C0D56FB}"/>
              </a:ext>
            </a:extLst>
          </p:cNvPr>
          <p:cNvSpPr txBox="1"/>
          <p:nvPr/>
        </p:nvSpPr>
        <p:spPr>
          <a:xfrm>
            <a:off x="2711823" y="1099443"/>
            <a:ext cx="1981200" cy="369332"/>
          </a:xfrm>
          <a:prstGeom prst="rect">
            <a:avLst/>
          </a:prstGeom>
          <a:noFill/>
        </p:spPr>
        <p:txBody>
          <a:bodyPr wrap="square" rtlCol="0">
            <a:spAutoFit/>
          </a:bodyPr>
          <a:lstStyle/>
          <a:p>
            <a:pPr algn="ctr"/>
            <a:r>
              <a:rPr lang="en-US"/>
              <a:t>goalie</a:t>
            </a:r>
          </a:p>
        </p:txBody>
      </p:sp>
      <p:sp>
        <p:nvSpPr>
          <p:cNvPr id="11" name="TextBox 10">
            <a:extLst>
              <a:ext uri="{FF2B5EF4-FFF2-40B4-BE49-F238E27FC236}">
                <a16:creationId xmlns:a16="http://schemas.microsoft.com/office/drawing/2014/main" id="{C7713285-B279-95B3-ACC6-C535C2A95FB8}"/>
              </a:ext>
            </a:extLst>
          </p:cNvPr>
          <p:cNvSpPr txBox="1"/>
          <p:nvPr/>
        </p:nvSpPr>
        <p:spPr>
          <a:xfrm>
            <a:off x="2107085" y="1514507"/>
            <a:ext cx="1361868" cy="369332"/>
          </a:xfrm>
          <a:prstGeom prst="rect">
            <a:avLst/>
          </a:prstGeom>
          <a:noFill/>
        </p:spPr>
        <p:txBody>
          <a:bodyPr wrap="square" rtlCol="0">
            <a:spAutoFit/>
          </a:bodyPr>
          <a:lstStyle/>
          <a:p>
            <a:pPr algn="ctr"/>
            <a:r>
              <a:rPr lang="en-US"/>
              <a:t>dive left</a:t>
            </a:r>
          </a:p>
        </p:txBody>
      </p:sp>
      <p:sp>
        <p:nvSpPr>
          <p:cNvPr id="12" name="TextBox 11">
            <a:extLst>
              <a:ext uri="{FF2B5EF4-FFF2-40B4-BE49-F238E27FC236}">
                <a16:creationId xmlns:a16="http://schemas.microsoft.com/office/drawing/2014/main" id="{C00F0A6D-9B1E-55A7-72B0-AD057DE9F503}"/>
              </a:ext>
            </a:extLst>
          </p:cNvPr>
          <p:cNvSpPr txBox="1"/>
          <p:nvPr/>
        </p:nvSpPr>
        <p:spPr>
          <a:xfrm>
            <a:off x="3955872" y="1514507"/>
            <a:ext cx="1361868" cy="369332"/>
          </a:xfrm>
          <a:prstGeom prst="rect">
            <a:avLst/>
          </a:prstGeom>
          <a:noFill/>
        </p:spPr>
        <p:txBody>
          <a:bodyPr wrap="square" rtlCol="0">
            <a:spAutoFit/>
          </a:bodyPr>
          <a:lstStyle/>
          <a:p>
            <a:pPr algn="ctr"/>
            <a:r>
              <a:rPr lang="en-US"/>
              <a:t>dive right</a:t>
            </a:r>
          </a:p>
        </p:txBody>
      </p:sp>
      <p:sp>
        <p:nvSpPr>
          <p:cNvPr id="13" name="TextBox 12">
            <a:extLst>
              <a:ext uri="{FF2B5EF4-FFF2-40B4-BE49-F238E27FC236}">
                <a16:creationId xmlns:a16="http://schemas.microsoft.com/office/drawing/2014/main" id="{8278965A-3A36-A1FB-49EB-2350E6E89C83}"/>
              </a:ext>
            </a:extLst>
          </p:cNvPr>
          <p:cNvSpPr txBox="1"/>
          <p:nvPr/>
        </p:nvSpPr>
        <p:spPr>
          <a:xfrm rot="16200000">
            <a:off x="-118" y="3488046"/>
            <a:ext cx="1981200" cy="369332"/>
          </a:xfrm>
          <a:prstGeom prst="rect">
            <a:avLst/>
          </a:prstGeom>
          <a:noFill/>
        </p:spPr>
        <p:txBody>
          <a:bodyPr wrap="square" rtlCol="0">
            <a:spAutoFit/>
          </a:bodyPr>
          <a:lstStyle/>
          <a:p>
            <a:pPr algn="ctr"/>
            <a:r>
              <a:rPr lang="en-US"/>
              <a:t>shooter</a:t>
            </a:r>
          </a:p>
        </p:txBody>
      </p:sp>
      <p:sp>
        <p:nvSpPr>
          <p:cNvPr id="14" name="TextBox 13">
            <a:extLst>
              <a:ext uri="{FF2B5EF4-FFF2-40B4-BE49-F238E27FC236}">
                <a16:creationId xmlns:a16="http://schemas.microsoft.com/office/drawing/2014/main" id="{6A7DE116-7E0E-F14B-F3A8-B1B2F0171E00}"/>
              </a:ext>
            </a:extLst>
          </p:cNvPr>
          <p:cNvSpPr txBox="1"/>
          <p:nvPr/>
        </p:nvSpPr>
        <p:spPr>
          <a:xfrm rot="16200000">
            <a:off x="907876" y="4478646"/>
            <a:ext cx="1361868" cy="369332"/>
          </a:xfrm>
          <a:prstGeom prst="rect">
            <a:avLst/>
          </a:prstGeom>
          <a:noFill/>
        </p:spPr>
        <p:txBody>
          <a:bodyPr wrap="square" rtlCol="0">
            <a:spAutoFit/>
          </a:bodyPr>
          <a:lstStyle/>
          <a:p>
            <a:pPr algn="ctr"/>
            <a:r>
              <a:rPr lang="en-US"/>
              <a:t>shoot left</a:t>
            </a:r>
          </a:p>
        </p:txBody>
      </p:sp>
      <p:sp>
        <p:nvSpPr>
          <p:cNvPr id="15" name="TextBox 14">
            <a:extLst>
              <a:ext uri="{FF2B5EF4-FFF2-40B4-BE49-F238E27FC236}">
                <a16:creationId xmlns:a16="http://schemas.microsoft.com/office/drawing/2014/main" id="{81F2DF97-C8D1-EF0A-34B8-D3E09A79DD09}"/>
              </a:ext>
            </a:extLst>
          </p:cNvPr>
          <p:cNvSpPr txBox="1"/>
          <p:nvPr/>
        </p:nvSpPr>
        <p:spPr>
          <a:xfrm rot="16200000">
            <a:off x="907373" y="2682112"/>
            <a:ext cx="1361868" cy="369332"/>
          </a:xfrm>
          <a:prstGeom prst="rect">
            <a:avLst/>
          </a:prstGeom>
          <a:noFill/>
        </p:spPr>
        <p:txBody>
          <a:bodyPr wrap="square" rtlCol="0">
            <a:spAutoFit/>
          </a:bodyPr>
          <a:lstStyle/>
          <a:p>
            <a:pPr algn="ctr"/>
            <a:r>
              <a:rPr lang="en-US"/>
              <a:t>shoot right</a:t>
            </a:r>
          </a:p>
        </p:txBody>
      </p:sp>
      <p:sp>
        <p:nvSpPr>
          <p:cNvPr id="16" name="TextBox 15">
            <a:extLst>
              <a:ext uri="{FF2B5EF4-FFF2-40B4-BE49-F238E27FC236}">
                <a16:creationId xmlns:a16="http://schemas.microsoft.com/office/drawing/2014/main" id="{21189FDE-4310-CDF8-0C0F-6A0862929B91}"/>
              </a:ext>
            </a:extLst>
          </p:cNvPr>
          <p:cNvSpPr txBox="1"/>
          <p:nvPr/>
        </p:nvSpPr>
        <p:spPr>
          <a:xfrm>
            <a:off x="2274218" y="4504773"/>
            <a:ext cx="1001484" cy="369332"/>
          </a:xfrm>
          <a:prstGeom prst="rect">
            <a:avLst/>
          </a:prstGeom>
          <a:noFill/>
        </p:spPr>
        <p:txBody>
          <a:bodyPr wrap="square" rtlCol="0">
            <a:spAutoFit/>
          </a:bodyPr>
          <a:lstStyle/>
          <a:p>
            <a:pPr algn="ctr"/>
            <a:r>
              <a:rPr lang="en-US"/>
              <a:t>(0,1)</a:t>
            </a:r>
          </a:p>
        </p:txBody>
      </p:sp>
      <p:sp>
        <p:nvSpPr>
          <p:cNvPr id="17" name="TextBox 16">
            <a:extLst>
              <a:ext uri="{FF2B5EF4-FFF2-40B4-BE49-F238E27FC236}">
                <a16:creationId xmlns:a16="http://schemas.microsoft.com/office/drawing/2014/main" id="{C817281C-C892-1B41-F94C-F9367C0DCC53}"/>
              </a:ext>
            </a:extLst>
          </p:cNvPr>
          <p:cNvSpPr txBox="1"/>
          <p:nvPr/>
        </p:nvSpPr>
        <p:spPr>
          <a:xfrm>
            <a:off x="4192281" y="4489166"/>
            <a:ext cx="1001484" cy="369332"/>
          </a:xfrm>
          <a:prstGeom prst="rect">
            <a:avLst/>
          </a:prstGeom>
          <a:noFill/>
        </p:spPr>
        <p:txBody>
          <a:bodyPr wrap="square" rtlCol="0">
            <a:spAutoFit/>
          </a:bodyPr>
          <a:lstStyle/>
          <a:p>
            <a:pPr algn="ctr"/>
            <a:r>
              <a:rPr lang="en-US"/>
              <a:t>(1,0)</a:t>
            </a:r>
          </a:p>
        </p:txBody>
      </p:sp>
      <p:sp>
        <p:nvSpPr>
          <p:cNvPr id="7" name="TextBox 6">
            <a:extLst>
              <a:ext uri="{FF2B5EF4-FFF2-40B4-BE49-F238E27FC236}">
                <a16:creationId xmlns:a16="http://schemas.microsoft.com/office/drawing/2014/main" id="{503267A8-0B8A-C3AE-CBD3-2DA296C94778}"/>
              </a:ext>
            </a:extLst>
          </p:cNvPr>
          <p:cNvSpPr txBox="1"/>
          <p:nvPr/>
        </p:nvSpPr>
        <p:spPr>
          <a:xfrm>
            <a:off x="7001435" y="0"/>
            <a:ext cx="5190565" cy="6858000"/>
          </a:xfrm>
          <a:prstGeom prst="rect">
            <a:avLst/>
          </a:prstGeom>
          <a:solidFill>
            <a:schemeClr val="tx2"/>
          </a:solidFill>
        </p:spPr>
        <p:txBody>
          <a:bodyPr wrap="square" rtlCol="0">
            <a:noAutofit/>
          </a:bodyPr>
          <a:lstStyle/>
          <a:p>
            <a:r>
              <a:rPr lang="en-US" b="1">
                <a:solidFill>
                  <a:schemeClr val="bg1"/>
                </a:solidFill>
              </a:rPr>
              <a:t>Which profiles are Nash Equilibria?</a:t>
            </a:r>
          </a:p>
          <a:p>
            <a:endParaRPr lang="en-US">
              <a:solidFill>
                <a:schemeClr val="bg1"/>
              </a:solidFill>
            </a:endParaRPr>
          </a:p>
          <a:p>
            <a:endParaRPr lang="en-US">
              <a:solidFill>
                <a:schemeClr val="bg1"/>
              </a:solidFill>
            </a:endParaRPr>
          </a:p>
          <a:p>
            <a:r>
              <a:rPr lang="en-US">
                <a:solidFill>
                  <a:schemeClr val="bg1"/>
                </a:solidFill>
              </a:rPr>
              <a:t>(shoot right,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right, dive right)?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right)?</a:t>
            </a:r>
          </a:p>
        </p:txBody>
      </p:sp>
      <p:sp>
        <p:nvSpPr>
          <p:cNvPr id="8" name="Rectangle 7">
            <a:extLst>
              <a:ext uri="{FF2B5EF4-FFF2-40B4-BE49-F238E27FC236}">
                <a16:creationId xmlns:a16="http://schemas.microsoft.com/office/drawing/2014/main" id="{7A5B2054-763F-CD3B-2C45-AF00F7124A71}"/>
              </a:ext>
            </a:extLst>
          </p:cNvPr>
          <p:cNvSpPr/>
          <p:nvPr/>
        </p:nvSpPr>
        <p:spPr>
          <a:xfrm>
            <a:off x="7001435" y="788809"/>
            <a:ext cx="5190565"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1EAF4A4-FB02-C501-90E4-770DF5B03A17}"/>
              </a:ext>
            </a:extLst>
          </p:cNvPr>
          <p:cNvSpPr/>
          <p:nvPr/>
        </p:nvSpPr>
        <p:spPr>
          <a:xfrm>
            <a:off x="2296097" y="2610451"/>
            <a:ext cx="1100837"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2235823-C80B-682E-7715-C70D3F35FB27}"/>
              </a:ext>
            </a:extLst>
          </p:cNvPr>
          <p:cNvSpPr/>
          <p:nvPr/>
        </p:nvSpPr>
        <p:spPr>
          <a:xfrm>
            <a:off x="1847498" y="1950813"/>
            <a:ext cx="3709852" cy="1832933"/>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17E2ACF5-7DCA-4A5D-B569-991413B9635E}"/>
              </a:ext>
            </a:extLst>
          </p:cNvPr>
          <p:cNvSpPr/>
          <p:nvPr/>
        </p:nvSpPr>
        <p:spPr>
          <a:xfrm>
            <a:off x="2751399" y="2620554"/>
            <a:ext cx="278674"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3B894922-D0F7-DD5D-00EB-9CFD222A1615}"/>
              </a:ext>
            </a:extLst>
          </p:cNvPr>
          <p:cNvSpPr/>
          <p:nvPr/>
        </p:nvSpPr>
        <p:spPr>
          <a:xfrm>
            <a:off x="4580648" y="2633978"/>
            <a:ext cx="338798"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descr="Close with solid fill">
            <a:extLst>
              <a:ext uri="{FF2B5EF4-FFF2-40B4-BE49-F238E27FC236}">
                <a16:creationId xmlns:a16="http://schemas.microsoft.com/office/drawing/2014/main" id="{C3A9009D-E6A9-7A72-0709-2810CD4CBAF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2850" y="369709"/>
            <a:ext cx="914400" cy="914400"/>
          </a:xfrm>
          <a:prstGeom prst="rect">
            <a:avLst/>
          </a:prstGeom>
        </p:spPr>
      </p:pic>
    </p:spTree>
    <p:extLst>
      <p:ext uri="{BB962C8B-B14F-4D97-AF65-F5344CB8AC3E}">
        <p14:creationId xmlns:p14="http://schemas.microsoft.com/office/powerpoint/2010/main" val="256490606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93176-E215-A18D-5D02-590257D1B8E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1416565-2694-5528-3B7D-CABBB086B972}"/>
              </a:ext>
            </a:extLst>
          </p:cNvPr>
          <p:cNvSpPr txBox="1"/>
          <p:nvPr/>
        </p:nvSpPr>
        <p:spPr>
          <a:xfrm>
            <a:off x="206188" y="90097"/>
            <a:ext cx="4699176" cy="461665"/>
          </a:xfrm>
          <a:prstGeom prst="rect">
            <a:avLst/>
          </a:prstGeom>
          <a:noFill/>
        </p:spPr>
        <p:txBody>
          <a:bodyPr wrap="square" rtlCol="0">
            <a:spAutoFit/>
          </a:bodyPr>
          <a:lstStyle/>
          <a:p>
            <a:r>
              <a:rPr lang="en-US" sz="2400" u="sng"/>
              <a:t>Another exercise: penalty kicks</a:t>
            </a:r>
          </a:p>
        </p:txBody>
      </p:sp>
      <p:sp>
        <p:nvSpPr>
          <p:cNvPr id="3" name="Rectangle 2">
            <a:extLst>
              <a:ext uri="{FF2B5EF4-FFF2-40B4-BE49-F238E27FC236}">
                <a16:creationId xmlns:a16="http://schemas.microsoft.com/office/drawing/2014/main" id="{BD746E8D-8739-DD7E-8974-195DAFF638A2}"/>
              </a:ext>
            </a:extLst>
          </p:cNvPr>
          <p:cNvSpPr/>
          <p:nvPr/>
        </p:nvSpPr>
        <p:spPr>
          <a:xfrm>
            <a:off x="1847497" y="1959301"/>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90588055-67B1-B754-25C1-D19EA284AE38}"/>
              </a:ext>
            </a:extLst>
          </p:cNvPr>
          <p:cNvCxnSpPr>
            <a:stCxn id="3" idx="0"/>
            <a:endCxn id="3" idx="2"/>
          </p:cNvCxnSpPr>
          <p:nvPr/>
        </p:nvCxnSpPr>
        <p:spPr>
          <a:xfrm>
            <a:off x="3702423" y="1959301"/>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7624DB7-FD0F-CC72-120A-9D1292B20A54}"/>
              </a:ext>
            </a:extLst>
          </p:cNvPr>
          <p:cNvCxnSpPr>
            <a:stCxn id="3" idx="1"/>
            <a:endCxn id="3" idx="3"/>
          </p:cNvCxnSpPr>
          <p:nvPr/>
        </p:nvCxnSpPr>
        <p:spPr>
          <a:xfrm>
            <a:off x="1847497" y="3783747"/>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14840D6-0CEF-CB59-54F9-2B7B2F1C671E}"/>
              </a:ext>
            </a:extLst>
          </p:cNvPr>
          <p:cNvSpPr txBox="1"/>
          <p:nvPr/>
        </p:nvSpPr>
        <p:spPr>
          <a:xfrm>
            <a:off x="2287277" y="2682112"/>
            <a:ext cx="1001484" cy="369332"/>
          </a:xfrm>
          <a:prstGeom prst="rect">
            <a:avLst/>
          </a:prstGeom>
          <a:noFill/>
        </p:spPr>
        <p:txBody>
          <a:bodyPr wrap="square" rtlCol="0">
            <a:spAutoFit/>
          </a:bodyPr>
          <a:lstStyle/>
          <a:p>
            <a:pPr algn="ctr"/>
            <a:r>
              <a:rPr lang="en-US"/>
              <a:t>(1,0)</a:t>
            </a:r>
          </a:p>
        </p:txBody>
      </p:sp>
      <p:sp>
        <p:nvSpPr>
          <p:cNvPr id="9" name="TextBox 8">
            <a:extLst>
              <a:ext uri="{FF2B5EF4-FFF2-40B4-BE49-F238E27FC236}">
                <a16:creationId xmlns:a16="http://schemas.microsoft.com/office/drawing/2014/main" id="{FF38B673-9CBA-462C-3ECC-34E3478500CD}"/>
              </a:ext>
            </a:extLst>
          </p:cNvPr>
          <p:cNvSpPr txBox="1"/>
          <p:nvPr/>
        </p:nvSpPr>
        <p:spPr>
          <a:xfrm>
            <a:off x="4136064" y="2693390"/>
            <a:ext cx="1001484" cy="369332"/>
          </a:xfrm>
          <a:prstGeom prst="rect">
            <a:avLst/>
          </a:prstGeom>
          <a:noFill/>
        </p:spPr>
        <p:txBody>
          <a:bodyPr wrap="square" rtlCol="0">
            <a:spAutoFit/>
          </a:bodyPr>
          <a:lstStyle/>
          <a:p>
            <a:pPr algn="ctr"/>
            <a:r>
              <a:rPr lang="en-US"/>
              <a:t>(0,1)</a:t>
            </a:r>
          </a:p>
        </p:txBody>
      </p:sp>
      <p:sp>
        <p:nvSpPr>
          <p:cNvPr id="10" name="TextBox 9">
            <a:extLst>
              <a:ext uri="{FF2B5EF4-FFF2-40B4-BE49-F238E27FC236}">
                <a16:creationId xmlns:a16="http://schemas.microsoft.com/office/drawing/2014/main" id="{04668FE5-477B-9962-390A-9B0460BCE0EC}"/>
              </a:ext>
            </a:extLst>
          </p:cNvPr>
          <p:cNvSpPr txBox="1"/>
          <p:nvPr/>
        </p:nvSpPr>
        <p:spPr>
          <a:xfrm>
            <a:off x="2711823" y="1099443"/>
            <a:ext cx="1981200" cy="369332"/>
          </a:xfrm>
          <a:prstGeom prst="rect">
            <a:avLst/>
          </a:prstGeom>
          <a:noFill/>
        </p:spPr>
        <p:txBody>
          <a:bodyPr wrap="square" rtlCol="0">
            <a:spAutoFit/>
          </a:bodyPr>
          <a:lstStyle/>
          <a:p>
            <a:pPr algn="ctr"/>
            <a:r>
              <a:rPr lang="en-US"/>
              <a:t>goalie</a:t>
            </a:r>
          </a:p>
        </p:txBody>
      </p:sp>
      <p:sp>
        <p:nvSpPr>
          <p:cNvPr id="11" name="TextBox 10">
            <a:extLst>
              <a:ext uri="{FF2B5EF4-FFF2-40B4-BE49-F238E27FC236}">
                <a16:creationId xmlns:a16="http://schemas.microsoft.com/office/drawing/2014/main" id="{9E3A1C5F-0C68-2113-19B3-5F8D479CCCE0}"/>
              </a:ext>
            </a:extLst>
          </p:cNvPr>
          <p:cNvSpPr txBox="1"/>
          <p:nvPr/>
        </p:nvSpPr>
        <p:spPr>
          <a:xfrm>
            <a:off x="2107085" y="1514507"/>
            <a:ext cx="1361868" cy="369332"/>
          </a:xfrm>
          <a:prstGeom prst="rect">
            <a:avLst/>
          </a:prstGeom>
          <a:noFill/>
        </p:spPr>
        <p:txBody>
          <a:bodyPr wrap="square" rtlCol="0">
            <a:spAutoFit/>
          </a:bodyPr>
          <a:lstStyle/>
          <a:p>
            <a:pPr algn="ctr"/>
            <a:r>
              <a:rPr lang="en-US"/>
              <a:t>dive left</a:t>
            </a:r>
          </a:p>
        </p:txBody>
      </p:sp>
      <p:sp>
        <p:nvSpPr>
          <p:cNvPr id="12" name="TextBox 11">
            <a:extLst>
              <a:ext uri="{FF2B5EF4-FFF2-40B4-BE49-F238E27FC236}">
                <a16:creationId xmlns:a16="http://schemas.microsoft.com/office/drawing/2014/main" id="{6EBC3CE4-62F8-151D-C6F3-36845D2562E8}"/>
              </a:ext>
            </a:extLst>
          </p:cNvPr>
          <p:cNvSpPr txBox="1"/>
          <p:nvPr/>
        </p:nvSpPr>
        <p:spPr>
          <a:xfrm>
            <a:off x="3955872" y="1514507"/>
            <a:ext cx="1361868" cy="369332"/>
          </a:xfrm>
          <a:prstGeom prst="rect">
            <a:avLst/>
          </a:prstGeom>
          <a:noFill/>
        </p:spPr>
        <p:txBody>
          <a:bodyPr wrap="square" rtlCol="0">
            <a:spAutoFit/>
          </a:bodyPr>
          <a:lstStyle/>
          <a:p>
            <a:pPr algn="ctr"/>
            <a:r>
              <a:rPr lang="en-US"/>
              <a:t>dive right</a:t>
            </a:r>
          </a:p>
        </p:txBody>
      </p:sp>
      <p:sp>
        <p:nvSpPr>
          <p:cNvPr id="13" name="TextBox 12">
            <a:extLst>
              <a:ext uri="{FF2B5EF4-FFF2-40B4-BE49-F238E27FC236}">
                <a16:creationId xmlns:a16="http://schemas.microsoft.com/office/drawing/2014/main" id="{B77AA1F5-3F19-E64A-02FA-89B16743DDCF}"/>
              </a:ext>
            </a:extLst>
          </p:cNvPr>
          <p:cNvSpPr txBox="1"/>
          <p:nvPr/>
        </p:nvSpPr>
        <p:spPr>
          <a:xfrm rot="16200000">
            <a:off x="-118" y="3488046"/>
            <a:ext cx="1981200" cy="369332"/>
          </a:xfrm>
          <a:prstGeom prst="rect">
            <a:avLst/>
          </a:prstGeom>
          <a:noFill/>
        </p:spPr>
        <p:txBody>
          <a:bodyPr wrap="square" rtlCol="0">
            <a:spAutoFit/>
          </a:bodyPr>
          <a:lstStyle/>
          <a:p>
            <a:pPr algn="ctr"/>
            <a:r>
              <a:rPr lang="en-US"/>
              <a:t>shooter</a:t>
            </a:r>
          </a:p>
        </p:txBody>
      </p:sp>
      <p:sp>
        <p:nvSpPr>
          <p:cNvPr id="14" name="TextBox 13">
            <a:extLst>
              <a:ext uri="{FF2B5EF4-FFF2-40B4-BE49-F238E27FC236}">
                <a16:creationId xmlns:a16="http://schemas.microsoft.com/office/drawing/2014/main" id="{7954F6D8-E277-BE1E-F012-ECEACBAFC1BB}"/>
              </a:ext>
            </a:extLst>
          </p:cNvPr>
          <p:cNvSpPr txBox="1"/>
          <p:nvPr/>
        </p:nvSpPr>
        <p:spPr>
          <a:xfrm rot="16200000">
            <a:off x="907876" y="4478646"/>
            <a:ext cx="1361868" cy="369332"/>
          </a:xfrm>
          <a:prstGeom prst="rect">
            <a:avLst/>
          </a:prstGeom>
          <a:noFill/>
        </p:spPr>
        <p:txBody>
          <a:bodyPr wrap="square" rtlCol="0">
            <a:spAutoFit/>
          </a:bodyPr>
          <a:lstStyle/>
          <a:p>
            <a:pPr algn="ctr"/>
            <a:r>
              <a:rPr lang="en-US"/>
              <a:t>shoot left</a:t>
            </a:r>
          </a:p>
        </p:txBody>
      </p:sp>
      <p:sp>
        <p:nvSpPr>
          <p:cNvPr id="15" name="TextBox 14">
            <a:extLst>
              <a:ext uri="{FF2B5EF4-FFF2-40B4-BE49-F238E27FC236}">
                <a16:creationId xmlns:a16="http://schemas.microsoft.com/office/drawing/2014/main" id="{24253022-421F-F3B4-4E34-42B274FCAE05}"/>
              </a:ext>
            </a:extLst>
          </p:cNvPr>
          <p:cNvSpPr txBox="1"/>
          <p:nvPr/>
        </p:nvSpPr>
        <p:spPr>
          <a:xfrm rot="16200000">
            <a:off x="907373" y="2682112"/>
            <a:ext cx="1361868" cy="369332"/>
          </a:xfrm>
          <a:prstGeom prst="rect">
            <a:avLst/>
          </a:prstGeom>
          <a:noFill/>
        </p:spPr>
        <p:txBody>
          <a:bodyPr wrap="square" rtlCol="0">
            <a:spAutoFit/>
          </a:bodyPr>
          <a:lstStyle/>
          <a:p>
            <a:pPr algn="ctr"/>
            <a:r>
              <a:rPr lang="en-US"/>
              <a:t>shoot right</a:t>
            </a:r>
          </a:p>
        </p:txBody>
      </p:sp>
      <p:sp>
        <p:nvSpPr>
          <p:cNvPr id="16" name="TextBox 15">
            <a:extLst>
              <a:ext uri="{FF2B5EF4-FFF2-40B4-BE49-F238E27FC236}">
                <a16:creationId xmlns:a16="http://schemas.microsoft.com/office/drawing/2014/main" id="{BC4D8DC3-D135-5AA6-D85F-DEC782152A44}"/>
              </a:ext>
            </a:extLst>
          </p:cNvPr>
          <p:cNvSpPr txBox="1"/>
          <p:nvPr/>
        </p:nvSpPr>
        <p:spPr>
          <a:xfrm>
            <a:off x="2274218" y="4504773"/>
            <a:ext cx="1001484" cy="369332"/>
          </a:xfrm>
          <a:prstGeom prst="rect">
            <a:avLst/>
          </a:prstGeom>
          <a:noFill/>
        </p:spPr>
        <p:txBody>
          <a:bodyPr wrap="square" rtlCol="0">
            <a:spAutoFit/>
          </a:bodyPr>
          <a:lstStyle/>
          <a:p>
            <a:pPr algn="ctr"/>
            <a:r>
              <a:rPr lang="en-US"/>
              <a:t>(0,1)</a:t>
            </a:r>
          </a:p>
        </p:txBody>
      </p:sp>
      <p:sp>
        <p:nvSpPr>
          <p:cNvPr id="17" name="TextBox 16">
            <a:extLst>
              <a:ext uri="{FF2B5EF4-FFF2-40B4-BE49-F238E27FC236}">
                <a16:creationId xmlns:a16="http://schemas.microsoft.com/office/drawing/2014/main" id="{C9E1B211-D8DE-FF23-E0D3-50B29C572EC1}"/>
              </a:ext>
            </a:extLst>
          </p:cNvPr>
          <p:cNvSpPr txBox="1"/>
          <p:nvPr/>
        </p:nvSpPr>
        <p:spPr>
          <a:xfrm>
            <a:off x="4192281" y="4489166"/>
            <a:ext cx="1001484" cy="369332"/>
          </a:xfrm>
          <a:prstGeom prst="rect">
            <a:avLst/>
          </a:prstGeom>
          <a:noFill/>
        </p:spPr>
        <p:txBody>
          <a:bodyPr wrap="square" rtlCol="0">
            <a:spAutoFit/>
          </a:bodyPr>
          <a:lstStyle/>
          <a:p>
            <a:pPr algn="ctr"/>
            <a:r>
              <a:rPr lang="en-US"/>
              <a:t>(1,0)</a:t>
            </a:r>
          </a:p>
        </p:txBody>
      </p:sp>
      <p:sp>
        <p:nvSpPr>
          <p:cNvPr id="7" name="TextBox 6">
            <a:extLst>
              <a:ext uri="{FF2B5EF4-FFF2-40B4-BE49-F238E27FC236}">
                <a16:creationId xmlns:a16="http://schemas.microsoft.com/office/drawing/2014/main" id="{1B6FC75F-A920-A2C7-5426-2EE16330372E}"/>
              </a:ext>
            </a:extLst>
          </p:cNvPr>
          <p:cNvSpPr txBox="1"/>
          <p:nvPr/>
        </p:nvSpPr>
        <p:spPr>
          <a:xfrm>
            <a:off x="7001435" y="0"/>
            <a:ext cx="5190565" cy="6858000"/>
          </a:xfrm>
          <a:prstGeom prst="rect">
            <a:avLst/>
          </a:prstGeom>
          <a:solidFill>
            <a:schemeClr val="tx2"/>
          </a:solidFill>
        </p:spPr>
        <p:txBody>
          <a:bodyPr wrap="square" rtlCol="0">
            <a:noAutofit/>
          </a:bodyPr>
          <a:lstStyle/>
          <a:p>
            <a:r>
              <a:rPr lang="en-US" b="1">
                <a:solidFill>
                  <a:schemeClr val="bg1"/>
                </a:solidFill>
              </a:rPr>
              <a:t>Which profiles are Nash Equilibria?</a:t>
            </a:r>
          </a:p>
          <a:p>
            <a:endParaRPr lang="en-US">
              <a:solidFill>
                <a:schemeClr val="bg1"/>
              </a:solidFill>
            </a:endParaRPr>
          </a:p>
          <a:p>
            <a:endParaRPr lang="en-US">
              <a:solidFill>
                <a:schemeClr val="bg1"/>
              </a:solidFill>
            </a:endParaRPr>
          </a:p>
          <a:p>
            <a:r>
              <a:rPr lang="en-US">
                <a:solidFill>
                  <a:schemeClr val="bg1"/>
                </a:solidFill>
              </a:rPr>
              <a:t>(shoot right,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right, dive right)?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right)?</a:t>
            </a:r>
          </a:p>
        </p:txBody>
      </p:sp>
      <p:sp>
        <p:nvSpPr>
          <p:cNvPr id="8" name="Rectangle 7">
            <a:extLst>
              <a:ext uri="{FF2B5EF4-FFF2-40B4-BE49-F238E27FC236}">
                <a16:creationId xmlns:a16="http://schemas.microsoft.com/office/drawing/2014/main" id="{340EC90C-6B5A-261E-9E26-194B390A7DB6}"/>
              </a:ext>
            </a:extLst>
          </p:cNvPr>
          <p:cNvSpPr/>
          <p:nvPr/>
        </p:nvSpPr>
        <p:spPr>
          <a:xfrm>
            <a:off x="7001435" y="1872548"/>
            <a:ext cx="5190565"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834EEDF-37DD-9385-231D-948267358A2E}"/>
              </a:ext>
            </a:extLst>
          </p:cNvPr>
          <p:cNvSpPr/>
          <p:nvPr/>
        </p:nvSpPr>
        <p:spPr>
          <a:xfrm>
            <a:off x="4199628" y="2628664"/>
            <a:ext cx="1100837"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5765DC8-7E88-F710-3C72-DE425DDA56C9}"/>
              </a:ext>
            </a:extLst>
          </p:cNvPr>
          <p:cNvSpPr/>
          <p:nvPr/>
        </p:nvSpPr>
        <p:spPr>
          <a:xfrm>
            <a:off x="3702422" y="1950813"/>
            <a:ext cx="1854927" cy="3648891"/>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1C74172-95B1-2C3F-F7F1-871246C571CA}"/>
              </a:ext>
            </a:extLst>
          </p:cNvPr>
          <p:cNvSpPr/>
          <p:nvPr/>
        </p:nvSpPr>
        <p:spPr>
          <a:xfrm>
            <a:off x="4395517" y="2619586"/>
            <a:ext cx="278674"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F1958A4F-B476-BA03-A968-36A9688F5CBB}"/>
              </a:ext>
            </a:extLst>
          </p:cNvPr>
          <p:cNvSpPr/>
          <p:nvPr/>
        </p:nvSpPr>
        <p:spPr>
          <a:xfrm>
            <a:off x="4380990" y="4454146"/>
            <a:ext cx="338798"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descr="Close with solid fill">
            <a:extLst>
              <a:ext uri="{FF2B5EF4-FFF2-40B4-BE49-F238E27FC236}">
                <a16:creationId xmlns:a16="http://schemas.microsoft.com/office/drawing/2014/main" id="{991A2F1A-ABB3-C585-BD45-38504D7FCC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2850" y="369709"/>
            <a:ext cx="914400" cy="914400"/>
          </a:xfrm>
          <a:prstGeom prst="rect">
            <a:avLst/>
          </a:prstGeom>
        </p:spPr>
      </p:pic>
    </p:spTree>
    <p:extLst>
      <p:ext uri="{BB962C8B-B14F-4D97-AF65-F5344CB8AC3E}">
        <p14:creationId xmlns:p14="http://schemas.microsoft.com/office/powerpoint/2010/main" val="315769086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CBC83-11AD-E6EF-C7BC-25289D97D26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86C925D-7DA7-EE88-9F64-EFB4564988FC}"/>
              </a:ext>
            </a:extLst>
          </p:cNvPr>
          <p:cNvSpPr txBox="1"/>
          <p:nvPr/>
        </p:nvSpPr>
        <p:spPr>
          <a:xfrm>
            <a:off x="206188" y="90097"/>
            <a:ext cx="4699176" cy="461665"/>
          </a:xfrm>
          <a:prstGeom prst="rect">
            <a:avLst/>
          </a:prstGeom>
          <a:noFill/>
        </p:spPr>
        <p:txBody>
          <a:bodyPr wrap="square" rtlCol="0">
            <a:spAutoFit/>
          </a:bodyPr>
          <a:lstStyle/>
          <a:p>
            <a:r>
              <a:rPr lang="en-US" sz="2400" u="sng"/>
              <a:t>Another exercise: penalty kicks</a:t>
            </a:r>
          </a:p>
        </p:txBody>
      </p:sp>
      <p:sp>
        <p:nvSpPr>
          <p:cNvPr id="3" name="Rectangle 2">
            <a:extLst>
              <a:ext uri="{FF2B5EF4-FFF2-40B4-BE49-F238E27FC236}">
                <a16:creationId xmlns:a16="http://schemas.microsoft.com/office/drawing/2014/main" id="{FDC5B111-A0D9-6530-7DE1-4986A097809D}"/>
              </a:ext>
            </a:extLst>
          </p:cNvPr>
          <p:cNvSpPr/>
          <p:nvPr/>
        </p:nvSpPr>
        <p:spPr>
          <a:xfrm>
            <a:off x="1847497" y="1959301"/>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5E74C722-90E0-DF7F-E303-0846CB1C9412}"/>
              </a:ext>
            </a:extLst>
          </p:cNvPr>
          <p:cNvCxnSpPr>
            <a:stCxn id="3" idx="0"/>
            <a:endCxn id="3" idx="2"/>
          </p:cNvCxnSpPr>
          <p:nvPr/>
        </p:nvCxnSpPr>
        <p:spPr>
          <a:xfrm>
            <a:off x="3702423" y="1959301"/>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1E051474-1CDD-9A65-0CD5-6A7A8906E69B}"/>
              </a:ext>
            </a:extLst>
          </p:cNvPr>
          <p:cNvCxnSpPr>
            <a:stCxn id="3" idx="1"/>
            <a:endCxn id="3" idx="3"/>
          </p:cNvCxnSpPr>
          <p:nvPr/>
        </p:nvCxnSpPr>
        <p:spPr>
          <a:xfrm>
            <a:off x="1847497" y="3783747"/>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49D5AEA-936F-A99A-8C81-3271F232DE6F}"/>
              </a:ext>
            </a:extLst>
          </p:cNvPr>
          <p:cNvSpPr txBox="1"/>
          <p:nvPr/>
        </p:nvSpPr>
        <p:spPr>
          <a:xfrm>
            <a:off x="2287277" y="2682112"/>
            <a:ext cx="1001484" cy="369332"/>
          </a:xfrm>
          <a:prstGeom prst="rect">
            <a:avLst/>
          </a:prstGeom>
          <a:noFill/>
        </p:spPr>
        <p:txBody>
          <a:bodyPr wrap="square" rtlCol="0">
            <a:spAutoFit/>
          </a:bodyPr>
          <a:lstStyle/>
          <a:p>
            <a:pPr algn="ctr"/>
            <a:r>
              <a:rPr lang="en-US"/>
              <a:t>(1,0)</a:t>
            </a:r>
          </a:p>
        </p:txBody>
      </p:sp>
      <p:sp>
        <p:nvSpPr>
          <p:cNvPr id="9" name="TextBox 8">
            <a:extLst>
              <a:ext uri="{FF2B5EF4-FFF2-40B4-BE49-F238E27FC236}">
                <a16:creationId xmlns:a16="http://schemas.microsoft.com/office/drawing/2014/main" id="{EF00B0F1-0431-4B60-5848-6EE3CF9F0A3D}"/>
              </a:ext>
            </a:extLst>
          </p:cNvPr>
          <p:cNvSpPr txBox="1"/>
          <p:nvPr/>
        </p:nvSpPr>
        <p:spPr>
          <a:xfrm>
            <a:off x="4136064" y="2693390"/>
            <a:ext cx="1001484" cy="369332"/>
          </a:xfrm>
          <a:prstGeom prst="rect">
            <a:avLst/>
          </a:prstGeom>
          <a:noFill/>
        </p:spPr>
        <p:txBody>
          <a:bodyPr wrap="square" rtlCol="0">
            <a:spAutoFit/>
          </a:bodyPr>
          <a:lstStyle/>
          <a:p>
            <a:pPr algn="ctr"/>
            <a:r>
              <a:rPr lang="en-US"/>
              <a:t>(0,1)</a:t>
            </a:r>
          </a:p>
        </p:txBody>
      </p:sp>
      <p:sp>
        <p:nvSpPr>
          <p:cNvPr id="10" name="TextBox 9">
            <a:extLst>
              <a:ext uri="{FF2B5EF4-FFF2-40B4-BE49-F238E27FC236}">
                <a16:creationId xmlns:a16="http://schemas.microsoft.com/office/drawing/2014/main" id="{3050D325-82AB-AA1A-EA01-14815247572A}"/>
              </a:ext>
            </a:extLst>
          </p:cNvPr>
          <p:cNvSpPr txBox="1"/>
          <p:nvPr/>
        </p:nvSpPr>
        <p:spPr>
          <a:xfrm>
            <a:off x="2711823" y="1099443"/>
            <a:ext cx="1981200" cy="369332"/>
          </a:xfrm>
          <a:prstGeom prst="rect">
            <a:avLst/>
          </a:prstGeom>
          <a:noFill/>
        </p:spPr>
        <p:txBody>
          <a:bodyPr wrap="square" rtlCol="0">
            <a:spAutoFit/>
          </a:bodyPr>
          <a:lstStyle/>
          <a:p>
            <a:pPr algn="ctr"/>
            <a:r>
              <a:rPr lang="en-US"/>
              <a:t>goalie</a:t>
            </a:r>
          </a:p>
        </p:txBody>
      </p:sp>
      <p:sp>
        <p:nvSpPr>
          <p:cNvPr id="11" name="TextBox 10">
            <a:extLst>
              <a:ext uri="{FF2B5EF4-FFF2-40B4-BE49-F238E27FC236}">
                <a16:creationId xmlns:a16="http://schemas.microsoft.com/office/drawing/2014/main" id="{D210E902-4A25-F3F4-74EB-0215E10E922A}"/>
              </a:ext>
            </a:extLst>
          </p:cNvPr>
          <p:cNvSpPr txBox="1"/>
          <p:nvPr/>
        </p:nvSpPr>
        <p:spPr>
          <a:xfrm>
            <a:off x="2107085" y="1514507"/>
            <a:ext cx="1361868" cy="369332"/>
          </a:xfrm>
          <a:prstGeom prst="rect">
            <a:avLst/>
          </a:prstGeom>
          <a:noFill/>
        </p:spPr>
        <p:txBody>
          <a:bodyPr wrap="square" rtlCol="0">
            <a:spAutoFit/>
          </a:bodyPr>
          <a:lstStyle/>
          <a:p>
            <a:pPr algn="ctr"/>
            <a:r>
              <a:rPr lang="en-US"/>
              <a:t>dive left</a:t>
            </a:r>
          </a:p>
        </p:txBody>
      </p:sp>
      <p:sp>
        <p:nvSpPr>
          <p:cNvPr id="12" name="TextBox 11">
            <a:extLst>
              <a:ext uri="{FF2B5EF4-FFF2-40B4-BE49-F238E27FC236}">
                <a16:creationId xmlns:a16="http://schemas.microsoft.com/office/drawing/2014/main" id="{4747691D-DE61-6623-2C78-FE93EBC49257}"/>
              </a:ext>
            </a:extLst>
          </p:cNvPr>
          <p:cNvSpPr txBox="1"/>
          <p:nvPr/>
        </p:nvSpPr>
        <p:spPr>
          <a:xfrm>
            <a:off x="3955872" y="1514507"/>
            <a:ext cx="1361868" cy="369332"/>
          </a:xfrm>
          <a:prstGeom prst="rect">
            <a:avLst/>
          </a:prstGeom>
          <a:noFill/>
        </p:spPr>
        <p:txBody>
          <a:bodyPr wrap="square" rtlCol="0">
            <a:spAutoFit/>
          </a:bodyPr>
          <a:lstStyle/>
          <a:p>
            <a:pPr algn="ctr"/>
            <a:r>
              <a:rPr lang="en-US"/>
              <a:t>dive right</a:t>
            </a:r>
          </a:p>
        </p:txBody>
      </p:sp>
      <p:sp>
        <p:nvSpPr>
          <p:cNvPr id="13" name="TextBox 12">
            <a:extLst>
              <a:ext uri="{FF2B5EF4-FFF2-40B4-BE49-F238E27FC236}">
                <a16:creationId xmlns:a16="http://schemas.microsoft.com/office/drawing/2014/main" id="{C340DD21-6557-8E97-E16A-4B9E1E0A61CC}"/>
              </a:ext>
            </a:extLst>
          </p:cNvPr>
          <p:cNvSpPr txBox="1"/>
          <p:nvPr/>
        </p:nvSpPr>
        <p:spPr>
          <a:xfrm rot="16200000">
            <a:off x="-118" y="3488046"/>
            <a:ext cx="1981200" cy="369332"/>
          </a:xfrm>
          <a:prstGeom prst="rect">
            <a:avLst/>
          </a:prstGeom>
          <a:noFill/>
        </p:spPr>
        <p:txBody>
          <a:bodyPr wrap="square" rtlCol="0">
            <a:spAutoFit/>
          </a:bodyPr>
          <a:lstStyle/>
          <a:p>
            <a:pPr algn="ctr"/>
            <a:r>
              <a:rPr lang="en-US"/>
              <a:t>shooter</a:t>
            </a:r>
          </a:p>
        </p:txBody>
      </p:sp>
      <p:sp>
        <p:nvSpPr>
          <p:cNvPr id="14" name="TextBox 13">
            <a:extLst>
              <a:ext uri="{FF2B5EF4-FFF2-40B4-BE49-F238E27FC236}">
                <a16:creationId xmlns:a16="http://schemas.microsoft.com/office/drawing/2014/main" id="{0A7CFCFA-6FFD-D876-593B-A7BC00F887C2}"/>
              </a:ext>
            </a:extLst>
          </p:cNvPr>
          <p:cNvSpPr txBox="1"/>
          <p:nvPr/>
        </p:nvSpPr>
        <p:spPr>
          <a:xfrm rot="16200000">
            <a:off x="907876" y="4478646"/>
            <a:ext cx="1361868" cy="369332"/>
          </a:xfrm>
          <a:prstGeom prst="rect">
            <a:avLst/>
          </a:prstGeom>
          <a:noFill/>
        </p:spPr>
        <p:txBody>
          <a:bodyPr wrap="square" rtlCol="0">
            <a:spAutoFit/>
          </a:bodyPr>
          <a:lstStyle/>
          <a:p>
            <a:pPr algn="ctr"/>
            <a:r>
              <a:rPr lang="en-US"/>
              <a:t>shoot left</a:t>
            </a:r>
          </a:p>
        </p:txBody>
      </p:sp>
      <p:sp>
        <p:nvSpPr>
          <p:cNvPr id="15" name="TextBox 14">
            <a:extLst>
              <a:ext uri="{FF2B5EF4-FFF2-40B4-BE49-F238E27FC236}">
                <a16:creationId xmlns:a16="http://schemas.microsoft.com/office/drawing/2014/main" id="{487825DF-7154-A834-1999-1D63EFA6D2B4}"/>
              </a:ext>
            </a:extLst>
          </p:cNvPr>
          <p:cNvSpPr txBox="1"/>
          <p:nvPr/>
        </p:nvSpPr>
        <p:spPr>
          <a:xfrm rot="16200000">
            <a:off x="907373" y="2682112"/>
            <a:ext cx="1361868" cy="369332"/>
          </a:xfrm>
          <a:prstGeom prst="rect">
            <a:avLst/>
          </a:prstGeom>
          <a:noFill/>
        </p:spPr>
        <p:txBody>
          <a:bodyPr wrap="square" rtlCol="0">
            <a:spAutoFit/>
          </a:bodyPr>
          <a:lstStyle/>
          <a:p>
            <a:pPr algn="ctr"/>
            <a:r>
              <a:rPr lang="en-US"/>
              <a:t>shoot right</a:t>
            </a:r>
          </a:p>
        </p:txBody>
      </p:sp>
      <p:sp>
        <p:nvSpPr>
          <p:cNvPr id="16" name="TextBox 15">
            <a:extLst>
              <a:ext uri="{FF2B5EF4-FFF2-40B4-BE49-F238E27FC236}">
                <a16:creationId xmlns:a16="http://schemas.microsoft.com/office/drawing/2014/main" id="{DC6A5553-8FDC-98ED-28B2-90711BFCCBF6}"/>
              </a:ext>
            </a:extLst>
          </p:cNvPr>
          <p:cNvSpPr txBox="1"/>
          <p:nvPr/>
        </p:nvSpPr>
        <p:spPr>
          <a:xfrm>
            <a:off x="2274218" y="4504773"/>
            <a:ext cx="1001484" cy="369332"/>
          </a:xfrm>
          <a:prstGeom prst="rect">
            <a:avLst/>
          </a:prstGeom>
          <a:noFill/>
        </p:spPr>
        <p:txBody>
          <a:bodyPr wrap="square" rtlCol="0">
            <a:spAutoFit/>
          </a:bodyPr>
          <a:lstStyle/>
          <a:p>
            <a:pPr algn="ctr"/>
            <a:r>
              <a:rPr lang="en-US"/>
              <a:t>(0,1)</a:t>
            </a:r>
          </a:p>
        </p:txBody>
      </p:sp>
      <p:sp>
        <p:nvSpPr>
          <p:cNvPr id="17" name="TextBox 16">
            <a:extLst>
              <a:ext uri="{FF2B5EF4-FFF2-40B4-BE49-F238E27FC236}">
                <a16:creationId xmlns:a16="http://schemas.microsoft.com/office/drawing/2014/main" id="{B28D7B0F-3DD3-0536-6ADE-F02FF55B94AA}"/>
              </a:ext>
            </a:extLst>
          </p:cNvPr>
          <p:cNvSpPr txBox="1"/>
          <p:nvPr/>
        </p:nvSpPr>
        <p:spPr>
          <a:xfrm>
            <a:off x="4192281" y="4489166"/>
            <a:ext cx="1001484" cy="369332"/>
          </a:xfrm>
          <a:prstGeom prst="rect">
            <a:avLst/>
          </a:prstGeom>
          <a:noFill/>
        </p:spPr>
        <p:txBody>
          <a:bodyPr wrap="square" rtlCol="0">
            <a:spAutoFit/>
          </a:bodyPr>
          <a:lstStyle/>
          <a:p>
            <a:pPr algn="ctr"/>
            <a:r>
              <a:rPr lang="en-US"/>
              <a:t>(1,0)</a:t>
            </a:r>
          </a:p>
        </p:txBody>
      </p:sp>
      <p:sp>
        <p:nvSpPr>
          <p:cNvPr id="7" name="TextBox 6">
            <a:extLst>
              <a:ext uri="{FF2B5EF4-FFF2-40B4-BE49-F238E27FC236}">
                <a16:creationId xmlns:a16="http://schemas.microsoft.com/office/drawing/2014/main" id="{9724BC81-CC67-79FF-0CF9-7574F97685E6}"/>
              </a:ext>
            </a:extLst>
          </p:cNvPr>
          <p:cNvSpPr txBox="1"/>
          <p:nvPr/>
        </p:nvSpPr>
        <p:spPr>
          <a:xfrm>
            <a:off x="7001435" y="0"/>
            <a:ext cx="5190565" cy="6858000"/>
          </a:xfrm>
          <a:prstGeom prst="rect">
            <a:avLst/>
          </a:prstGeom>
          <a:solidFill>
            <a:schemeClr val="tx2"/>
          </a:solidFill>
        </p:spPr>
        <p:txBody>
          <a:bodyPr wrap="square" rtlCol="0">
            <a:noAutofit/>
          </a:bodyPr>
          <a:lstStyle/>
          <a:p>
            <a:r>
              <a:rPr lang="en-US" b="1">
                <a:solidFill>
                  <a:schemeClr val="bg1"/>
                </a:solidFill>
              </a:rPr>
              <a:t>Which profiles are Nash Equilibria?</a:t>
            </a:r>
          </a:p>
          <a:p>
            <a:endParaRPr lang="en-US">
              <a:solidFill>
                <a:schemeClr val="bg1"/>
              </a:solidFill>
            </a:endParaRPr>
          </a:p>
          <a:p>
            <a:endParaRPr lang="en-US">
              <a:solidFill>
                <a:schemeClr val="bg1"/>
              </a:solidFill>
            </a:endParaRPr>
          </a:p>
          <a:p>
            <a:r>
              <a:rPr lang="en-US">
                <a:solidFill>
                  <a:schemeClr val="bg1"/>
                </a:solidFill>
              </a:rPr>
              <a:t>(shoot right,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right, dive right)?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right)?</a:t>
            </a:r>
          </a:p>
        </p:txBody>
      </p:sp>
      <p:sp>
        <p:nvSpPr>
          <p:cNvPr id="8" name="Rectangle 7">
            <a:extLst>
              <a:ext uri="{FF2B5EF4-FFF2-40B4-BE49-F238E27FC236}">
                <a16:creationId xmlns:a16="http://schemas.microsoft.com/office/drawing/2014/main" id="{96FE68DC-C366-7121-9C4B-D2BC997E0DF7}"/>
              </a:ext>
            </a:extLst>
          </p:cNvPr>
          <p:cNvSpPr/>
          <p:nvPr/>
        </p:nvSpPr>
        <p:spPr>
          <a:xfrm>
            <a:off x="7001435" y="1872548"/>
            <a:ext cx="5190565"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0B3AE36-8C55-5375-0E0E-BC1C254D40E4}"/>
              </a:ext>
            </a:extLst>
          </p:cNvPr>
          <p:cNvSpPr/>
          <p:nvPr/>
        </p:nvSpPr>
        <p:spPr>
          <a:xfrm>
            <a:off x="4199628" y="2628664"/>
            <a:ext cx="1100837"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E276F9-591C-DE12-500C-F7B9D18D78A9}"/>
              </a:ext>
            </a:extLst>
          </p:cNvPr>
          <p:cNvSpPr/>
          <p:nvPr/>
        </p:nvSpPr>
        <p:spPr>
          <a:xfrm>
            <a:off x="3702422" y="1950813"/>
            <a:ext cx="1854927" cy="3648891"/>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06390EFE-DFC2-8438-7DCD-20E2566EF124}"/>
              </a:ext>
            </a:extLst>
          </p:cNvPr>
          <p:cNvSpPr/>
          <p:nvPr/>
        </p:nvSpPr>
        <p:spPr>
          <a:xfrm>
            <a:off x="4395517" y="2619586"/>
            <a:ext cx="278674"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8489939-62ED-8AF2-BD5F-FDC24E74E631}"/>
              </a:ext>
            </a:extLst>
          </p:cNvPr>
          <p:cNvSpPr/>
          <p:nvPr/>
        </p:nvSpPr>
        <p:spPr>
          <a:xfrm>
            <a:off x="4380990" y="4454146"/>
            <a:ext cx="338798"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descr="Close with solid fill">
            <a:extLst>
              <a:ext uri="{FF2B5EF4-FFF2-40B4-BE49-F238E27FC236}">
                <a16:creationId xmlns:a16="http://schemas.microsoft.com/office/drawing/2014/main" id="{7AABDDC1-EAAB-EFBD-51D9-D2C3921163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2850" y="369709"/>
            <a:ext cx="914400" cy="914400"/>
          </a:xfrm>
          <a:prstGeom prst="rect">
            <a:avLst/>
          </a:prstGeom>
        </p:spPr>
      </p:pic>
      <p:pic>
        <p:nvPicPr>
          <p:cNvPr id="19" name="Graphic 18" descr="Close with solid fill">
            <a:extLst>
              <a:ext uri="{FF2B5EF4-FFF2-40B4-BE49-F238E27FC236}">
                <a16:creationId xmlns:a16="http://schemas.microsoft.com/office/drawing/2014/main" id="{E46065F4-4260-5CD7-F6B7-A44F726B566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2850" y="1653818"/>
            <a:ext cx="914400" cy="914400"/>
          </a:xfrm>
          <a:prstGeom prst="rect">
            <a:avLst/>
          </a:prstGeom>
        </p:spPr>
      </p:pic>
    </p:spTree>
    <p:extLst>
      <p:ext uri="{BB962C8B-B14F-4D97-AF65-F5344CB8AC3E}">
        <p14:creationId xmlns:p14="http://schemas.microsoft.com/office/powerpoint/2010/main" val="75683462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E8C16-CAA3-D14F-8CB9-7F7D33F57B7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A430AEC-0656-B840-FA64-6308FBD2718C}"/>
              </a:ext>
            </a:extLst>
          </p:cNvPr>
          <p:cNvSpPr txBox="1"/>
          <p:nvPr/>
        </p:nvSpPr>
        <p:spPr>
          <a:xfrm>
            <a:off x="206188" y="90097"/>
            <a:ext cx="4699176" cy="461665"/>
          </a:xfrm>
          <a:prstGeom prst="rect">
            <a:avLst/>
          </a:prstGeom>
          <a:noFill/>
        </p:spPr>
        <p:txBody>
          <a:bodyPr wrap="square" rtlCol="0">
            <a:spAutoFit/>
          </a:bodyPr>
          <a:lstStyle/>
          <a:p>
            <a:r>
              <a:rPr lang="en-US" sz="2400" u="sng"/>
              <a:t>Another exercise: penalty kicks</a:t>
            </a:r>
          </a:p>
        </p:txBody>
      </p:sp>
      <p:sp>
        <p:nvSpPr>
          <p:cNvPr id="3" name="Rectangle 2">
            <a:extLst>
              <a:ext uri="{FF2B5EF4-FFF2-40B4-BE49-F238E27FC236}">
                <a16:creationId xmlns:a16="http://schemas.microsoft.com/office/drawing/2014/main" id="{0FCCB392-8255-D71E-3491-2071F233E8EF}"/>
              </a:ext>
            </a:extLst>
          </p:cNvPr>
          <p:cNvSpPr/>
          <p:nvPr/>
        </p:nvSpPr>
        <p:spPr>
          <a:xfrm>
            <a:off x="1847497" y="1959301"/>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95616FF8-29AF-C342-A052-0082FB6BD3CE}"/>
              </a:ext>
            </a:extLst>
          </p:cNvPr>
          <p:cNvCxnSpPr>
            <a:stCxn id="3" idx="0"/>
            <a:endCxn id="3" idx="2"/>
          </p:cNvCxnSpPr>
          <p:nvPr/>
        </p:nvCxnSpPr>
        <p:spPr>
          <a:xfrm>
            <a:off x="3702423" y="1959301"/>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D223835-07A1-510F-4A76-1E75F682BA44}"/>
              </a:ext>
            </a:extLst>
          </p:cNvPr>
          <p:cNvCxnSpPr>
            <a:stCxn id="3" idx="1"/>
            <a:endCxn id="3" idx="3"/>
          </p:cNvCxnSpPr>
          <p:nvPr/>
        </p:nvCxnSpPr>
        <p:spPr>
          <a:xfrm>
            <a:off x="1847497" y="3783747"/>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0E5CB3D-CE08-C6FD-F251-0555EFAD5A4D}"/>
              </a:ext>
            </a:extLst>
          </p:cNvPr>
          <p:cNvSpPr txBox="1"/>
          <p:nvPr/>
        </p:nvSpPr>
        <p:spPr>
          <a:xfrm>
            <a:off x="2287277" y="2682112"/>
            <a:ext cx="1001484" cy="369332"/>
          </a:xfrm>
          <a:prstGeom prst="rect">
            <a:avLst/>
          </a:prstGeom>
          <a:noFill/>
        </p:spPr>
        <p:txBody>
          <a:bodyPr wrap="square" rtlCol="0">
            <a:spAutoFit/>
          </a:bodyPr>
          <a:lstStyle/>
          <a:p>
            <a:pPr algn="ctr"/>
            <a:r>
              <a:rPr lang="en-US"/>
              <a:t>(1,0)</a:t>
            </a:r>
          </a:p>
        </p:txBody>
      </p:sp>
      <p:sp>
        <p:nvSpPr>
          <p:cNvPr id="9" name="TextBox 8">
            <a:extLst>
              <a:ext uri="{FF2B5EF4-FFF2-40B4-BE49-F238E27FC236}">
                <a16:creationId xmlns:a16="http://schemas.microsoft.com/office/drawing/2014/main" id="{9864FDE0-7058-4DD2-0CC2-8AE158A74546}"/>
              </a:ext>
            </a:extLst>
          </p:cNvPr>
          <p:cNvSpPr txBox="1"/>
          <p:nvPr/>
        </p:nvSpPr>
        <p:spPr>
          <a:xfrm>
            <a:off x="4136064" y="2693390"/>
            <a:ext cx="1001484" cy="369332"/>
          </a:xfrm>
          <a:prstGeom prst="rect">
            <a:avLst/>
          </a:prstGeom>
          <a:noFill/>
        </p:spPr>
        <p:txBody>
          <a:bodyPr wrap="square" rtlCol="0">
            <a:spAutoFit/>
          </a:bodyPr>
          <a:lstStyle/>
          <a:p>
            <a:pPr algn="ctr"/>
            <a:r>
              <a:rPr lang="en-US"/>
              <a:t>(0,1)</a:t>
            </a:r>
          </a:p>
        </p:txBody>
      </p:sp>
      <p:sp>
        <p:nvSpPr>
          <p:cNvPr id="10" name="TextBox 9">
            <a:extLst>
              <a:ext uri="{FF2B5EF4-FFF2-40B4-BE49-F238E27FC236}">
                <a16:creationId xmlns:a16="http://schemas.microsoft.com/office/drawing/2014/main" id="{32BE75AB-EEEC-EE2A-0ADE-AA849C5D7FE5}"/>
              </a:ext>
            </a:extLst>
          </p:cNvPr>
          <p:cNvSpPr txBox="1"/>
          <p:nvPr/>
        </p:nvSpPr>
        <p:spPr>
          <a:xfrm>
            <a:off x="2711823" y="1099443"/>
            <a:ext cx="1981200" cy="369332"/>
          </a:xfrm>
          <a:prstGeom prst="rect">
            <a:avLst/>
          </a:prstGeom>
          <a:noFill/>
        </p:spPr>
        <p:txBody>
          <a:bodyPr wrap="square" rtlCol="0">
            <a:spAutoFit/>
          </a:bodyPr>
          <a:lstStyle/>
          <a:p>
            <a:pPr algn="ctr"/>
            <a:r>
              <a:rPr lang="en-US"/>
              <a:t>goalie</a:t>
            </a:r>
          </a:p>
        </p:txBody>
      </p:sp>
      <p:sp>
        <p:nvSpPr>
          <p:cNvPr id="11" name="TextBox 10">
            <a:extLst>
              <a:ext uri="{FF2B5EF4-FFF2-40B4-BE49-F238E27FC236}">
                <a16:creationId xmlns:a16="http://schemas.microsoft.com/office/drawing/2014/main" id="{36882E2E-B73B-AFBF-9F35-4B50A05D11AA}"/>
              </a:ext>
            </a:extLst>
          </p:cNvPr>
          <p:cNvSpPr txBox="1"/>
          <p:nvPr/>
        </p:nvSpPr>
        <p:spPr>
          <a:xfrm>
            <a:off x="2107085" y="1514507"/>
            <a:ext cx="1361868" cy="369332"/>
          </a:xfrm>
          <a:prstGeom prst="rect">
            <a:avLst/>
          </a:prstGeom>
          <a:noFill/>
        </p:spPr>
        <p:txBody>
          <a:bodyPr wrap="square" rtlCol="0">
            <a:spAutoFit/>
          </a:bodyPr>
          <a:lstStyle/>
          <a:p>
            <a:pPr algn="ctr"/>
            <a:r>
              <a:rPr lang="en-US"/>
              <a:t>dive left</a:t>
            </a:r>
          </a:p>
        </p:txBody>
      </p:sp>
      <p:sp>
        <p:nvSpPr>
          <p:cNvPr id="12" name="TextBox 11">
            <a:extLst>
              <a:ext uri="{FF2B5EF4-FFF2-40B4-BE49-F238E27FC236}">
                <a16:creationId xmlns:a16="http://schemas.microsoft.com/office/drawing/2014/main" id="{01084F64-42F9-46C4-C0E3-F7DE40558AEC}"/>
              </a:ext>
            </a:extLst>
          </p:cNvPr>
          <p:cNvSpPr txBox="1"/>
          <p:nvPr/>
        </p:nvSpPr>
        <p:spPr>
          <a:xfrm>
            <a:off x="3955872" y="1514507"/>
            <a:ext cx="1361868" cy="369332"/>
          </a:xfrm>
          <a:prstGeom prst="rect">
            <a:avLst/>
          </a:prstGeom>
          <a:noFill/>
        </p:spPr>
        <p:txBody>
          <a:bodyPr wrap="square" rtlCol="0">
            <a:spAutoFit/>
          </a:bodyPr>
          <a:lstStyle/>
          <a:p>
            <a:pPr algn="ctr"/>
            <a:r>
              <a:rPr lang="en-US"/>
              <a:t>dive right</a:t>
            </a:r>
          </a:p>
        </p:txBody>
      </p:sp>
      <p:sp>
        <p:nvSpPr>
          <p:cNvPr id="13" name="TextBox 12">
            <a:extLst>
              <a:ext uri="{FF2B5EF4-FFF2-40B4-BE49-F238E27FC236}">
                <a16:creationId xmlns:a16="http://schemas.microsoft.com/office/drawing/2014/main" id="{F8D8F283-2D4A-04BE-55B4-CA4D2B2F2EFE}"/>
              </a:ext>
            </a:extLst>
          </p:cNvPr>
          <p:cNvSpPr txBox="1"/>
          <p:nvPr/>
        </p:nvSpPr>
        <p:spPr>
          <a:xfrm rot="16200000">
            <a:off x="-118" y="3488046"/>
            <a:ext cx="1981200" cy="369332"/>
          </a:xfrm>
          <a:prstGeom prst="rect">
            <a:avLst/>
          </a:prstGeom>
          <a:noFill/>
        </p:spPr>
        <p:txBody>
          <a:bodyPr wrap="square" rtlCol="0">
            <a:spAutoFit/>
          </a:bodyPr>
          <a:lstStyle/>
          <a:p>
            <a:pPr algn="ctr"/>
            <a:r>
              <a:rPr lang="en-US"/>
              <a:t>shooter</a:t>
            </a:r>
          </a:p>
        </p:txBody>
      </p:sp>
      <p:sp>
        <p:nvSpPr>
          <p:cNvPr id="14" name="TextBox 13">
            <a:extLst>
              <a:ext uri="{FF2B5EF4-FFF2-40B4-BE49-F238E27FC236}">
                <a16:creationId xmlns:a16="http://schemas.microsoft.com/office/drawing/2014/main" id="{9D775A4F-7D04-57F3-69E1-CC6D2B4C5C66}"/>
              </a:ext>
            </a:extLst>
          </p:cNvPr>
          <p:cNvSpPr txBox="1"/>
          <p:nvPr/>
        </p:nvSpPr>
        <p:spPr>
          <a:xfrm rot="16200000">
            <a:off x="907876" y="4478646"/>
            <a:ext cx="1361868" cy="369332"/>
          </a:xfrm>
          <a:prstGeom prst="rect">
            <a:avLst/>
          </a:prstGeom>
          <a:noFill/>
        </p:spPr>
        <p:txBody>
          <a:bodyPr wrap="square" rtlCol="0">
            <a:spAutoFit/>
          </a:bodyPr>
          <a:lstStyle/>
          <a:p>
            <a:pPr algn="ctr"/>
            <a:r>
              <a:rPr lang="en-US"/>
              <a:t>shoot left</a:t>
            </a:r>
          </a:p>
        </p:txBody>
      </p:sp>
      <p:sp>
        <p:nvSpPr>
          <p:cNvPr id="15" name="TextBox 14">
            <a:extLst>
              <a:ext uri="{FF2B5EF4-FFF2-40B4-BE49-F238E27FC236}">
                <a16:creationId xmlns:a16="http://schemas.microsoft.com/office/drawing/2014/main" id="{6E0CFF93-446D-5F50-6FC3-986ED3B03957}"/>
              </a:ext>
            </a:extLst>
          </p:cNvPr>
          <p:cNvSpPr txBox="1"/>
          <p:nvPr/>
        </p:nvSpPr>
        <p:spPr>
          <a:xfrm rot="16200000">
            <a:off x="907373" y="2682112"/>
            <a:ext cx="1361868" cy="369332"/>
          </a:xfrm>
          <a:prstGeom prst="rect">
            <a:avLst/>
          </a:prstGeom>
          <a:noFill/>
        </p:spPr>
        <p:txBody>
          <a:bodyPr wrap="square" rtlCol="0">
            <a:spAutoFit/>
          </a:bodyPr>
          <a:lstStyle/>
          <a:p>
            <a:pPr algn="ctr"/>
            <a:r>
              <a:rPr lang="en-US"/>
              <a:t>shoot right</a:t>
            </a:r>
          </a:p>
        </p:txBody>
      </p:sp>
      <p:sp>
        <p:nvSpPr>
          <p:cNvPr id="16" name="TextBox 15">
            <a:extLst>
              <a:ext uri="{FF2B5EF4-FFF2-40B4-BE49-F238E27FC236}">
                <a16:creationId xmlns:a16="http://schemas.microsoft.com/office/drawing/2014/main" id="{814164D8-EFA2-3844-C2B6-B4DB7324E5F3}"/>
              </a:ext>
            </a:extLst>
          </p:cNvPr>
          <p:cNvSpPr txBox="1"/>
          <p:nvPr/>
        </p:nvSpPr>
        <p:spPr>
          <a:xfrm>
            <a:off x="2274218" y="4504773"/>
            <a:ext cx="1001484" cy="369332"/>
          </a:xfrm>
          <a:prstGeom prst="rect">
            <a:avLst/>
          </a:prstGeom>
          <a:noFill/>
        </p:spPr>
        <p:txBody>
          <a:bodyPr wrap="square" rtlCol="0">
            <a:spAutoFit/>
          </a:bodyPr>
          <a:lstStyle/>
          <a:p>
            <a:pPr algn="ctr"/>
            <a:r>
              <a:rPr lang="en-US"/>
              <a:t>(0,1)</a:t>
            </a:r>
          </a:p>
        </p:txBody>
      </p:sp>
      <p:sp>
        <p:nvSpPr>
          <p:cNvPr id="17" name="TextBox 16">
            <a:extLst>
              <a:ext uri="{FF2B5EF4-FFF2-40B4-BE49-F238E27FC236}">
                <a16:creationId xmlns:a16="http://schemas.microsoft.com/office/drawing/2014/main" id="{B22074AE-CA88-AD7B-DC58-EDB2693FB583}"/>
              </a:ext>
            </a:extLst>
          </p:cNvPr>
          <p:cNvSpPr txBox="1"/>
          <p:nvPr/>
        </p:nvSpPr>
        <p:spPr>
          <a:xfrm>
            <a:off x="4192281" y="4489166"/>
            <a:ext cx="1001484" cy="369332"/>
          </a:xfrm>
          <a:prstGeom prst="rect">
            <a:avLst/>
          </a:prstGeom>
          <a:noFill/>
        </p:spPr>
        <p:txBody>
          <a:bodyPr wrap="square" rtlCol="0">
            <a:spAutoFit/>
          </a:bodyPr>
          <a:lstStyle/>
          <a:p>
            <a:pPr algn="ctr"/>
            <a:r>
              <a:rPr lang="en-US"/>
              <a:t>(1,0)</a:t>
            </a:r>
          </a:p>
        </p:txBody>
      </p:sp>
      <p:sp>
        <p:nvSpPr>
          <p:cNvPr id="7" name="TextBox 6">
            <a:extLst>
              <a:ext uri="{FF2B5EF4-FFF2-40B4-BE49-F238E27FC236}">
                <a16:creationId xmlns:a16="http://schemas.microsoft.com/office/drawing/2014/main" id="{97BED5D4-83FF-98D3-7CC3-0A312F0A9D0A}"/>
              </a:ext>
            </a:extLst>
          </p:cNvPr>
          <p:cNvSpPr txBox="1"/>
          <p:nvPr/>
        </p:nvSpPr>
        <p:spPr>
          <a:xfrm>
            <a:off x="7001435" y="0"/>
            <a:ext cx="5190565" cy="6858000"/>
          </a:xfrm>
          <a:prstGeom prst="rect">
            <a:avLst/>
          </a:prstGeom>
          <a:solidFill>
            <a:schemeClr val="tx2"/>
          </a:solidFill>
        </p:spPr>
        <p:txBody>
          <a:bodyPr wrap="square" rtlCol="0">
            <a:noAutofit/>
          </a:bodyPr>
          <a:lstStyle/>
          <a:p>
            <a:r>
              <a:rPr lang="en-US" b="1">
                <a:solidFill>
                  <a:schemeClr val="bg1"/>
                </a:solidFill>
              </a:rPr>
              <a:t>Which profiles are Nash Equilibria?</a:t>
            </a:r>
          </a:p>
          <a:p>
            <a:endParaRPr lang="en-US">
              <a:solidFill>
                <a:schemeClr val="bg1"/>
              </a:solidFill>
            </a:endParaRPr>
          </a:p>
          <a:p>
            <a:endParaRPr lang="en-US">
              <a:solidFill>
                <a:schemeClr val="bg1"/>
              </a:solidFill>
            </a:endParaRPr>
          </a:p>
          <a:p>
            <a:r>
              <a:rPr lang="en-US">
                <a:solidFill>
                  <a:schemeClr val="bg1"/>
                </a:solidFill>
              </a:rPr>
              <a:t>(shoot right,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right, dive right)?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right)?</a:t>
            </a:r>
          </a:p>
        </p:txBody>
      </p:sp>
      <p:sp>
        <p:nvSpPr>
          <p:cNvPr id="8" name="Rectangle 7">
            <a:extLst>
              <a:ext uri="{FF2B5EF4-FFF2-40B4-BE49-F238E27FC236}">
                <a16:creationId xmlns:a16="http://schemas.microsoft.com/office/drawing/2014/main" id="{AD1980ED-C021-BA82-E0BF-1321F14B3483}"/>
              </a:ext>
            </a:extLst>
          </p:cNvPr>
          <p:cNvSpPr/>
          <p:nvPr/>
        </p:nvSpPr>
        <p:spPr>
          <a:xfrm>
            <a:off x="7001435" y="2933700"/>
            <a:ext cx="5190565"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BC1B4B7-7AAF-3A28-193F-F3E097C38E7A}"/>
              </a:ext>
            </a:extLst>
          </p:cNvPr>
          <p:cNvSpPr/>
          <p:nvPr/>
        </p:nvSpPr>
        <p:spPr>
          <a:xfrm>
            <a:off x="2236357" y="4444076"/>
            <a:ext cx="1100837"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A6CE9D1-AFA4-1813-E382-9BE6C84F91FB}"/>
              </a:ext>
            </a:extLst>
          </p:cNvPr>
          <p:cNvSpPr/>
          <p:nvPr/>
        </p:nvSpPr>
        <p:spPr>
          <a:xfrm>
            <a:off x="1844191" y="1929571"/>
            <a:ext cx="1854927" cy="3648891"/>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E5FBA45-BC4D-890F-ED46-44C0E16A56C4}"/>
              </a:ext>
            </a:extLst>
          </p:cNvPr>
          <p:cNvSpPr/>
          <p:nvPr/>
        </p:nvSpPr>
        <p:spPr>
          <a:xfrm>
            <a:off x="2492980" y="2619749"/>
            <a:ext cx="278674"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8E69B087-8327-7CDB-4F20-9A747164BD1F}"/>
              </a:ext>
            </a:extLst>
          </p:cNvPr>
          <p:cNvSpPr/>
          <p:nvPr/>
        </p:nvSpPr>
        <p:spPr>
          <a:xfrm>
            <a:off x="2487508" y="4443558"/>
            <a:ext cx="338798"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descr="Close with solid fill">
            <a:extLst>
              <a:ext uri="{FF2B5EF4-FFF2-40B4-BE49-F238E27FC236}">
                <a16:creationId xmlns:a16="http://schemas.microsoft.com/office/drawing/2014/main" id="{24A375D1-7FAD-A474-63A6-723BAE7F382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2850" y="369709"/>
            <a:ext cx="914400" cy="914400"/>
          </a:xfrm>
          <a:prstGeom prst="rect">
            <a:avLst/>
          </a:prstGeom>
        </p:spPr>
      </p:pic>
      <p:pic>
        <p:nvPicPr>
          <p:cNvPr id="19" name="Graphic 18" descr="Close with solid fill">
            <a:extLst>
              <a:ext uri="{FF2B5EF4-FFF2-40B4-BE49-F238E27FC236}">
                <a16:creationId xmlns:a16="http://schemas.microsoft.com/office/drawing/2014/main" id="{CF986A52-5263-B1D7-5913-D577645309C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2850" y="1653818"/>
            <a:ext cx="914400" cy="914400"/>
          </a:xfrm>
          <a:prstGeom prst="rect">
            <a:avLst/>
          </a:prstGeom>
        </p:spPr>
      </p:pic>
    </p:spTree>
    <p:extLst>
      <p:ext uri="{BB962C8B-B14F-4D97-AF65-F5344CB8AC3E}">
        <p14:creationId xmlns:p14="http://schemas.microsoft.com/office/powerpoint/2010/main" val="341426275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27C70-54B6-92FD-11E7-5288AE7161E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394846-ED30-F385-F273-1334260094E4}"/>
              </a:ext>
            </a:extLst>
          </p:cNvPr>
          <p:cNvSpPr txBox="1"/>
          <p:nvPr/>
        </p:nvSpPr>
        <p:spPr>
          <a:xfrm>
            <a:off x="206188" y="90097"/>
            <a:ext cx="4699176" cy="461665"/>
          </a:xfrm>
          <a:prstGeom prst="rect">
            <a:avLst/>
          </a:prstGeom>
          <a:noFill/>
        </p:spPr>
        <p:txBody>
          <a:bodyPr wrap="square" rtlCol="0">
            <a:spAutoFit/>
          </a:bodyPr>
          <a:lstStyle/>
          <a:p>
            <a:r>
              <a:rPr lang="en-US" sz="2400" u="sng"/>
              <a:t>Another exercise: penalty kicks</a:t>
            </a:r>
          </a:p>
        </p:txBody>
      </p:sp>
      <p:sp>
        <p:nvSpPr>
          <p:cNvPr id="3" name="Rectangle 2">
            <a:extLst>
              <a:ext uri="{FF2B5EF4-FFF2-40B4-BE49-F238E27FC236}">
                <a16:creationId xmlns:a16="http://schemas.microsoft.com/office/drawing/2014/main" id="{D505C543-4086-A745-1F3A-8FC1912B383A}"/>
              </a:ext>
            </a:extLst>
          </p:cNvPr>
          <p:cNvSpPr/>
          <p:nvPr/>
        </p:nvSpPr>
        <p:spPr>
          <a:xfrm>
            <a:off x="1847497" y="1959301"/>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52C82713-CD98-3CBF-13B8-EA28231F5FCC}"/>
              </a:ext>
            </a:extLst>
          </p:cNvPr>
          <p:cNvCxnSpPr>
            <a:stCxn id="3" idx="0"/>
            <a:endCxn id="3" idx="2"/>
          </p:cNvCxnSpPr>
          <p:nvPr/>
        </p:nvCxnSpPr>
        <p:spPr>
          <a:xfrm>
            <a:off x="3702423" y="1959301"/>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F550095-2B22-32CC-5A2B-58DAB025F5D3}"/>
              </a:ext>
            </a:extLst>
          </p:cNvPr>
          <p:cNvCxnSpPr>
            <a:stCxn id="3" idx="1"/>
            <a:endCxn id="3" idx="3"/>
          </p:cNvCxnSpPr>
          <p:nvPr/>
        </p:nvCxnSpPr>
        <p:spPr>
          <a:xfrm>
            <a:off x="1847497" y="3783747"/>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05ED687-B900-E563-9883-4C98BF084B0B}"/>
              </a:ext>
            </a:extLst>
          </p:cNvPr>
          <p:cNvSpPr txBox="1"/>
          <p:nvPr/>
        </p:nvSpPr>
        <p:spPr>
          <a:xfrm>
            <a:off x="2287277" y="2682112"/>
            <a:ext cx="1001484" cy="369332"/>
          </a:xfrm>
          <a:prstGeom prst="rect">
            <a:avLst/>
          </a:prstGeom>
          <a:noFill/>
        </p:spPr>
        <p:txBody>
          <a:bodyPr wrap="square" rtlCol="0">
            <a:spAutoFit/>
          </a:bodyPr>
          <a:lstStyle/>
          <a:p>
            <a:pPr algn="ctr"/>
            <a:r>
              <a:rPr lang="en-US"/>
              <a:t>(1,0)</a:t>
            </a:r>
          </a:p>
        </p:txBody>
      </p:sp>
      <p:sp>
        <p:nvSpPr>
          <p:cNvPr id="9" name="TextBox 8">
            <a:extLst>
              <a:ext uri="{FF2B5EF4-FFF2-40B4-BE49-F238E27FC236}">
                <a16:creationId xmlns:a16="http://schemas.microsoft.com/office/drawing/2014/main" id="{ADC471CA-FB1D-48E0-BFB6-88BBE3E830D7}"/>
              </a:ext>
            </a:extLst>
          </p:cNvPr>
          <p:cNvSpPr txBox="1"/>
          <p:nvPr/>
        </p:nvSpPr>
        <p:spPr>
          <a:xfrm>
            <a:off x="4136064" y="2693390"/>
            <a:ext cx="1001484" cy="369332"/>
          </a:xfrm>
          <a:prstGeom prst="rect">
            <a:avLst/>
          </a:prstGeom>
          <a:noFill/>
        </p:spPr>
        <p:txBody>
          <a:bodyPr wrap="square" rtlCol="0">
            <a:spAutoFit/>
          </a:bodyPr>
          <a:lstStyle/>
          <a:p>
            <a:pPr algn="ctr"/>
            <a:r>
              <a:rPr lang="en-US"/>
              <a:t>(0,1)</a:t>
            </a:r>
          </a:p>
        </p:txBody>
      </p:sp>
      <p:sp>
        <p:nvSpPr>
          <p:cNvPr id="10" name="TextBox 9">
            <a:extLst>
              <a:ext uri="{FF2B5EF4-FFF2-40B4-BE49-F238E27FC236}">
                <a16:creationId xmlns:a16="http://schemas.microsoft.com/office/drawing/2014/main" id="{05A11A15-23A9-5A1B-752C-6B571DE24049}"/>
              </a:ext>
            </a:extLst>
          </p:cNvPr>
          <p:cNvSpPr txBox="1"/>
          <p:nvPr/>
        </p:nvSpPr>
        <p:spPr>
          <a:xfrm>
            <a:off x="2711823" y="1099443"/>
            <a:ext cx="1981200" cy="369332"/>
          </a:xfrm>
          <a:prstGeom prst="rect">
            <a:avLst/>
          </a:prstGeom>
          <a:noFill/>
        </p:spPr>
        <p:txBody>
          <a:bodyPr wrap="square" rtlCol="0">
            <a:spAutoFit/>
          </a:bodyPr>
          <a:lstStyle/>
          <a:p>
            <a:pPr algn="ctr"/>
            <a:r>
              <a:rPr lang="en-US"/>
              <a:t>goalie</a:t>
            </a:r>
          </a:p>
        </p:txBody>
      </p:sp>
      <p:sp>
        <p:nvSpPr>
          <p:cNvPr id="11" name="TextBox 10">
            <a:extLst>
              <a:ext uri="{FF2B5EF4-FFF2-40B4-BE49-F238E27FC236}">
                <a16:creationId xmlns:a16="http://schemas.microsoft.com/office/drawing/2014/main" id="{8E8282AF-408B-3D6C-449D-14367F1F5323}"/>
              </a:ext>
            </a:extLst>
          </p:cNvPr>
          <p:cNvSpPr txBox="1"/>
          <p:nvPr/>
        </p:nvSpPr>
        <p:spPr>
          <a:xfrm>
            <a:off x="2107085" y="1514507"/>
            <a:ext cx="1361868" cy="369332"/>
          </a:xfrm>
          <a:prstGeom prst="rect">
            <a:avLst/>
          </a:prstGeom>
          <a:noFill/>
        </p:spPr>
        <p:txBody>
          <a:bodyPr wrap="square" rtlCol="0">
            <a:spAutoFit/>
          </a:bodyPr>
          <a:lstStyle/>
          <a:p>
            <a:pPr algn="ctr"/>
            <a:r>
              <a:rPr lang="en-US"/>
              <a:t>dive left</a:t>
            </a:r>
          </a:p>
        </p:txBody>
      </p:sp>
      <p:sp>
        <p:nvSpPr>
          <p:cNvPr id="12" name="TextBox 11">
            <a:extLst>
              <a:ext uri="{FF2B5EF4-FFF2-40B4-BE49-F238E27FC236}">
                <a16:creationId xmlns:a16="http://schemas.microsoft.com/office/drawing/2014/main" id="{F83F828E-2197-CC49-6ACC-87BE67A28480}"/>
              </a:ext>
            </a:extLst>
          </p:cNvPr>
          <p:cNvSpPr txBox="1"/>
          <p:nvPr/>
        </p:nvSpPr>
        <p:spPr>
          <a:xfrm>
            <a:off x="3955872" y="1514507"/>
            <a:ext cx="1361868" cy="369332"/>
          </a:xfrm>
          <a:prstGeom prst="rect">
            <a:avLst/>
          </a:prstGeom>
          <a:noFill/>
        </p:spPr>
        <p:txBody>
          <a:bodyPr wrap="square" rtlCol="0">
            <a:spAutoFit/>
          </a:bodyPr>
          <a:lstStyle/>
          <a:p>
            <a:pPr algn="ctr"/>
            <a:r>
              <a:rPr lang="en-US"/>
              <a:t>dive right</a:t>
            </a:r>
          </a:p>
        </p:txBody>
      </p:sp>
      <p:sp>
        <p:nvSpPr>
          <p:cNvPr id="13" name="TextBox 12">
            <a:extLst>
              <a:ext uri="{FF2B5EF4-FFF2-40B4-BE49-F238E27FC236}">
                <a16:creationId xmlns:a16="http://schemas.microsoft.com/office/drawing/2014/main" id="{0A5D33F5-5965-81D9-84F4-6617122FB446}"/>
              </a:ext>
            </a:extLst>
          </p:cNvPr>
          <p:cNvSpPr txBox="1"/>
          <p:nvPr/>
        </p:nvSpPr>
        <p:spPr>
          <a:xfrm rot="16200000">
            <a:off x="-118" y="3488046"/>
            <a:ext cx="1981200" cy="369332"/>
          </a:xfrm>
          <a:prstGeom prst="rect">
            <a:avLst/>
          </a:prstGeom>
          <a:noFill/>
        </p:spPr>
        <p:txBody>
          <a:bodyPr wrap="square" rtlCol="0">
            <a:spAutoFit/>
          </a:bodyPr>
          <a:lstStyle/>
          <a:p>
            <a:pPr algn="ctr"/>
            <a:r>
              <a:rPr lang="en-US"/>
              <a:t>shooter</a:t>
            </a:r>
          </a:p>
        </p:txBody>
      </p:sp>
      <p:sp>
        <p:nvSpPr>
          <p:cNvPr id="14" name="TextBox 13">
            <a:extLst>
              <a:ext uri="{FF2B5EF4-FFF2-40B4-BE49-F238E27FC236}">
                <a16:creationId xmlns:a16="http://schemas.microsoft.com/office/drawing/2014/main" id="{E7B9864B-9A8B-DFB6-D528-3885B9C51206}"/>
              </a:ext>
            </a:extLst>
          </p:cNvPr>
          <p:cNvSpPr txBox="1"/>
          <p:nvPr/>
        </p:nvSpPr>
        <p:spPr>
          <a:xfrm rot="16200000">
            <a:off x="907876" y="4478646"/>
            <a:ext cx="1361868" cy="369332"/>
          </a:xfrm>
          <a:prstGeom prst="rect">
            <a:avLst/>
          </a:prstGeom>
          <a:noFill/>
        </p:spPr>
        <p:txBody>
          <a:bodyPr wrap="square" rtlCol="0">
            <a:spAutoFit/>
          </a:bodyPr>
          <a:lstStyle/>
          <a:p>
            <a:pPr algn="ctr"/>
            <a:r>
              <a:rPr lang="en-US"/>
              <a:t>shoot left</a:t>
            </a:r>
          </a:p>
        </p:txBody>
      </p:sp>
      <p:sp>
        <p:nvSpPr>
          <p:cNvPr id="15" name="TextBox 14">
            <a:extLst>
              <a:ext uri="{FF2B5EF4-FFF2-40B4-BE49-F238E27FC236}">
                <a16:creationId xmlns:a16="http://schemas.microsoft.com/office/drawing/2014/main" id="{CE164EBB-F855-93ED-15A6-7117160D8513}"/>
              </a:ext>
            </a:extLst>
          </p:cNvPr>
          <p:cNvSpPr txBox="1"/>
          <p:nvPr/>
        </p:nvSpPr>
        <p:spPr>
          <a:xfrm rot="16200000">
            <a:off x="907373" y="2682112"/>
            <a:ext cx="1361868" cy="369332"/>
          </a:xfrm>
          <a:prstGeom prst="rect">
            <a:avLst/>
          </a:prstGeom>
          <a:noFill/>
        </p:spPr>
        <p:txBody>
          <a:bodyPr wrap="square" rtlCol="0">
            <a:spAutoFit/>
          </a:bodyPr>
          <a:lstStyle/>
          <a:p>
            <a:pPr algn="ctr"/>
            <a:r>
              <a:rPr lang="en-US"/>
              <a:t>shoot right</a:t>
            </a:r>
          </a:p>
        </p:txBody>
      </p:sp>
      <p:sp>
        <p:nvSpPr>
          <p:cNvPr id="16" name="TextBox 15">
            <a:extLst>
              <a:ext uri="{FF2B5EF4-FFF2-40B4-BE49-F238E27FC236}">
                <a16:creationId xmlns:a16="http://schemas.microsoft.com/office/drawing/2014/main" id="{F545E8CD-41FD-B500-B085-857EFCD25936}"/>
              </a:ext>
            </a:extLst>
          </p:cNvPr>
          <p:cNvSpPr txBox="1"/>
          <p:nvPr/>
        </p:nvSpPr>
        <p:spPr>
          <a:xfrm>
            <a:off x="2274218" y="4504773"/>
            <a:ext cx="1001484" cy="369332"/>
          </a:xfrm>
          <a:prstGeom prst="rect">
            <a:avLst/>
          </a:prstGeom>
          <a:noFill/>
        </p:spPr>
        <p:txBody>
          <a:bodyPr wrap="square" rtlCol="0">
            <a:spAutoFit/>
          </a:bodyPr>
          <a:lstStyle/>
          <a:p>
            <a:pPr algn="ctr"/>
            <a:r>
              <a:rPr lang="en-US"/>
              <a:t>(0,1)</a:t>
            </a:r>
          </a:p>
        </p:txBody>
      </p:sp>
      <p:sp>
        <p:nvSpPr>
          <p:cNvPr id="17" name="TextBox 16">
            <a:extLst>
              <a:ext uri="{FF2B5EF4-FFF2-40B4-BE49-F238E27FC236}">
                <a16:creationId xmlns:a16="http://schemas.microsoft.com/office/drawing/2014/main" id="{22C78679-E91D-8BCA-25E5-E7C7B0BFFAAF}"/>
              </a:ext>
            </a:extLst>
          </p:cNvPr>
          <p:cNvSpPr txBox="1"/>
          <p:nvPr/>
        </p:nvSpPr>
        <p:spPr>
          <a:xfrm>
            <a:off x="4192281" y="4489166"/>
            <a:ext cx="1001484" cy="369332"/>
          </a:xfrm>
          <a:prstGeom prst="rect">
            <a:avLst/>
          </a:prstGeom>
          <a:noFill/>
        </p:spPr>
        <p:txBody>
          <a:bodyPr wrap="square" rtlCol="0">
            <a:spAutoFit/>
          </a:bodyPr>
          <a:lstStyle/>
          <a:p>
            <a:pPr algn="ctr"/>
            <a:r>
              <a:rPr lang="en-US"/>
              <a:t>(1,0)</a:t>
            </a:r>
          </a:p>
        </p:txBody>
      </p:sp>
      <p:sp>
        <p:nvSpPr>
          <p:cNvPr id="7" name="TextBox 6">
            <a:extLst>
              <a:ext uri="{FF2B5EF4-FFF2-40B4-BE49-F238E27FC236}">
                <a16:creationId xmlns:a16="http://schemas.microsoft.com/office/drawing/2014/main" id="{363AC89D-C127-BE53-D852-C3C04706D6C4}"/>
              </a:ext>
            </a:extLst>
          </p:cNvPr>
          <p:cNvSpPr txBox="1"/>
          <p:nvPr/>
        </p:nvSpPr>
        <p:spPr>
          <a:xfrm>
            <a:off x="7001435" y="0"/>
            <a:ext cx="5190565" cy="6858000"/>
          </a:xfrm>
          <a:prstGeom prst="rect">
            <a:avLst/>
          </a:prstGeom>
          <a:solidFill>
            <a:schemeClr val="tx2"/>
          </a:solidFill>
        </p:spPr>
        <p:txBody>
          <a:bodyPr wrap="square" rtlCol="0">
            <a:noAutofit/>
          </a:bodyPr>
          <a:lstStyle/>
          <a:p>
            <a:r>
              <a:rPr lang="en-US" b="1">
                <a:solidFill>
                  <a:schemeClr val="bg1"/>
                </a:solidFill>
              </a:rPr>
              <a:t>Which profiles are Nash Equilibria?</a:t>
            </a:r>
          </a:p>
          <a:p>
            <a:endParaRPr lang="en-US">
              <a:solidFill>
                <a:schemeClr val="bg1"/>
              </a:solidFill>
            </a:endParaRPr>
          </a:p>
          <a:p>
            <a:endParaRPr lang="en-US">
              <a:solidFill>
                <a:schemeClr val="bg1"/>
              </a:solidFill>
            </a:endParaRPr>
          </a:p>
          <a:p>
            <a:r>
              <a:rPr lang="en-US">
                <a:solidFill>
                  <a:schemeClr val="bg1"/>
                </a:solidFill>
              </a:rPr>
              <a:t>(shoot right,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right, dive right)?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right)?</a:t>
            </a:r>
          </a:p>
        </p:txBody>
      </p:sp>
      <p:sp>
        <p:nvSpPr>
          <p:cNvPr id="8" name="Rectangle 7">
            <a:extLst>
              <a:ext uri="{FF2B5EF4-FFF2-40B4-BE49-F238E27FC236}">
                <a16:creationId xmlns:a16="http://schemas.microsoft.com/office/drawing/2014/main" id="{8D22700B-E376-CC2A-E505-9FFCDFA74E4F}"/>
              </a:ext>
            </a:extLst>
          </p:cNvPr>
          <p:cNvSpPr/>
          <p:nvPr/>
        </p:nvSpPr>
        <p:spPr>
          <a:xfrm>
            <a:off x="7001435" y="2933700"/>
            <a:ext cx="5190565"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6AEB998-B5F1-3DD7-6BAC-718097D42038}"/>
              </a:ext>
            </a:extLst>
          </p:cNvPr>
          <p:cNvSpPr/>
          <p:nvPr/>
        </p:nvSpPr>
        <p:spPr>
          <a:xfrm>
            <a:off x="2236357" y="4444076"/>
            <a:ext cx="1100837"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40F1271-C253-415D-FD59-76C726913C58}"/>
              </a:ext>
            </a:extLst>
          </p:cNvPr>
          <p:cNvSpPr/>
          <p:nvPr/>
        </p:nvSpPr>
        <p:spPr>
          <a:xfrm>
            <a:off x="1844191" y="1929571"/>
            <a:ext cx="1854927" cy="3648891"/>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C36B8660-0EA1-2271-3E39-A7C605F8263E}"/>
              </a:ext>
            </a:extLst>
          </p:cNvPr>
          <p:cNvSpPr/>
          <p:nvPr/>
        </p:nvSpPr>
        <p:spPr>
          <a:xfrm>
            <a:off x="2492980" y="2619749"/>
            <a:ext cx="278674"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99B8BDC-8343-2DEE-61EE-8857789F69CD}"/>
              </a:ext>
            </a:extLst>
          </p:cNvPr>
          <p:cNvSpPr/>
          <p:nvPr/>
        </p:nvSpPr>
        <p:spPr>
          <a:xfrm>
            <a:off x="2487508" y="4443558"/>
            <a:ext cx="338798"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descr="Close with solid fill">
            <a:extLst>
              <a:ext uri="{FF2B5EF4-FFF2-40B4-BE49-F238E27FC236}">
                <a16:creationId xmlns:a16="http://schemas.microsoft.com/office/drawing/2014/main" id="{357BEF69-EF4F-2044-2B08-4642317C2E5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2850" y="369709"/>
            <a:ext cx="914400" cy="914400"/>
          </a:xfrm>
          <a:prstGeom prst="rect">
            <a:avLst/>
          </a:prstGeom>
        </p:spPr>
      </p:pic>
      <p:pic>
        <p:nvPicPr>
          <p:cNvPr id="19" name="Graphic 18" descr="Close with solid fill">
            <a:extLst>
              <a:ext uri="{FF2B5EF4-FFF2-40B4-BE49-F238E27FC236}">
                <a16:creationId xmlns:a16="http://schemas.microsoft.com/office/drawing/2014/main" id="{531ED4A0-2778-97BC-8900-5F8FEC4376E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2850" y="1653818"/>
            <a:ext cx="914400" cy="914400"/>
          </a:xfrm>
          <a:prstGeom prst="rect">
            <a:avLst/>
          </a:prstGeom>
        </p:spPr>
      </p:pic>
      <p:pic>
        <p:nvPicPr>
          <p:cNvPr id="24" name="Graphic 23" descr="Close with solid fill">
            <a:extLst>
              <a:ext uri="{FF2B5EF4-FFF2-40B4-BE49-F238E27FC236}">
                <a16:creationId xmlns:a16="http://schemas.microsoft.com/office/drawing/2014/main" id="{152A42AA-0CB1-3917-3D95-6DFA6A27D9D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86185" y="2693390"/>
            <a:ext cx="914400" cy="914400"/>
          </a:xfrm>
          <a:prstGeom prst="rect">
            <a:avLst/>
          </a:prstGeom>
        </p:spPr>
      </p:pic>
    </p:spTree>
    <p:extLst>
      <p:ext uri="{BB962C8B-B14F-4D97-AF65-F5344CB8AC3E}">
        <p14:creationId xmlns:p14="http://schemas.microsoft.com/office/powerpoint/2010/main" val="79068516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EECB5-2557-3410-4F57-BF9520F70F5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626067-62E8-6230-E6F3-A7470A3DEC4B}"/>
              </a:ext>
            </a:extLst>
          </p:cNvPr>
          <p:cNvSpPr txBox="1"/>
          <p:nvPr/>
        </p:nvSpPr>
        <p:spPr>
          <a:xfrm>
            <a:off x="206188" y="90097"/>
            <a:ext cx="4699176" cy="461665"/>
          </a:xfrm>
          <a:prstGeom prst="rect">
            <a:avLst/>
          </a:prstGeom>
          <a:noFill/>
        </p:spPr>
        <p:txBody>
          <a:bodyPr wrap="square" rtlCol="0">
            <a:spAutoFit/>
          </a:bodyPr>
          <a:lstStyle/>
          <a:p>
            <a:r>
              <a:rPr lang="en-US" sz="2400" u="sng"/>
              <a:t>Another exercise: penalty kicks</a:t>
            </a:r>
          </a:p>
        </p:txBody>
      </p:sp>
      <p:sp>
        <p:nvSpPr>
          <p:cNvPr id="3" name="Rectangle 2">
            <a:extLst>
              <a:ext uri="{FF2B5EF4-FFF2-40B4-BE49-F238E27FC236}">
                <a16:creationId xmlns:a16="http://schemas.microsoft.com/office/drawing/2014/main" id="{88FBCA60-FCA4-BFDE-46E1-8BCD9C51288B}"/>
              </a:ext>
            </a:extLst>
          </p:cNvPr>
          <p:cNvSpPr/>
          <p:nvPr/>
        </p:nvSpPr>
        <p:spPr>
          <a:xfrm>
            <a:off x="1847497" y="1959301"/>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1BC5823F-FB72-8F20-BDA5-135253987155}"/>
              </a:ext>
            </a:extLst>
          </p:cNvPr>
          <p:cNvCxnSpPr>
            <a:stCxn id="3" idx="0"/>
            <a:endCxn id="3" idx="2"/>
          </p:cNvCxnSpPr>
          <p:nvPr/>
        </p:nvCxnSpPr>
        <p:spPr>
          <a:xfrm>
            <a:off x="3702423" y="1959301"/>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5FE07C9-6823-9AD3-ED87-9ED88FCED7DA}"/>
              </a:ext>
            </a:extLst>
          </p:cNvPr>
          <p:cNvCxnSpPr>
            <a:stCxn id="3" idx="1"/>
            <a:endCxn id="3" idx="3"/>
          </p:cNvCxnSpPr>
          <p:nvPr/>
        </p:nvCxnSpPr>
        <p:spPr>
          <a:xfrm>
            <a:off x="1847497" y="3783747"/>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DB02E5E-4B52-632D-9D11-D43C49FC1459}"/>
              </a:ext>
            </a:extLst>
          </p:cNvPr>
          <p:cNvSpPr txBox="1"/>
          <p:nvPr/>
        </p:nvSpPr>
        <p:spPr>
          <a:xfrm>
            <a:off x="2287277" y="2682112"/>
            <a:ext cx="1001484" cy="369332"/>
          </a:xfrm>
          <a:prstGeom prst="rect">
            <a:avLst/>
          </a:prstGeom>
          <a:noFill/>
        </p:spPr>
        <p:txBody>
          <a:bodyPr wrap="square" rtlCol="0">
            <a:spAutoFit/>
          </a:bodyPr>
          <a:lstStyle/>
          <a:p>
            <a:pPr algn="ctr"/>
            <a:r>
              <a:rPr lang="en-US"/>
              <a:t>(1,0)</a:t>
            </a:r>
          </a:p>
        </p:txBody>
      </p:sp>
      <p:sp>
        <p:nvSpPr>
          <p:cNvPr id="9" name="TextBox 8">
            <a:extLst>
              <a:ext uri="{FF2B5EF4-FFF2-40B4-BE49-F238E27FC236}">
                <a16:creationId xmlns:a16="http://schemas.microsoft.com/office/drawing/2014/main" id="{11C85FEF-0D52-BE69-B748-1D5E75B62031}"/>
              </a:ext>
            </a:extLst>
          </p:cNvPr>
          <p:cNvSpPr txBox="1"/>
          <p:nvPr/>
        </p:nvSpPr>
        <p:spPr>
          <a:xfrm>
            <a:off x="4136064" y="2693390"/>
            <a:ext cx="1001484" cy="369332"/>
          </a:xfrm>
          <a:prstGeom prst="rect">
            <a:avLst/>
          </a:prstGeom>
          <a:noFill/>
        </p:spPr>
        <p:txBody>
          <a:bodyPr wrap="square" rtlCol="0">
            <a:spAutoFit/>
          </a:bodyPr>
          <a:lstStyle/>
          <a:p>
            <a:pPr algn="ctr"/>
            <a:r>
              <a:rPr lang="en-US"/>
              <a:t>(0,1)</a:t>
            </a:r>
          </a:p>
        </p:txBody>
      </p:sp>
      <p:sp>
        <p:nvSpPr>
          <p:cNvPr id="10" name="TextBox 9">
            <a:extLst>
              <a:ext uri="{FF2B5EF4-FFF2-40B4-BE49-F238E27FC236}">
                <a16:creationId xmlns:a16="http://schemas.microsoft.com/office/drawing/2014/main" id="{05D0D798-D34B-713E-5569-2AD84CBD82FB}"/>
              </a:ext>
            </a:extLst>
          </p:cNvPr>
          <p:cNvSpPr txBox="1"/>
          <p:nvPr/>
        </p:nvSpPr>
        <p:spPr>
          <a:xfrm>
            <a:off x="2711823" y="1099443"/>
            <a:ext cx="1981200" cy="369332"/>
          </a:xfrm>
          <a:prstGeom prst="rect">
            <a:avLst/>
          </a:prstGeom>
          <a:noFill/>
        </p:spPr>
        <p:txBody>
          <a:bodyPr wrap="square" rtlCol="0">
            <a:spAutoFit/>
          </a:bodyPr>
          <a:lstStyle/>
          <a:p>
            <a:pPr algn="ctr"/>
            <a:r>
              <a:rPr lang="en-US"/>
              <a:t>goalie</a:t>
            </a:r>
          </a:p>
        </p:txBody>
      </p:sp>
      <p:sp>
        <p:nvSpPr>
          <p:cNvPr id="11" name="TextBox 10">
            <a:extLst>
              <a:ext uri="{FF2B5EF4-FFF2-40B4-BE49-F238E27FC236}">
                <a16:creationId xmlns:a16="http://schemas.microsoft.com/office/drawing/2014/main" id="{4BF7248D-EF87-D54A-F2A9-DBC0B49B4C4D}"/>
              </a:ext>
            </a:extLst>
          </p:cNvPr>
          <p:cNvSpPr txBox="1"/>
          <p:nvPr/>
        </p:nvSpPr>
        <p:spPr>
          <a:xfrm>
            <a:off x="2107085" y="1514507"/>
            <a:ext cx="1361868" cy="369332"/>
          </a:xfrm>
          <a:prstGeom prst="rect">
            <a:avLst/>
          </a:prstGeom>
          <a:noFill/>
        </p:spPr>
        <p:txBody>
          <a:bodyPr wrap="square" rtlCol="0">
            <a:spAutoFit/>
          </a:bodyPr>
          <a:lstStyle/>
          <a:p>
            <a:pPr algn="ctr"/>
            <a:r>
              <a:rPr lang="en-US"/>
              <a:t>dive left</a:t>
            </a:r>
          </a:p>
        </p:txBody>
      </p:sp>
      <p:sp>
        <p:nvSpPr>
          <p:cNvPr id="12" name="TextBox 11">
            <a:extLst>
              <a:ext uri="{FF2B5EF4-FFF2-40B4-BE49-F238E27FC236}">
                <a16:creationId xmlns:a16="http://schemas.microsoft.com/office/drawing/2014/main" id="{AA409C88-A7FE-DF88-7559-3D8C1A120C8D}"/>
              </a:ext>
            </a:extLst>
          </p:cNvPr>
          <p:cNvSpPr txBox="1"/>
          <p:nvPr/>
        </p:nvSpPr>
        <p:spPr>
          <a:xfrm>
            <a:off x="3955872" y="1514507"/>
            <a:ext cx="1361868" cy="369332"/>
          </a:xfrm>
          <a:prstGeom prst="rect">
            <a:avLst/>
          </a:prstGeom>
          <a:noFill/>
        </p:spPr>
        <p:txBody>
          <a:bodyPr wrap="square" rtlCol="0">
            <a:spAutoFit/>
          </a:bodyPr>
          <a:lstStyle/>
          <a:p>
            <a:pPr algn="ctr"/>
            <a:r>
              <a:rPr lang="en-US"/>
              <a:t>dive right</a:t>
            </a:r>
          </a:p>
        </p:txBody>
      </p:sp>
      <p:sp>
        <p:nvSpPr>
          <p:cNvPr id="13" name="TextBox 12">
            <a:extLst>
              <a:ext uri="{FF2B5EF4-FFF2-40B4-BE49-F238E27FC236}">
                <a16:creationId xmlns:a16="http://schemas.microsoft.com/office/drawing/2014/main" id="{4ABD0214-84EF-4572-9A94-AE96881548C8}"/>
              </a:ext>
            </a:extLst>
          </p:cNvPr>
          <p:cNvSpPr txBox="1"/>
          <p:nvPr/>
        </p:nvSpPr>
        <p:spPr>
          <a:xfrm rot="16200000">
            <a:off x="-118" y="3488046"/>
            <a:ext cx="1981200" cy="369332"/>
          </a:xfrm>
          <a:prstGeom prst="rect">
            <a:avLst/>
          </a:prstGeom>
          <a:noFill/>
        </p:spPr>
        <p:txBody>
          <a:bodyPr wrap="square" rtlCol="0">
            <a:spAutoFit/>
          </a:bodyPr>
          <a:lstStyle/>
          <a:p>
            <a:pPr algn="ctr"/>
            <a:r>
              <a:rPr lang="en-US"/>
              <a:t>shooter</a:t>
            </a:r>
          </a:p>
        </p:txBody>
      </p:sp>
      <p:sp>
        <p:nvSpPr>
          <p:cNvPr id="14" name="TextBox 13">
            <a:extLst>
              <a:ext uri="{FF2B5EF4-FFF2-40B4-BE49-F238E27FC236}">
                <a16:creationId xmlns:a16="http://schemas.microsoft.com/office/drawing/2014/main" id="{2FA332E9-90ED-5CAD-44AC-5999D5638B5B}"/>
              </a:ext>
            </a:extLst>
          </p:cNvPr>
          <p:cNvSpPr txBox="1"/>
          <p:nvPr/>
        </p:nvSpPr>
        <p:spPr>
          <a:xfrm rot="16200000">
            <a:off x="907876" y="4478646"/>
            <a:ext cx="1361868" cy="369332"/>
          </a:xfrm>
          <a:prstGeom prst="rect">
            <a:avLst/>
          </a:prstGeom>
          <a:noFill/>
        </p:spPr>
        <p:txBody>
          <a:bodyPr wrap="square" rtlCol="0">
            <a:spAutoFit/>
          </a:bodyPr>
          <a:lstStyle/>
          <a:p>
            <a:pPr algn="ctr"/>
            <a:r>
              <a:rPr lang="en-US"/>
              <a:t>shoot left</a:t>
            </a:r>
          </a:p>
        </p:txBody>
      </p:sp>
      <p:sp>
        <p:nvSpPr>
          <p:cNvPr id="15" name="TextBox 14">
            <a:extLst>
              <a:ext uri="{FF2B5EF4-FFF2-40B4-BE49-F238E27FC236}">
                <a16:creationId xmlns:a16="http://schemas.microsoft.com/office/drawing/2014/main" id="{AC8752A5-0A8B-D725-6B67-771109A9A052}"/>
              </a:ext>
            </a:extLst>
          </p:cNvPr>
          <p:cNvSpPr txBox="1"/>
          <p:nvPr/>
        </p:nvSpPr>
        <p:spPr>
          <a:xfrm rot="16200000">
            <a:off x="907373" y="2682112"/>
            <a:ext cx="1361868" cy="369332"/>
          </a:xfrm>
          <a:prstGeom prst="rect">
            <a:avLst/>
          </a:prstGeom>
          <a:noFill/>
        </p:spPr>
        <p:txBody>
          <a:bodyPr wrap="square" rtlCol="0">
            <a:spAutoFit/>
          </a:bodyPr>
          <a:lstStyle/>
          <a:p>
            <a:pPr algn="ctr"/>
            <a:r>
              <a:rPr lang="en-US"/>
              <a:t>shoot right</a:t>
            </a:r>
          </a:p>
        </p:txBody>
      </p:sp>
      <p:sp>
        <p:nvSpPr>
          <p:cNvPr id="16" name="TextBox 15">
            <a:extLst>
              <a:ext uri="{FF2B5EF4-FFF2-40B4-BE49-F238E27FC236}">
                <a16:creationId xmlns:a16="http://schemas.microsoft.com/office/drawing/2014/main" id="{0CE0C660-EC9C-45F2-542B-969CC61F5499}"/>
              </a:ext>
            </a:extLst>
          </p:cNvPr>
          <p:cNvSpPr txBox="1"/>
          <p:nvPr/>
        </p:nvSpPr>
        <p:spPr>
          <a:xfrm>
            <a:off x="2274218" y="4504773"/>
            <a:ext cx="1001484" cy="369332"/>
          </a:xfrm>
          <a:prstGeom prst="rect">
            <a:avLst/>
          </a:prstGeom>
          <a:noFill/>
        </p:spPr>
        <p:txBody>
          <a:bodyPr wrap="square" rtlCol="0">
            <a:spAutoFit/>
          </a:bodyPr>
          <a:lstStyle/>
          <a:p>
            <a:pPr algn="ctr"/>
            <a:r>
              <a:rPr lang="en-US"/>
              <a:t>(0,1)</a:t>
            </a:r>
          </a:p>
        </p:txBody>
      </p:sp>
      <p:sp>
        <p:nvSpPr>
          <p:cNvPr id="17" name="TextBox 16">
            <a:extLst>
              <a:ext uri="{FF2B5EF4-FFF2-40B4-BE49-F238E27FC236}">
                <a16:creationId xmlns:a16="http://schemas.microsoft.com/office/drawing/2014/main" id="{A77688E2-1FA0-EA59-A3FF-F65A15406F81}"/>
              </a:ext>
            </a:extLst>
          </p:cNvPr>
          <p:cNvSpPr txBox="1"/>
          <p:nvPr/>
        </p:nvSpPr>
        <p:spPr>
          <a:xfrm>
            <a:off x="4192281" y="4489166"/>
            <a:ext cx="1001484" cy="369332"/>
          </a:xfrm>
          <a:prstGeom prst="rect">
            <a:avLst/>
          </a:prstGeom>
          <a:noFill/>
        </p:spPr>
        <p:txBody>
          <a:bodyPr wrap="square" rtlCol="0">
            <a:spAutoFit/>
          </a:bodyPr>
          <a:lstStyle/>
          <a:p>
            <a:pPr algn="ctr"/>
            <a:r>
              <a:rPr lang="en-US"/>
              <a:t>(1,0)</a:t>
            </a:r>
          </a:p>
        </p:txBody>
      </p:sp>
      <p:sp>
        <p:nvSpPr>
          <p:cNvPr id="7" name="TextBox 6">
            <a:extLst>
              <a:ext uri="{FF2B5EF4-FFF2-40B4-BE49-F238E27FC236}">
                <a16:creationId xmlns:a16="http://schemas.microsoft.com/office/drawing/2014/main" id="{09386A2A-BDEA-6BDA-0042-8B126DCF15EE}"/>
              </a:ext>
            </a:extLst>
          </p:cNvPr>
          <p:cNvSpPr txBox="1"/>
          <p:nvPr/>
        </p:nvSpPr>
        <p:spPr>
          <a:xfrm>
            <a:off x="7001435" y="0"/>
            <a:ext cx="5190565" cy="6858000"/>
          </a:xfrm>
          <a:prstGeom prst="rect">
            <a:avLst/>
          </a:prstGeom>
          <a:solidFill>
            <a:schemeClr val="tx2"/>
          </a:solidFill>
        </p:spPr>
        <p:txBody>
          <a:bodyPr wrap="square" rtlCol="0">
            <a:noAutofit/>
          </a:bodyPr>
          <a:lstStyle/>
          <a:p>
            <a:r>
              <a:rPr lang="en-US" b="1">
                <a:solidFill>
                  <a:schemeClr val="bg1"/>
                </a:solidFill>
              </a:rPr>
              <a:t>Which profiles are Nash Equilibria?</a:t>
            </a:r>
          </a:p>
          <a:p>
            <a:endParaRPr lang="en-US">
              <a:solidFill>
                <a:schemeClr val="bg1"/>
              </a:solidFill>
            </a:endParaRPr>
          </a:p>
          <a:p>
            <a:endParaRPr lang="en-US">
              <a:solidFill>
                <a:schemeClr val="bg1"/>
              </a:solidFill>
            </a:endParaRPr>
          </a:p>
          <a:p>
            <a:r>
              <a:rPr lang="en-US">
                <a:solidFill>
                  <a:schemeClr val="bg1"/>
                </a:solidFill>
              </a:rPr>
              <a:t>(shoot right,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right, dive right)?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right)?</a:t>
            </a:r>
          </a:p>
        </p:txBody>
      </p:sp>
      <p:sp>
        <p:nvSpPr>
          <p:cNvPr id="8" name="Rectangle 7">
            <a:extLst>
              <a:ext uri="{FF2B5EF4-FFF2-40B4-BE49-F238E27FC236}">
                <a16:creationId xmlns:a16="http://schemas.microsoft.com/office/drawing/2014/main" id="{6C52DD70-A18A-3BF9-B90D-6F5322F81571}"/>
              </a:ext>
            </a:extLst>
          </p:cNvPr>
          <p:cNvSpPr/>
          <p:nvPr/>
        </p:nvSpPr>
        <p:spPr>
          <a:xfrm>
            <a:off x="7004741" y="4009473"/>
            <a:ext cx="5190565"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46A3FA9-B126-6E1C-771D-24B7C07D6259}"/>
              </a:ext>
            </a:extLst>
          </p:cNvPr>
          <p:cNvSpPr/>
          <p:nvPr/>
        </p:nvSpPr>
        <p:spPr>
          <a:xfrm>
            <a:off x="4195974" y="4466938"/>
            <a:ext cx="1100837"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1D2FE69-86F6-69E3-A4A5-AC7B4F5661A6}"/>
              </a:ext>
            </a:extLst>
          </p:cNvPr>
          <p:cNvSpPr/>
          <p:nvPr/>
        </p:nvSpPr>
        <p:spPr>
          <a:xfrm>
            <a:off x="1844191" y="3795025"/>
            <a:ext cx="3709852" cy="1783437"/>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12FFD0DE-82C7-2EE7-F163-0DB5DF851F8E}"/>
              </a:ext>
            </a:extLst>
          </p:cNvPr>
          <p:cNvSpPr/>
          <p:nvPr/>
        </p:nvSpPr>
        <p:spPr>
          <a:xfrm>
            <a:off x="4680723" y="4425765"/>
            <a:ext cx="278674"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EFA75A67-8677-3D8F-1F39-A1EEE483D59D}"/>
              </a:ext>
            </a:extLst>
          </p:cNvPr>
          <p:cNvSpPr/>
          <p:nvPr/>
        </p:nvSpPr>
        <p:spPr>
          <a:xfrm>
            <a:off x="2678949" y="4412075"/>
            <a:ext cx="338798"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descr="Close with solid fill">
            <a:extLst>
              <a:ext uri="{FF2B5EF4-FFF2-40B4-BE49-F238E27FC236}">
                <a16:creationId xmlns:a16="http://schemas.microsoft.com/office/drawing/2014/main" id="{42AFC6BD-7CC3-3288-C694-1808F43995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2850" y="369709"/>
            <a:ext cx="914400" cy="914400"/>
          </a:xfrm>
          <a:prstGeom prst="rect">
            <a:avLst/>
          </a:prstGeom>
        </p:spPr>
      </p:pic>
      <p:pic>
        <p:nvPicPr>
          <p:cNvPr id="19" name="Graphic 18" descr="Close with solid fill">
            <a:extLst>
              <a:ext uri="{FF2B5EF4-FFF2-40B4-BE49-F238E27FC236}">
                <a16:creationId xmlns:a16="http://schemas.microsoft.com/office/drawing/2014/main" id="{F68310A2-0C73-9796-EEB9-8E66CACF228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2850" y="1653818"/>
            <a:ext cx="914400" cy="914400"/>
          </a:xfrm>
          <a:prstGeom prst="rect">
            <a:avLst/>
          </a:prstGeom>
        </p:spPr>
      </p:pic>
      <p:pic>
        <p:nvPicPr>
          <p:cNvPr id="24" name="Graphic 23" descr="Close with solid fill">
            <a:extLst>
              <a:ext uri="{FF2B5EF4-FFF2-40B4-BE49-F238E27FC236}">
                <a16:creationId xmlns:a16="http://schemas.microsoft.com/office/drawing/2014/main" id="{DC9C1062-D0BC-10BD-A314-FB6485AF774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86185" y="2693390"/>
            <a:ext cx="914400" cy="914400"/>
          </a:xfrm>
          <a:prstGeom prst="rect">
            <a:avLst/>
          </a:prstGeom>
        </p:spPr>
      </p:pic>
    </p:spTree>
    <p:extLst>
      <p:ext uri="{BB962C8B-B14F-4D97-AF65-F5344CB8AC3E}">
        <p14:creationId xmlns:p14="http://schemas.microsoft.com/office/powerpoint/2010/main" val="16003205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ED7ED-381F-16C1-CD9A-2F96D5366BE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22F4133-954A-35CC-E5FA-DADDFDA1F77D}"/>
              </a:ext>
            </a:extLst>
          </p:cNvPr>
          <p:cNvSpPr txBox="1"/>
          <p:nvPr/>
        </p:nvSpPr>
        <p:spPr>
          <a:xfrm>
            <a:off x="206188" y="90097"/>
            <a:ext cx="4699176" cy="461665"/>
          </a:xfrm>
          <a:prstGeom prst="rect">
            <a:avLst/>
          </a:prstGeom>
          <a:noFill/>
        </p:spPr>
        <p:txBody>
          <a:bodyPr wrap="square" rtlCol="0">
            <a:spAutoFit/>
          </a:bodyPr>
          <a:lstStyle/>
          <a:p>
            <a:r>
              <a:rPr lang="en-US" sz="2400" u="sng"/>
              <a:t>Another exercise: penalty kicks</a:t>
            </a:r>
          </a:p>
        </p:txBody>
      </p:sp>
      <p:sp>
        <p:nvSpPr>
          <p:cNvPr id="3" name="Rectangle 2">
            <a:extLst>
              <a:ext uri="{FF2B5EF4-FFF2-40B4-BE49-F238E27FC236}">
                <a16:creationId xmlns:a16="http://schemas.microsoft.com/office/drawing/2014/main" id="{A300279E-FE39-D5E1-205A-5A612A17CE9A}"/>
              </a:ext>
            </a:extLst>
          </p:cNvPr>
          <p:cNvSpPr/>
          <p:nvPr/>
        </p:nvSpPr>
        <p:spPr>
          <a:xfrm>
            <a:off x="1847497" y="1959301"/>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A07375BB-A14E-E044-9A46-5A060861B9F6}"/>
              </a:ext>
            </a:extLst>
          </p:cNvPr>
          <p:cNvCxnSpPr>
            <a:stCxn id="3" idx="0"/>
            <a:endCxn id="3" idx="2"/>
          </p:cNvCxnSpPr>
          <p:nvPr/>
        </p:nvCxnSpPr>
        <p:spPr>
          <a:xfrm>
            <a:off x="3702423" y="1959301"/>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BBD0E17A-3DB3-6245-3545-4830B57DEE2D}"/>
              </a:ext>
            </a:extLst>
          </p:cNvPr>
          <p:cNvCxnSpPr>
            <a:stCxn id="3" idx="1"/>
            <a:endCxn id="3" idx="3"/>
          </p:cNvCxnSpPr>
          <p:nvPr/>
        </p:nvCxnSpPr>
        <p:spPr>
          <a:xfrm>
            <a:off x="1847497" y="3783747"/>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9AE327B-0F39-3507-D73F-BB182785B03B}"/>
              </a:ext>
            </a:extLst>
          </p:cNvPr>
          <p:cNvSpPr txBox="1"/>
          <p:nvPr/>
        </p:nvSpPr>
        <p:spPr>
          <a:xfrm>
            <a:off x="2287277" y="2682112"/>
            <a:ext cx="1001484" cy="369332"/>
          </a:xfrm>
          <a:prstGeom prst="rect">
            <a:avLst/>
          </a:prstGeom>
          <a:noFill/>
        </p:spPr>
        <p:txBody>
          <a:bodyPr wrap="square" rtlCol="0">
            <a:spAutoFit/>
          </a:bodyPr>
          <a:lstStyle/>
          <a:p>
            <a:pPr algn="ctr"/>
            <a:r>
              <a:rPr lang="en-US"/>
              <a:t>(1,0)</a:t>
            </a:r>
          </a:p>
        </p:txBody>
      </p:sp>
      <p:sp>
        <p:nvSpPr>
          <p:cNvPr id="9" name="TextBox 8">
            <a:extLst>
              <a:ext uri="{FF2B5EF4-FFF2-40B4-BE49-F238E27FC236}">
                <a16:creationId xmlns:a16="http://schemas.microsoft.com/office/drawing/2014/main" id="{42E3FFDC-CF3C-ADE6-7A68-9EDE87E31E3F}"/>
              </a:ext>
            </a:extLst>
          </p:cNvPr>
          <p:cNvSpPr txBox="1"/>
          <p:nvPr/>
        </p:nvSpPr>
        <p:spPr>
          <a:xfrm>
            <a:off x="4136064" y="2693390"/>
            <a:ext cx="1001484" cy="369332"/>
          </a:xfrm>
          <a:prstGeom prst="rect">
            <a:avLst/>
          </a:prstGeom>
          <a:noFill/>
        </p:spPr>
        <p:txBody>
          <a:bodyPr wrap="square" rtlCol="0">
            <a:spAutoFit/>
          </a:bodyPr>
          <a:lstStyle/>
          <a:p>
            <a:pPr algn="ctr"/>
            <a:r>
              <a:rPr lang="en-US"/>
              <a:t>(0,1)</a:t>
            </a:r>
          </a:p>
        </p:txBody>
      </p:sp>
      <p:sp>
        <p:nvSpPr>
          <p:cNvPr id="10" name="TextBox 9">
            <a:extLst>
              <a:ext uri="{FF2B5EF4-FFF2-40B4-BE49-F238E27FC236}">
                <a16:creationId xmlns:a16="http://schemas.microsoft.com/office/drawing/2014/main" id="{6D9DA7AE-C021-24C2-940F-D6C06B17BAEF}"/>
              </a:ext>
            </a:extLst>
          </p:cNvPr>
          <p:cNvSpPr txBox="1"/>
          <p:nvPr/>
        </p:nvSpPr>
        <p:spPr>
          <a:xfrm>
            <a:off x="2711823" y="1099443"/>
            <a:ext cx="1981200" cy="369332"/>
          </a:xfrm>
          <a:prstGeom prst="rect">
            <a:avLst/>
          </a:prstGeom>
          <a:noFill/>
        </p:spPr>
        <p:txBody>
          <a:bodyPr wrap="square" rtlCol="0">
            <a:spAutoFit/>
          </a:bodyPr>
          <a:lstStyle/>
          <a:p>
            <a:pPr algn="ctr"/>
            <a:r>
              <a:rPr lang="en-US"/>
              <a:t>goalie</a:t>
            </a:r>
          </a:p>
        </p:txBody>
      </p:sp>
      <p:sp>
        <p:nvSpPr>
          <p:cNvPr id="11" name="TextBox 10">
            <a:extLst>
              <a:ext uri="{FF2B5EF4-FFF2-40B4-BE49-F238E27FC236}">
                <a16:creationId xmlns:a16="http://schemas.microsoft.com/office/drawing/2014/main" id="{E03AA21E-66DE-C581-83F5-34C87A0B3C5A}"/>
              </a:ext>
            </a:extLst>
          </p:cNvPr>
          <p:cNvSpPr txBox="1"/>
          <p:nvPr/>
        </p:nvSpPr>
        <p:spPr>
          <a:xfrm>
            <a:off x="2107085" y="1514507"/>
            <a:ext cx="1361868" cy="369332"/>
          </a:xfrm>
          <a:prstGeom prst="rect">
            <a:avLst/>
          </a:prstGeom>
          <a:noFill/>
        </p:spPr>
        <p:txBody>
          <a:bodyPr wrap="square" rtlCol="0">
            <a:spAutoFit/>
          </a:bodyPr>
          <a:lstStyle/>
          <a:p>
            <a:pPr algn="ctr"/>
            <a:r>
              <a:rPr lang="en-US"/>
              <a:t>dive left</a:t>
            </a:r>
          </a:p>
        </p:txBody>
      </p:sp>
      <p:sp>
        <p:nvSpPr>
          <p:cNvPr id="12" name="TextBox 11">
            <a:extLst>
              <a:ext uri="{FF2B5EF4-FFF2-40B4-BE49-F238E27FC236}">
                <a16:creationId xmlns:a16="http://schemas.microsoft.com/office/drawing/2014/main" id="{0D41C480-9D6D-5A00-2B35-ACDCFE506A1A}"/>
              </a:ext>
            </a:extLst>
          </p:cNvPr>
          <p:cNvSpPr txBox="1"/>
          <p:nvPr/>
        </p:nvSpPr>
        <p:spPr>
          <a:xfrm>
            <a:off x="3955872" y="1514507"/>
            <a:ext cx="1361868" cy="369332"/>
          </a:xfrm>
          <a:prstGeom prst="rect">
            <a:avLst/>
          </a:prstGeom>
          <a:noFill/>
        </p:spPr>
        <p:txBody>
          <a:bodyPr wrap="square" rtlCol="0">
            <a:spAutoFit/>
          </a:bodyPr>
          <a:lstStyle/>
          <a:p>
            <a:pPr algn="ctr"/>
            <a:r>
              <a:rPr lang="en-US"/>
              <a:t>dive right</a:t>
            </a:r>
          </a:p>
        </p:txBody>
      </p:sp>
      <p:sp>
        <p:nvSpPr>
          <p:cNvPr id="13" name="TextBox 12">
            <a:extLst>
              <a:ext uri="{FF2B5EF4-FFF2-40B4-BE49-F238E27FC236}">
                <a16:creationId xmlns:a16="http://schemas.microsoft.com/office/drawing/2014/main" id="{D2E0B648-F3B3-BCC0-282D-09296CC433C2}"/>
              </a:ext>
            </a:extLst>
          </p:cNvPr>
          <p:cNvSpPr txBox="1"/>
          <p:nvPr/>
        </p:nvSpPr>
        <p:spPr>
          <a:xfrm rot="16200000">
            <a:off x="-118" y="3488046"/>
            <a:ext cx="1981200" cy="369332"/>
          </a:xfrm>
          <a:prstGeom prst="rect">
            <a:avLst/>
          </a:prstGeom>
          <a:noFill/>
        </p:spPr>
        <p:txBody>
          <a:bodyPr wrap="square" rtlCol="0">
            <a:spAutoFit/>
          </a:bodyPr>
          <a:lstStyle/>
          <a:p>
            <a:pPr algn="ctr"/>
            <a:r>
              <a:rPr lang="en-US"/>
              <a:t>shooter</a:t>
            </a:r>
          </a:p>
        </p:txBody>
      </p:sp>
      <p:sp>
        <p:nvSpPr>
          <p:cNvPr id="14" name="TextBox 13">
            <a:extLst>
              <a:ext uri="{FF2B5EF4-FFF2-40B4-BE49-F238E27FC236}">
                <a16:creationId xmlns:a16="http://schemas.microsoft.com/office/drawing/2014/main" id="{C2EC36CA-22BF-E4C9-FA80-CAACD09205D0}"/>
              </a:ext>
            </a:extLst>
          </p:cNvPr>
          <p:cNvSpPr txBox="1"/>
          <p:nvPr/>
        </p:nvSpPr>
        <p:spPr>
          <a:xfrm rot="16200000">
            <a:off x="907876" y="4478646"/>
            <a:ext cx="1361868" cy="369332"/>
          </a:xfrm>
          <a:prstGeom prst="rect">
            <a:avLst/>
          </a:prstGeom>
          <a:noFill/>
        </p:spPr>
        <p:txBody>
          <a:bodyPr wrap="square" rtlCol="0">
            <a:spAutoFit/>
          </a:bodyPr>
          <a:lstStyle/>
          <a:p>
            <a:pPr algn="ctr"/>
            <a:r>
              <a:rPr lang="en-US"/>
              <a:t>shoot left</a:t>
            </a:r>
          </a:p>
        </p:txBody>
      </p:sp>
      <p:sp>
        <p:nvSpPr>
          <p:cNvPr id="15" name="TextBox 14">
            <a:extLst>
              <a:ext uri="{FF2B5EF4-FFF2-40B4-BE49-F238E27FC236}">
                <a16:creationId xmlns:a16="http://schemas.microsoft.com/office/drawing/2014/main" id="{0B26A36B-E4EB-E098-7489-44AF6297A2F8}"/>
              </a:ext>
            </a:extLst>
          </p:cNvPr>
          <p:cNvSpPr txBox="1"/>
          <p:nvPr/>
        </p:nvSpPr>
        <p:spPr>
          <a:xfrm rot="16200000">
            <a:off x="907373" y="2682112"/>
            <a:ext cx="1361868" cy="369332"/>
          </a:xfrm>
          <a:prstGeom prst="rect">
            <a:avLst/>
          </a:prstGeom>
          <a:noFill/>
        </p:spPr>
        <p:txBody>
          <a:bodyPr wrap="square" rtlCol="0">
            <a:spAutoFit/>
          </a:bodyPr>
          <a:lstStyle/>
          <a:p>
            <a:pPr algn="ctr"/>
            <a:r>
              <a:rPr lang="en-US"/>
              <a:t>shoot right</a:t>
            </a:r>
          </a:p>
        </p:txBody>
      </p:sp>
      <p:sp>
        <p:nvSpPr>
          <p:cNvPr id="16" name="TextBox 15">
            <a:extLst>
              <a:ext uri="{FF2B5EF4-FFF2-40B4-BE49-F238E27FC236}">
                <a16:creationId xmlns:a16="http://schemas.microsoft.com/office/drawing/2014/main" id="{2111EF1F-042F-6E7A-2969-B3D193DF9B9A}"/>
              </a:ext>
            </a:extLst>
          </p:cNvPr>
          <p:cNvSpPr txBox="1"/>
          <p:nvPr/>
        </p:nvSpPr>
        <p:spPr>
          <a:xfrm>
            <a:off x="2274218" y="4504773"/>
            <a:ext cx="1001484" cy="369332"/>
          </a:xfrm>
          <a:prstGeom prst="rect">
            <a:avLst/>
          </a:prstGeom>
          <a:noFill/>
        </p:spPr>
        <p:txBody>
          <a:bodyPr wrap="square" rtlCol="0">
            <a:spAutoFit/>
          </a:bodyPr>
          <a:lstStyle/>
          <a:p>
            <a:pPr algn="ctr"/>
            <a:r>
              <a:rPr lang="en-US"/>
              <a:t>(0,1)</a:t>
            </a:r>
          </a:p>
        </p:txBody>
      </p:sp>
      <p:sp>
        <p:nvSpPr>
          <p:cNvPr id="17" name="TextBox 16">
            <a:extLst>
              <a:ext uri="{FF2B5EF4-FFF2-40B4-BE49-F238E27FC236}">
                <a16:creationId xmlns:a16="http://schemas.microsoft.com/office/drawing/2014/main" id="{54299521-D648-C43F-50DA-65836AE80BA7}"/>
              </a:ext>
            </a:extLst>
          </p:cNvPr>
          <p:cNvSpPr txBox="1"/>
          <p:nvPr/>
        </p:nvSpPr>
        <p:spPr>
          <a:xfrm>
            <a:off x="4192281" y="4489166"/>
            <a:ext cx="1001484" cy="369332"/>
          </a:xfrm>
          <a:prstGeom prst="rect">
            <a:avLst/>
          </a:prstGeom>
          <a:noFill/>
        </p:spPr>
        <p:txBody>
          <a:bodyPr wrap="square" rtlCol="0">
            <a:spAutoFit/>
          </a:bodyPr>
          <a:lstStyle/>
          <a:p>
            <a:pPr algn="ctr"/>
            <a:r>
              <a:rPr lang="en-US"/>
              <a:t>(1,0)</a:t>
            </a:r>
          </a:p>
        </p:txBody>
      </p:sp>
      <p:sp>
        <p:nvSpPr>
          <p:cNvPr id="7" name="TextBox 6">
            <a:extLst>
              <a:ext uri="{FF2B5EF4-FFF2-40B4-BE49-F238E27FC236}">
                <a16:creationId xmlns:a16="http://schemas.microsoft.com/office/drawing/2014/main" id="{D20495F9-42C0-5773-31AE-18C6B92300B0}"/>
              </a:ext>
            </a:extLst>
          </p:cNvPr>
          <p:cNvSpPr txBox="1"/>
          <p:nvPr/>
        </p:nvSpPr>
        <p:spPr>
          <a:xfrm>
            <a:off x="7001435" y="0"/>
            <a:ext cx="5190565" cy="6858000"/>
          </a:xfrm>
          <a:prstGeom prst="rect">
            <a:avLst/>
          </a:prstGeom>
          <a:solidFill>
            <a:schemeClr val="tx2"/>
          </a:solidFill>
        </p:spPr>
        <p:txBody>
          <a:bodyPr wrap="square" rtlCol="0">
            <a:noAutofit/>
          </a:bodyPr>
          <a:lstStyle/>
          <a:p>
            <a:r>
              <a:rPr lang="en-US" b="1">
                <a:solidFill>
                  <a:schemeClr val="bg1"/>
                </a:solidFill>
              </a:rPr>
              <a:t>Which profiles are Nash Equilibria?</a:t>
            </a:r>
          </a:p>
          <a:p>
            <a:endParaRPr lang="en-US">
              <a:solidFill>
                <a:schemeClr val="bg1"/>
              </a:solidFill>
            </a:endParaRPr>
          </a:p>
          <a:p>
            <a:endParaRPr lang="en-US">
              <a:solidFill>
                <a:schemeClr val="bg1"/>
              </a:solidFill>
            </a:endParaRPr>
          </a:p>
          <a:p>
            <a:r>
              <a:rPr lang="en-US">
                <a:solidFill>
                  <a:schemeClr val="bg1"/>
                </a:solidFill>
              </a:rPr>
              <a:t>(shoot right,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right, dive right)?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right)?</a:t>
            </a:r>
          </a:p>
        </p:txBody>
      </p:sp>
      <p:sp>
        <p:nvSpPr>
          <p:cNvPr id="8" name="Rectangle 7">
            <a:extLst>
              <a:ext uri="{FF2B5EF4-FFF2-40B4-BE49-F238E27FC236}">
                <a16:creationId xmlns:a16="http://schemas.microsoft.com/office/drawing/2014/main" id="{53099123-6E30-BC79-5664-F8180209482E}"/>
              </a:ext>
            </a:extLst>
          </p:cNvPr>
          <p:cNvSpPr/>
          <p:nvPr/>
        </p:nvSpPr>
        <p:spPr>
          <a:xfrm>
            <a:off x="7004741" y="4009473"/>
            <a:ext cx="5190565"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C386617-BC7B-F94E-FC9F-7AF58D713733}"/>
              </a:ext>
            </a:extLst>
          </p:cNvPr>
          <p:cNvSpPr/>
          <p:nvPr/>
        </p:nvSpPr>
        <p:spPr>
          <a:xfrm>
            <a:off x="4195974" y="4466938"/>
            <a:ext cx="1100837"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3005838-688C-4A86-CFFA-0809D27C28F6}"/>
              </a:ext>
            </a:extLst>
          </p:cNvPr>
          <p:cNvSpPr/>
          <p:nvPr/>
        </p:nvSpPr>
        <p:spPr>
          <a:xfrm>
            <a:off x="1844191" y="3795025"/>
            <a:ext cx="3709852" cy="1783437"/>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B2E541AA-C769-26F4-0535-A16FA5576547}"/>
              </a:ext>
            </a:extLst>
          </p:cNvPr>
          <p:cNvSpPr/>
          <p:nvPr/>
        </p:nvSpPr>
        <p:spPr>
          <a:xfrm>
            <a:off x="4680723" y="4425765"/>
            <a:ext cx="278674"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63063CD-B3DD-0783-BC6A-1F3EBD218194}"/>
              </a:ext>
            </a:extLst>
          </p:cNvPr>
          <p:cNvSpPr/>
          <p:nvPr/>
        </p:nvSpPr>
        <p:spPr>
          <a:xfrm>
            <a:off x="2678949" y="4412075"/>
            <a:ext cx="338798"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descr="Close with solid fill">
            <a:extLst>
              <a:ext uri="{FF2B5EF4-FFF2-40B4-BE49-F238E27FC236}">
                <a16:creationId xmlns:a16="http://schemas.microsoft.com/office/drawing/2014/main" id="{8CB03AF5-3AC8-02D9-0433-FC60BD3D73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2850" y="369709"/>
            <a:ext cx="914400" cy="914400"/>
          </a:xfrm>
          <a:prstGeom prst="rect">
            <a:avLst/>
          </a:prstGeom>
        </p:spPr>
      </p:pic>
      <p:pic>
        <p:nvPicPr>
          <p:cNvPr id="19" name="Graphic 18" descr="Close with solid fill">
            <a:extLst>
              <a:ext uri="{FF2B5EF4-FFF2-40B4-BE49-F238E27FC236}">
                <a16:creationId xmlns:a16="http://schemas.microsoft.com/office/drawing/2014/main" id="{E66037B7-755E-4285-812F-5E52B39EFD4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2850" y="1653818"/>
            <a:ext cx="914400" cy="914400"/>
          </a:xfrm>
          <a:prstGeom prst="rect">
            <a:avLst/>
          </a:prstGeom>
        </p:spPr>
      </p:pic>
      <p:pic>
        <p:nvPicPr>
          <p:cNvPr id="24" name="Graphic 23" descr="Close with solid fill">
            <a:extLst>
              <a:ext uri="{FF2B5EF4-FFF2-40B4-BE49-F238E27FC236}">
                <a16:creationId xmlns:a16="http://schemas.microsoft.com/office/drawing/2014/main" id="{2C84DA01-14A5-95FF-2641-5ED88FF3618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86185" y="2693390"/>
            <a:ext cx="914400" cy="914400"/>
          </a:xfrm>
          <a:prstGeom prst="rect">
            <a:avLst/>
          </a:prstGeom>
        </p:spPr>
      </p:pic>
      <p:pic>
        <p:nvPicPr>
          <p:cNvPr id="25" name="Graphic 24" descr="Close with solid fill">
            <a:extLst>
              <a:ext uri="{FF2B5EF4-FFF2-40B4-BE49-F238E27FC236}">
                <a16:creationId xmlns:a16="http://schemas.microsoft.com/office/drawing/2014/main" id="{36DDD71F-F011-CD16-0AA3-9EE2186FD5F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86185" y="3816733"/>
            <a:ext cx="914400" cy="914400"/>
          </a:xfrm>
          <a:prstGeom prst="rect">
            <a:avLst/>
          </a:prstGeom>
        </p:spPr>
      </p:pic>
    </p:spTree>
    <p:extLst>
      <p:ext uri="{BB962C8B-B14F-4D97-AF65-F5344CB8AC3E}">
        <p14:creationId xmlns:p14="http://schemas.microsoft.com/office/powerpoint/2010/main" val="86594092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4149D-C3CE-89E0-2C0A-91000D7DA49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105276E-5D18-44E6-173F-BA41A01CBDDF}"/>
              </a:ext>
            </a:extLst>
          </p:cNvPr>
          <p:cNvSpPr txBox="1"/>
          <p:nvPr/>
        </p:nvSpPr>
        <p:spPr>
          <a:xfrm>
            <a:off x="206188" y="90097"/>
            <a:ext cx="4699176" cy="461665"/>
          </a:xfrm>
          <a:prstGeom prst="rect">
            <a:avLst/>
          </a:prstGeom>
          <a:noFill/>
        </p:spPr>
        <p:txBody>
          <a:bodyPr wrap="square" rtlCol="0">
            <a:spAutoFit/>
          </a:bodyPr>
          <a:lstStyle/>
          <a:p>
            <a:r>
              <a:rPr lang="en-US" sz="2400" u="sng"/>
              <a:t>Another exercise: penalty kicks</a:t>
            </a:r>
          </a:p>
        </p:txBody>
      </p:sp>
      <p:sp>
        <p:nvSpPr>
          <p:cNvPr id="3" name="Rectangle 2">
            <a:extLst>
              <a:ext uri="{FF2B5EF4-FFF2-40B4-BE49-F238E27FC236}">
                <a16:creationId xmlns:a16="http://schemas.microsoft.com/office/drawing/2014/main" id="{F24A45C6-8D7C-EBA3-67A1-129203A31FFF}"/>
              </a:ext>
            </a:extLst>
          </p:cNvPr>
          <p:cNvSpPr/>
          <p:nvPr/>
        </p:nvSpPr>
        <p:spPr>
          <a:xfrm>
            <a:off x="1847497" y="1959301"/>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014BDA66-2A46-1474-745B-A1D2D93382A7}"/>
              </a:ext>
            </a:extLst>
          </p:cNvPr>
          <p:cNvCxnSpPr>
            <a:stCxn id="3" idx="0"/>
            <a:endCxn id="3" idx="2"/>
          </p:cNvCxnSpPr>
          <p:nvPr/>
        </p:nvCxnSpPr>
        <p:spPr>
          <a:xfrm>
            <a:off x="3702423" y="1959301"/>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B4A847F0-CD1D-90C0-31F8-D32BC5D8C27B}"/>
              </a:ext>
            </a:extLst>
          </p:cNvPr>
          <p:cNvCxnSpPr>
            <a:stCxn id="3" idx="1"/>
            <a:endCxn id="3" idx="3"/>
          </p:cNvCxnSpPr>
          <p:nvPr/>
        </p:nvCxnSpPr>
        <p:spPr>
          <a:xfrm>
            <a:off x="1847497" y="3783747"/>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2FFAEE4-900D-0974-4EE3-0C03BD1E4952}"/>
              </a:ext>
            </a:extLst>
          </p:cNvPr>
          <p:cNvSpPr txBox="1"/>
          <p:nvPr/>
        </p:nvSpPr>
        <p:spPr>
          <a:xfrm>
            <a:off x="2287277" y="2682112"/>
            <a:ext cx="1001484" cy="369332"/>
          </a:xfrm>
          <a:prstGeom prst="rect">
            <a:avLst/>
          </a:prstGeom>
          <a:noFill/>
        </p:spPr>
        <p:txBody>
          <a:bodyPr wrap="square" rtlCol="0">
            <a:spAutoFit/>
          </a:bodyPr>
          <a:lstStyle/>
          <a:p>
            <a:pPr algn="ctr"/>
            <a:r>
              <a:rPr lang="en-US"/>
              <a:t>(1,0)</a:t>
            </a:r>
          </a:p>
        </p:txBody>
      </p:sp>
      <p:sp>
        <p:nvSpPr>
          <p:cNvPr id="9" name="TextBox 8">
            <a:extLst>
              <a:ext uri="{FF2B5EF4-FFF2-40B4-BE49-F238E27FC236}">
                <a16:creationId xmlns:a16="http://schemas.microsoft.com/office/drawing/2014/main" id="{144E3253-DCBE-EAEE-D52B-192B86E790A5}"/>
              </a:ext>
            </a:extLst>
          </p:cNvPr>
          <p:cNvSpPr txBox="1"/>
          <p:nvPr/>
        </p:nvSpPr>
        <p:spPr>
          <a:xfrm>
            <a:off x="4136064" y="2693390"/>
            <a:ext cx="1001484" cy="369332"/>
          </a:xfrm>
          <a:prstGeom prst="rect">
            <a:avLst/>
          </a:prstGeom>
          <a:noFill/>
        </p:spPr>
        <p:txBody>
          <a:bodyPr wrap="square" rtlCol="0">
            <a:spAutoFit/>
          </a:bodyPr>
          <a:lstStyle/>
          <a:p>
            <a:pPr algn="ctr"/>
            <a:r>
              <a:rPr lang="en-US"/>
              <a:t>(0,1)</a:t>
            </a:r>
          </a:p>
        </p:txBody>
      </p:sp>
      <p:sp>
        <p:nvSpPr>
          <p:cNvPr id="10" name="TextBox 9">
            <a:extLst>
              <a:ext uri="{FF2B5EF4-FFF2-40B4-BE49-F238E27FC236}">
                <a16:creationId xmlns:a16="http://schemas.microsoft.com/office/drawing/2014/main" id="{8F77206D-6744-724C-09CA-F4ECDF0EB0B8}"/>
              </a:ext>
            </a:extLst>
          </p:cNvPr>
          <p:cNvSpPr txBox="1"/>
          <p:nvPr/>
        </p:nvSpPr>
        <p:spPr>
          <a:xfrm>
            <a:off x="2711823" y="1099443"/>
            <a:ext cx="1981200" cy="369332"/>
          </a:xfrm>
          <a:prstGeom prst="rect">
            <a:avLst/>
          </a:prstGeom>
          <a:noFill/>
        </p:spPr>
        <p:txBody>
          <a:bodyPr wrap="square" rtlCol="0">
            <a:spAutoFit/>
          </a:bodyPr>
          <a:lstStyle/>
          <a:p>
            <a:pPr algn="ctr"/>
            <a:r>
              <a:rPr lang="en-US"/>
              <a:t>goalie</a:t>
            </a:r>
          </a:p>
        </p:txBody>
      </p:sp>
      <p:sp>
        <p:nvSpPr>
          <p:cNvPr id="11" name="TextBox 10">
            <a:extLst>
              <a:ext uri="{FF2B5EF4-FFF2-40B4-BE49-F238E27FC236}">
                <a16:creationId xmlns:a16="http://schemas.microsoft.com/office/drawing/2014/main" id="{8AD843AE-2197-BE37-5A39-F96E175CFBFA}"/>
              </a:ext>
            </a:extLst>
          </p:cNvPr>
          <p:cNvSpPr txBox="1"/>
          <p:nvPr/>
        </p:nvSpPr>
        <p:spPr>
          <a:xfrm>
            <a:off x="2107085" y="1514507"/>
            <a:ext cx="1361868" cy="369332"/>
          </a:xfrm>
          <a:prstGeom prst="rect">
            <a:avLst/>
          </a:prstGeom>
          <a:noFill/>
        </p:spPr>
        <p:txBody>
          <a:bodyPr wrap="square" rtlCol="0">
            <a:spAutoFit/>
          </a:bodyPr>
          <a:lstStyle/>
          <a:p>
            <a:pPr algn="ctr"/>
            <a:r>
              <a:rPr lang="en-US"/>
              <a:t>dive left</a:t>
            </a:r>
          </a:p>
        </p:txBody>
      </p:sp>
      <p:sp>
        <p:nvSpPr>
          <p:cNvPr id="12" name="TextBox 11">
            <a:extLst>
              <a:ext uri="{FF2B5EF4-FFF2-40B4-BE49-F238E27FC236}">
                <a16:creationId xmlns:a16="http://schemas.microsoft.com/office/drawing/2014/main" id="{68B98B93-E93E-74B7-D0B2-ACF70D3EF31A}"/>
              </a:ext>
            </a:extLst>
          </p:cNvPr>
          <p:cNvSpPr txBox="1"/>
          <p:nvPr/>
        </p:nvSpPr>
        <p:spPr>
          <a:xfrm>
            <a:off x="3955872" y="1514507"/>
            <a:ext cx="1361868" cy="369332"/>
          </a:xfrm>
          <a:prstGeom prst="rect">
            <a:avLst/>
          </a:prstGeom>
          <a:noFill/>
        </p:spPr>
        <p:txBody>
          <a:bodyPr wrap="square" rtlCol="0">
            <a:spAutoFit/>
          </a:bodyPr>
          <a:lstStyle/>
          <a:p>
            <a:pPr algn="ctr"/>
            <a:r>
              <a:rPr lang="en-US"/>
              <a:t>dive right</a:t>
            </a:r>
          </a:p>
        </p:txBody>
      </p:sp>
      <p:sp>
        <p:nvSpPr>
          <p:cNvPr id="13" name="TextBox 12">
            <a:extLst>
              <a:ext uri="{FF2B5EF4-FFF2-40B4-BE49-F238E27FC236}">
                <a16:creationId xmlns:a16="http://schemas.microsoft.com/office/drawing/2014/main" id="{B5762E5B-A1E0-F809-3F9C-026D02EF94A4}"/>
              </a:ext>
            </a:extLst>
          </p:cNvPr>
          <p:cNvSpPr txBox="1"/>
          <p:nvPr/>
        </p:nvSpPr>
        <p:spPr>
          <a:xfrm rot="16200000">
            <a:off x="-118" y="3488046"/>
            <a:ext cx="1981200" cy="369332"/>
          </a:xfrm>
          <a:prstGeom prst="rect">
            <a:avLst/>
          </a:prstGeom>
          <a:noFill/>
        </p:spPr>
        <p:txBody>
          <a:bodyPr wrap="square" rtlCol="0">
            <a:spAutoFit/>
          </a:bodyPr>
          <a:lstStyle/>
          <a:p>
            <a:pPr algn="ctr"/>
            <a:r>
              <a:rPr lang="en-US"/>
              <a:t>shooter</a:t>
            </a:r>
          </a:p>
        </p:txBody>
      </p:sp>
      <p:sp>
        <p:nvSpPr>
          <p:cNvPr id="14" name="TextBox 13">
            <a:extLst>
              <a:ext uri="{FF2B5EF4-FFF2-40B4-BE49-F238E27FC236}">
                <a16:creationId xmlns:a16="http://schemas.microsoft.com/office/drawing/2014/main" id="{CAE2D692-9876-96C9-4B51-120E1C8A2656}"/>
              </a:ext>
            </a:extLst>
          </p:cNvPr>
          <p:cNvSpPr txBox="1"/>
          <p:nvPr/>
        </p:nvSpPr>
        <p:spPr>
          <a:xfrm rot="16200000">
            <a:off x="907876" y="4478646"/>
            <a:ext cx="1361868" cy="369332"/>
          </a:xfrm>
          <a:prstGeom prst="rect">
            <a:avLst/>
          </a:prstGeom>
          <a:noFill/>
        </p:spPr>
        <p:txBody>
          <a:bodyPr wrap="square" rtlCol="0">
            <a:spAutoFit/>
          </a:bodyPr>
          <a:lstStyle/>
          <a:p>
            <a:pPr algn="ctr"/>
            <a:r>
              <a:rPr lang="en-US"/>
              <a:t>shoot left</a:t>
            </a:r>
          </a:p>
        </p:txBody>
      </p:sp>
      <p:sp>
        <p:nvSpPr>
          <p:cNvPr id="15" name="TextBox 14">
            <a:extLst>
              <a:ext uri="{FF2B5EF4-FFF2-40B4-BE49-F238E27FC236}">
                <a16:creationId xmlns:a16="http://schemas.microsoft.com/office/drawing/2014/main" id="{66487DFF-2C9C-93EB-C7EA-0FB3BDAB4AC5}"/>
              </a:ext>
            </a:extLst>
          </p:cNvPr>
          <p:cNvSpPr txBox="1"/>
          <p:nvPr/>
        </p:nvSpPr>
        <p:spPr>
          <a:xfrm rot="16200000">
            <a:off x="907373" y="2682112"/>
            <a:ext cx="1361868" cy="369332"/>
          </a:xfrm>
          <a:prstGeom prst="rect">
            <a:avLst/>
          </a:prstGeom>
          <a:noFill/>
        </p:spPr>
        <p:txBody>
          <a:bodyPr wrap="square" rtlCol="0">
            <a:spAutoFit/>
          </a:bodyPr>
          <a:lstStyle/>
          <a:p>
            <a:pPr algn="ctr"/>
            <a:r>
              <a:rPr lang="en-US"/>
              <a:t>shoot right</a:t>
            </a:r>
          </a:p>
        </p:txBody>
      </p:sp>
      <p:sp>
        <p:nvSpPr>
          <p:cNvPr id="16" name="TextBox 15">
            <a:extLst>
              <a:ext uri="{FF2B5EF4-FFF2-40B4-BE49-F238E27FC236}">
                <a16:creationId xmlns:a16="http://schemas.microsoft.com/office/drawing/2014/main" id="{A81A6FAD-023B-4ABA-22BA-92E966400E4A}"/>
              </a:ext>
            </a:extLst>
          </p:cNvPr>
          <p:cNvSpPr txBox="1"/>
          <p:nvPr/>
        </p:nvSpPr>
        <p:spPr>
          <a:xfrm>
            <a:off x="2274218" y="4504773"/>
            <a:ext cx="1001484" cy="369332"/>
          </a:xfrm>
          <a:prstGeom prst="rect">
            <a:avLst/>
          </a:prstGeom>
          <a:noFill/>
        </p:spPr>
        <p:txBody>
          <a:bodyPr wrap="square" rtlCol="0">
            <a:spAutoFit/>
          </a:bodyPr>
          <a:lstStyle/>
          <a:p>
            <a:pPr algn="ctr"/>
            <a:r>
              <a:rPr lang="en-US"/>
              <a:t>(0,1)</a:t>
            </a:r>
          </a:p>
        </p:txBody>
      </p:sp>
      <p:sp>
        <p:nvSpPr>
          <p:cNvPr id="17" name="TextBox 16">
            <a:extLst>
              <a:ext uri="{FF2B5EF4-FFF2-40B4-BE49-F238E27FC236}">
                <a16:creationId xmlns:a16="http://schemas.microsoft.com/office/drawing/2014/main" id="{D58F513B-FC1F-D6CD-5F0F-CE64A8D776DB}"/>
              </a:ext>
            </a:extLst>
          </p:cNvPr>
          <p:cNvSpPr txBox="1"/>
          <p:nvPr/>
        </p:nvSpPr>
        <p:spPr>
          <a:xfrm>
            <a:off x="4192281" y="4489166"/>
            <a:ext cx="1001484" cy="369332"/>
          </a:xfrm>
          <a:prstGeom prst="rect">
            <a:avLst/>
          </a:prstGeom>
          <a:noFill/>
        </p:spPr>
        <p:txBody>
          <a:bodyPr wrap="square" rtlCol="0">
            <a:spAutoFit/>
          </a:bodyPr>
          <a:lstStyle/>
          <a:p>
            <a:pPr algn="ctr"/>
            <a:r>
              <a:rPr lang="en-US"/>
              <a:t>(1,0)</a:t>
            </a:r>
          </a:p>
        </p:txBody>
      </p:sp>
      <p:sp>
        <p:nvSpPr>
          <p:cNvPr id="7" name="TextBox 6">
            <a:extLst>
              <a:ext uri="{FF2B5EF4-FFF2-40B4-BE49-F238E27FC236}">
                <a16:creationId xmlns:a16="http://schemas.microsoft.com/office/drawing/2014/main" id="{0F225E0C-DACE-364E-7440-D4964756140D}"/>
              </a:ext>
            </a:extLst>
          </p:cNvPr>
          <p:cNvSpPr txBox="1"/>
          <p:nvPr/>
        </p:nvSpPr>
        <p:spPr>
          <a:xfrm>
            <a:off x="7001435" y="0"/>
            <a:ext cx="5190565" cy="6858000"/>
          </a:xfrm>
          <a:prstGeom prst="rect">
            <a:avLst/>
          </a:prstGeom>
          <a:solidFill>
            <a:schemeClr val="tx2"/>
          </a:solidFill>
        </p:spPr>
        <p:txBody>
          <a:bodyPr wrap="square" rtlCol="0">
            <a:noAutofit/>
          </a:bodyPr>
          <a:lstStyle/>
          <a:p>
            <a:r>
              <a:rPr lang="en-US" b="1">
                <a:solidFill>
                  <a:schemeClr val="bg1"/>
                </a:solidFill>
              </a:rPr>
              <a:t>Which profiles are Nash Equilibria?</a:t>
            </a:r>
          </a:p>
          <a:p>
            <a:endParaRPr lang="en-US">
              <a:solidFill>
                <a:schemeClr val="bg1"/>
              </a:solidFill>
            </a:endParaRPr>
          </a:p>
          <a:p>
            <a:endParaRPr lang="en-US">
              <a:solidFill>
                <a:schemeClr val="bg1"/>
              </a:solidFill>
            </a:endParaRPr>
          </a:p>
          <a:p>
            <a:r>
              <a:rPr lang="en-US">
                <a:solidFill>
                  <a:schemeClr val="bg1"/>
                </a:solidFill>
              </a:rPr>
              <a:t>(shoot right,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right, dive right)?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right)?</a:t>
            </a:r>
          </a:p>
        </p:txBody>
      </p:sp>
      <p:pic>
        <p:nvPicPr>
          <p:cNvPr id="23" name="Graphic 22" descr="Close with solid fill">
            <a:extLst>
              <a:ext uri="{FF2B5EF4-FFF2-40B4-BE49-F238E27FC236}">
                <a16:creationId xmlns:a16="http://schemas.microsoft.com/office/drawing/2014/main" id="{F618E49D-C3D7-E57D-0B96-B8E789514A4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2850" y="369709"/>
            <a:ext cx="914400" cy="914400"/>
          </a:xfrm>
          <a:prstGeom prst="rect">
            <a:avLst/>
          </a:prstGeom>
        </p:spPr>
      </p:pic>
      <p:pic>
        <p:nvPicPr>
          <p:cNvPr id="19" name="Graphic 18" descr="Close with solid fill">
            <a:extLst>
              <a:ext uri="{FF2B5EF4-FFF2-40B4-BE49-F238E27FC236}">
                <a16:creationId xmlns:a16="http://schemas.microsoft.com/office/drawing/2014/main" id="{8750E065-2B45-1BCA-4B3C-D8A2A9B9EA6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2850" y="1653818"/>
            <a:ext cx="914400" cy="914400"/>
          </a:xfrm>
          <a:prstGeom prst="rect">
            <a:avLst/>
          </a:prstGeom>
        </p:spPr>
      </p:pic>
      <p:pic>
        <p:nvPicPr>
          <p:cNvPr id="24" name="Graphic 23" descr="Close with solid fill">
            <a:extLst>
              <a:ext uri="{FF2B5EF4-FFF2-40B4-BE49-F238E27FC236}">
                <a16:creationId xmlns:a16="http://schemas.microsoft.com/office/drawing/2014/main" id="{EB133262-6F6E-8208-F81E-E393EE8C48B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86185" y="2693390"/>
            <a:ext cx="914400" cy="914400"/>
          </a:xfrm>
          <a:prstGeom prst="rect">
            <a:avLst/>
          </a:prstGeom>
        </p:spPr>
      </p:pic>
      <p:pic>
        <p:nvPicPr>
          <p:cNvPr id="25" name="Graphic 24" descr="Close with solid fill">
            <a:extLst>
              <a:ext uri="{FF2B5EF4-FFF2-40B4-BE49-F238E27FC236}">
                <a16:creationId xmlns:a16="http://schemas.microsoft.com/office/drawing/2014/main" id="{10455457-0FF9-113B-C46C-135632222D3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86185" y="3816733"/>
            <a:ext cx="914400" cy="914400"/>
          </a:xfrm>
          <a:prstGeom prst="rect">
            <a:avLst/>
          </a:prstGeom>
        </p:spPr>
      </p:pic>
    </p:spTree>
    <p:extLst>
      <p:ext uri="{BB962C8B-B14F-4D97-AF65-F5344CB8AC3E}">
        <p14:creationId xmlns:p14="http://schemas.microsoft.com/office/powerpoint/2010/main" val="1968507010"/>
      </p:ext>
    </p:extLst>
  </p:cSld>
  <p:clrMapOvr>
    <a:masterClrMapping/>
  </p:clrMapOvr>
</p:sld>
</file>

<file path=ppt/theme/theme1.xml><?xml version="1.0" encoding="utf-8"?>
<a:theme xmlns:a="http://schemas.openxmlformats.org/drawingml/2006/main" name="Office Theme">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299</TotalTime>
  <Words>9028</Words>
  <Application>Microsoft Office PowerPoint</Application>
  <PresentationFormat>Widescreen</PresentationFormat>
  <Paragraphs>1663</Paragraphs>
  <Slides>94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94</vt:i4>
      </vt:variant>
    </vt:vector>
  </HeadingPairs>
  <TitlesOfParts>
    <vt:vector size="98"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Jordan, Stuart</dc:creator>
  <cp:lastModifiedBy>Jordan, Stuart</cp:lastModifiedBy>
  <cp:revision>1</cp:revision>
  <dcterms:created xsi:type="dcterms:W3CDTF">2023-11-28T14:48:39Z</dcterms:created>
  <dcterms:modified xsi:type="dcterms:W3CDTF">2025-04-08T21:04:33Z</dcterms:modified>
</cp:coreProperties>
</file>