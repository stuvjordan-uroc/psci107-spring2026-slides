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4" r:id="rId4"/>
    <p:sldId id="315" r:id="rId5"/>
    <p:sldId id="258" r:id="rId6"/>
    <p:sldId id="316" r:id="rId7"/>
    <p:sldId id="260" r:id="rId8"/>
    <p:sldId id="261" r:id="rId9"/>
    <p:sldId id="262" r:id="rId10"/>
    <p:sldId id="263" r:id="rId11"/>
    <p:sldId id="290" r:id="rId12"/>
    <p:sldId id="291" r:id="rId13"/>
    <p:sldId id="292" r:id="rId14"/>
    <p:sldId id="293" r:id="rId15"/>
    <p:sldId id="294" r:id="rId16"/>
    <p:sldId id="271" r:id="rId17"/>
    <p:sldId id="272" r:id="rId18"/>
    <p:sldId id="273" r:id="rId19"/>
    <p:sldId id="295" r:id="rId20"/>
    <p:sldId id="296" r:id="rId21"/>
    <p:sldId id="297" r:id="rId22"/>
    <p:sldId id="298" r:id="rId23"/>
    <p:sldId id="317" r:id="rId24"/>
    <p:sldId id="318" r:id="rId25"/>
    <p:sldId id="319" r:id="rId26"/>
    <p:sldId id="320" r:id="rId27"/>
    <p:sldId id="321" r:id="rId28"/>
    <p:sldId id="322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422" r:id="rId57"/>
    <p:sldId id="362" r:id="rId58"/>
    <p:sldId id="363" r:id="rId59"/>
    <p:sldId id="364" r:id="rId60"/>
    <p:sldId id="365" r:id="rId61"/>
    <p:sldId id="366" r:id="rId62"/>
    <p:sldId id="367" r:id="rId63"/>
    <p:sldId id="368" r:id="rId64"/>
    <p:sldId id="370" r:id="rId65"/>
    <p:sldId id="371" r:id="rId66"/>
    <p:sldId id="372" r:id="rId67"/>
    <p:sldId id="373" r:id="rId68"/>
    <p:sldId id="374" r:id="rId69"/>
    <p:sldId id="375" r:id="rId70"/>
    <p:sldId id="377" r:id="rId71"/>
    <p:sldId id="376" r:id="rId72"/>
    <p:sldId id="378" r:id="rId73"/>
    <p:sldId id="379" r:id="rId74"/>
    <p:sldId id="380" r:id="rId75"/>
    <p:sldId id="423" r:id="rId76"/>
    <p:sldId id="388" r:id="rId77"/>
    <p:sldId id="424" r:id="rId78"/>
    <p:sldId id="426" r:id="rId79"/>
    <p:sldId id="427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ED0B6-D3AA-4596-91B1-5DFE3F21432C}" v="332" dt="2026-04-23T14:52:14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, Stuart" userId="1bf9a496-f356-4f9c-b15f-a24cde0408c2" providerId="ADAL" clId="{D610E14A-756D-4778-AAB0-AFD182EFE9D3}"/>
    <pc:docChg chg="undo custSel addSld delSld modSld sldOrd">
      <pc:chgData name="Jordan, Stuart" userId="1bf9a496-f356-4f9c-b15f-a24cde0408c2" providerId="ADAL" clId="{D610E14A-756D-4778-AAB0-AFD182EFE9D3}" dt="2026-04-23T14:54:04.311" v="659" actId="478"/>
      <pc:docMkLst>
        <pc:docMk/>
      </pc:docMkLst>
      <pc:sldChg chg="modSp mod">
        <pc:chgData name="Jordan, Stuart" userId="1bf9a496-f356-4f9c-b15f-a24cde0408c2" providerId="ADAL" clId="{D610E14A-756D-4778-AAB0-AFD182EFE9D3}" dt="2026-04-23T14:16:18.509" v="77" actId="20577"/>
        <pc:sldMkLst>
          <pc:docMk/>
          <pc:sldMk cId="1531890364" sldId="256"/>
        </pc:sldMkLst>
        <pc:spChg chg="mod">
          <ac:chgData name="Jordan, Stuart" userId="1bf9a496-f356-4f9c-b15f-a24cde0408c2" providerId="ADAL" clId="{D610E14A-756D-4778-AAB0-AFD182EFE9D3}" dt="2026-04-23T14:16:18.509" v="77" actId="20577"/>
          <ac:spMkLst>
            <pc:docMk/>
            <pc:sldMk cId="1531890364" sldId="256"/>
            <ac:spMk id="2" creationId="{8DF80F50-84A5-C81B-B8E3-8550DAC041A4}"/>
          </ac:spMkLst>
        </pc:spChg>
      </pc:sldChg>
      <pc:sldChg chg="modSp mod">
        <pc:chgData name="Jordan, Stuart" userId="1bf9a496-f356-4f9c-b15f-a24cde0408c2" providerId="ADAL" clId="{D610E14A-756D-4778-AAB0-AFD182EFE9D3}" dt="2026-04-23T14:16:33.424" v="80" actId="20577"/>
        <pc:sldMkLst>
          <pc:docMk/>
          <pc:sldMk cId="593274319" sldId="257"/>
        </pc:sldMkLst>
        <pc:spChg chg="mod">
          <ac:chgData name="Jordan, Stuart" userId="1bf9a496-f356-4f9c-b15f-a24cde0408c2" providerId="ADAL" clId="{D610E14A-756D-4778-AAB0-AFD182EFE9D3}" dt="2026-04-23T14:16:33.424" v="80" actId="20577"/>
          <ac:spMkLst>
            <pc:docMk/>
            <pc:sldMk cId="593274319" sldId="257"/>
            <ac:spMk id="3" creationId="{E4C217C9-EB1E-A5FF-B07D-0268CE5E5FA2}"/>
          </ac:spMkLst>
        </pc:spChg>
      </pc:sldChg>
      <pc:sldChg chg="modSp">
        <pc:chgData name="Jordan, Stuart" userId="1bf9a496-f356-4f9c-b15f-a24cde0408c2" providerId="ADAL" clId="{D610E14A-756D-4778-AAB0-AFD182EFE9D3}" dt="2026-04-23T14:17:46.408" v="84" actId="20577"/>
        <pc:sldMkLst>
          <pc:docMk/>
          <pc:sldMk cId="1275233686" sldId="290"/>
        </pc:sldMkLst>
        <pc:spChg chg="mod">
          <ac:chgData name="Jordan, Stuart" userId="1bf9a496-f356-4f9c-b15f-a24cde0408c2" providerId="ADAL" clId="{D610E14A-756D-4778-AAB0-AFD182EFE9D3}" dt="2026-04-23T14:17:46.408" v="84" actId="20577"/>
          <ac:spMkLst>
            <pc:docMk/>
            <pc:sldMk cId="1275233686" sldId="290"/>
            <ac:spMk id="2" creationId="{6E4636FC-EC84-7A15-5EDD-7C724C50A79A}"/>
          </ac:spMkLst>
        </pc:spChg>
      </pc:sldChg>
      <pc:sldChg chg="modSp">
        <pc:chgData name="Jordan, Stuart" userId="1bf9a496-f356-4f9c-b15f-a24cde0408c2" providerId="ADAL" clId="{D610E14A-756D-4778-AAB0-AFD182EFE9D3}" dt="2026-04-23T14:17:59.894" v="85"/>
        <pc:sldMkLst>
          <pc:docMk/>
          <pc:sldMk cId="2481416497" sldId="291"/>
        </pc:sldMkLst>
        <pc:spChg chg="mod">
          <ac:chgData name="Jordan, Stuart" userId="1bf9a496-f356-4f9c-b15f-a24cde0408c2" providerId="ADAL" clId="{D610E14A-756D-4778-AAB0-AFD182EFE9D3}" dt="2026-04-23T14:17:59.894" v="85"/>
          <ac:spMkLst>
            <pc:docMk/>
            <pc:sldMk cId="2481416497" sldId="291"/>
            <ac:spMk id="2" creationId="{F8596570-E469-F3DD-3AD9-5A81EC44F822}"/>
          </ac:spMkLst>
        </pc:spChg>
      </pc:sldChg>
      <pc:sldChg chg="modSp">
        <pc:chgData name="Jordan, Stuart" userId="1bf9a496-f356-4f9c-b15f-a24cde0408c2" providerId="ADAL" clId="{D610E14A-756D-4778-AAB0-AFD182EFE9D3}" dt="2026-04-23T14:18:07.226" v="86"/>
        <pc:sldMkLst>
          <pc:docMk/>
          <pc:sldMk cId="103809549" sldId="292"/>
        </pc:sldMkLst>
        <pc:spChg chg="mod">
          <ac:chgData name="Jordan, Stuart" userId="1bf9a496-f356-4f9c-b15f-a24cde0408c2" providerId="ADAL" clId="{D610E14A-756D-4778-AAB0-AFD182EFE9D3}" dt="2026-04-23T14:18:07.226" v="86"/>
          <ac:spMkLst>
            <pc:docMk/>
            <pc:sldMk cId="103809549" sldId="292"/>
            <ac:spMk id="2" creationId="{C3FC1667-8ED5-A2B7-1CD2-0F4C2757273D}"/>
          </ac:spMkLst>
        </pc:spChg>
      </pc:sldChg>
      <pc:sldChg chg="modSp">
        <pc:chgData name="Jordan, Stuart" userId="1bf9a496-f356-4f9c-b15f-a24cde0408c2" providerId="ADAL" clId="{D610E14A-756D-4778-AAB0-AFD182EFE9D3}" dt="2026-04-23T14:18:47.652" v="105" actId="20577"/>
        <pc:sldMkLst>
          <pc:docMk/>
          <pc:sldMk cId="1733960731" sldId="293"/>
        </pc:sldMkLst>
        <pc:spChg chg="mod">
          <ac:chgData name="Jordan, Stuart" userId="1bf9a496-f356-4f9c-b15f-a24cde0408c2" providerId="ADAL" clId="{D610E14A-756D-4778-AAB0-AFD182EFE9D3}" dt="2026-04-23T14:18:47.652" v="105" actId="20577"/>
          <ac:spMkLst>
            <pc:docMk/>
            <pc:sldMk cId="1733960731" sldId="293"/>
            <ac:spMk id="2" creationId="{2050DF3E-B294-17C5-9D8B-DC436C1CBD1A}"/>
          </ac:spMkLst>
        </pc:spChg>
      </pc:sldChg>
      <pc:sldChg chg="modSp">
        <pc:chgData name="Jordan, Stuart" userId="1bf9a496-f356-4f9c-b15f-a24cde0408c2" providerId="ADAL" clId="{D610E14A-756D-4778-AAB0-AFD182EFE9D3}" dt="2026-04-23T14:18:39.132" v="101" actId="20577"/>
        <pc:sldMkLst>
          <pc:docMk/>
          <pc:sldMk cId="1279571098" sldId="294"/>
        </pc:sldMkLst>
        <pc:spChg chg="mod">
          <ac:chgData name="Jordan, Stuart" userId="1bf9a496-f356-4f9c-b15f-a24cde0408c2" providerId="ADAL" clId="{D610E14A-756D-4778-AAB0-AFD182EFE9D3}" dt="2026-04-23T14:18:39.132" v="101" actId="20577"/>
          <ac:spMkLst>
            <pc:docMk/>
            <pc:sldMk cId="1279571098" sldId="294"/>
            <ac:spMk id="2" creationId="{ABE5F0C0-63B0-14C0-978A-E9CE07E925D4}"/>
          </ac:spMkLst>
        </pc:spChg>
        <pc:spChg chg="mod">
          <ac:chgData name="Jordan, Stuart" userId="1bf9a496-f356-4f9c-b15f-a24cde0408c2" providerId="ADAL" clId="{D610E14A-756D-4778-AAB0-AFD182EFE9D3}" dt="2026-04-23T14:18:31.054" v="99" actId="20577"/>
          <ac:spMkLst>
            <pc:docMk/>
            <pc:sldMk cId="1279571098" sldId="294"/>
            <ac:spMk id="36" creationId="{DA7514CF-18DE-1A64-2371-04AA4B927FCF}"/>
          </ac:spMkLst>
        </pc:spChg>
        <pc:spChg chg="mod">
          <ac:chgData name="Jordan, Stuart" userId="1bf9a496-f356-4f9c-b15f-a24cde0408c2" providerId="ADAL" clId="{D610E14A-756D-4778-AAB0-AFD182EFE9D3}" dt="2026-04-23T14:18:22.466" v="93" actId="20577"/>
          <ac:spMkLst>
            <pc:docMk/>
            <pc:sldMk cId="1279571098" sldId="294"/>
            <ac:spMk id="40" creationId="{10923265-81E7-06C6-A06C-08E1E266D550}"/>
          </ac:spMkLst>
        </pc:spChg>
      </pc:sldChg>
      <pc:sldChg chg="modSp">
        <pc:chgData name="Jordan, Stuart" userId="1bf9a496-f356-4f9c-b15f-a24cde0408c2" providerId="ADAL" clId="{D610E14A-756D-4778-AAB0-AFD182EFE9D3}" dt="2026-04-23T14:19:59.673" v="107" actId="20577"/>
        <pc:sldMkLst>
          <pc:docMk/>
          <pc:sldMk cId="1481352546" sldId="328"/>
        </pc:sldMkLst>
        <pc:spChg chg="mod">
          <ac:chgData name="Jordan, Stuart" userId="1bf9a496-f356-4f9c-b15f-a24cde0408c2" providerId="ADAL" clId="{D610E14A-756D-4778-AAB0-AFD182EFE9D3}" dt="2026-04-23T14:19:59.673" v="107" actId="20577"/>
          <ac:spMkLst>
            <pc:docMk/>
            <pc:sldMk cId="1481352546" sldId="328"/>
            <ac:spMk id="55" creationId="{48CB7628-239B-00EB-E822-B56A532C1BA4}"/>
          </ac:spMkLst>
        </pc:spChg>
      </pc:sldChg>
      <pc:sldChg chg="modSp">
        <pc:chgData name="Jordan, Stuart" userId="1bf9a496-f356-4f9c-b15f-a24cde0408c2" providerId="ADAL" clId="{D610E14A-756D-4778-AAB0-AFD182EFE9D3}" dt="2026-04-23T14:20:10.415" v="109" actId="20577"/>
        <pc:sldMkLst>
          <pc:docMk/>
          <pc:sldMk cId="1578187581" sldId="329"/>
        </pc:sldMkLst>
        <pc:spChg chg="mod">
          <ac:chgData name="Jordan, Stuart" userId="1bf9a496-f356-4f9c-b15f-a24cde0408c2" providerId="ADAL" clId="{D610E14A-756D-4778-AAB0-AFD182EFE9D3}" dt="2026-04-23T14:20:10.415" v="109" actId="20577"/>
          <ac:spMkLst>
            <pc:docMk/>
            <pc:sldMk cId="1578187581" sldId="329"/>
            <ac:spMk id="55" creationId="{98A70A15-FD4E-6C1E-F0A7-53FEA8447EFF}"/>
          </ac:spMkLst>
        </pc:spChg>
      </pc:sldChg>
      <pc:sldChg chg="modSp">
        <pc:chgData name="Jordan, Stuart" userId="1bf9a496-f356-4f9c-b15f-a24cde0408c2" providerId="ADAL" clId="{D610E14A-756D-4778-AAB0-AFD182EFE9D3}" dt="2026-04-23T14:21:04.148" v="119" actId="20577"/>
        <pc:sldMkLst>
          <pc:docMk/>
          <pc:sldMk cId="1359984894" sldId="330"/>
        </pc:sldMkLst>
        <pc:spChg chg="mod">
          <ac:chgData name="Jordan, Stuart" userId="1bf9a496-f356-4f9c-b15f-a24cde0408c2" providerId="ADAL" clId="{D610E14A-756D-4778-AAB0-AFD182EFE9D3}" dt="2026-04-23T14:21:04.148" v="119" actId="20577"/>
          <ac:spMkLst>
            <pc:docMk/>
            <pc:sldMk cId="1359984894" sldId="330"/>
            <ac:spMk id="55" creationId="{9D5CF7CE-7234-EC62-0A51-F9E14D64E9A6}"/>
          </ac:spMkLst>
        </pc:spChg>
        <pc:spChg chg="mod">
          <ac:chgData name="Jordan, Stuart" userId="1bf9a496-f356-4f9c-b15f-a24cde0408c2" providerId="ADAL" clId="{D610E14A-756D-4778-AAB0-AFD182EFE9D3}" dt="2026-04-23T14:20:34.070" v="111" actId="20577"/>
          <ac:spMkLst>
            <pc:docMk/>
            <pc:sldMk cId="1359984894" sldId="330"/>
            <ac:spMk id="64" creationId="{1FE494C6-9A86-07D1-4711-0033C968BE71}"/>
          </ac:spMkLst>
        </pc:spChg>
      </pc:sldChg>
      <pc:sldChg chg="modSp">
        <pc:chgData name="Jordan, Stuart" userId="1bf9a496-f356-4f9c-b15f-a24cde0408c2" providerId="ADAL" clId="{D610E14A-756D-4778-AAB0-AFD182EFE9D3}" dt="2026-04-23T14:20:55.726" v="117" actId="20577"/>
        <pc:sldMkLst>
          <pc:docMk/>
          <pc:sldMk cId="2129330087" sldId="331"/>
        </pc:sldMkLst>
        <pc:spChg chg="mod">
          <ac:chgData name="Jordan, Stuart" userId="1bf9a496-f356-4f9c-b15f-a24cde0408c2" providerId="ADAL" clId="{D610E14A-756D-4778-AAB0-AFD182EFE9D3}" dt="2026-04-23T14:20:55.726" v="117" actId="20577"/>
          <ac:spMkLst>
            <pc:docMk/>
            <pc:sldMk cId="2129330087" sldId="331"/>
            <ac:spMk id="55" creationId="{9A25E765-14E7-D62A-72C3-DCE0E8D8290B}"/>
          </ac:spMkLst>
        </pc:spChg>
        <pc:spChg chg="mod">
          <ac:chgData name="Jordan, Stuart" userId="1bf9a496-f356-4f9c-b15f-a24cde0408c2" providerId="ADAL" clId="{D610E14A-756D-4778-AAB0-AFD182EFE9D3}" dt="2026-04-23T14:20:48.359" v="115" actId="20577"/>
          <ac:spMkLst>
            <pc:docMk/>
            <pc:sldMk cId="2129330087" sldId="331"/>
            <ac:spMk id="64" creationId="{B8DBA1E1-4C6B-DC63-E30A-66EB3D0BF7E8}"/>
          </ac:spMkLst>
        </pc:spChg>
      </pc:sldChg>
      <pc:sldChg chg="modSp">
        <pc:chgData name="Jordan, Stuart" userId="1bf9a496-f356-4f9c-b15f-a24cde0408c2" providerId="ADAL" clId="{D610E14A-756D-4778-AAB0-AFD182EFE9D3}" dt="2026-04-23T14:21:47.246" v="134" actId="20577"/>
        <pc:sldMkLst>
          <pc:docMk/>
          <pc:sldMk cId="518228568" sldId="332"/>
        </pc:sldMkLst>
        <pc:spChg chg="mod">
          <ac:chgData name="Jordan, Stuart" userId="1bf9a496-f356-4f9c-b15f-a24cde0408c2" providerId="ADAL" clId="{D610E14A-756D-4778-AAB0-AFD182EFE9D3}" dt="2026-04-23T14:21:12.810" v="121" actId="20577"/>
          <ac:spMkLst>
            <pc:docMk/>
            <pc:sldMk cId="518228568" sldId="332"/>
            <ac:spMk id="55" creationId="{E63BE2A3-BD95-4AB6-D3B5-AC7201E05F59}"/>
          </ac:spMkLst>
        </pc:spChg>
        <pc:spChg chg="mod">
          <ac:chgData name="Jordan, Stuart" userId="1bf9a496-f356-4f9c-b15f-a24cde0408c2" providerId="ADAL" clId="{D610E14A-756D-4778-AAB0-AFD182EFE9D3}" dt="2026-04-23T14:21:47.246" v="134" actId="20577"/>
          <ac:spMkLst>
            <pc:docMk/>
            <pc:sldMk cId="518228568" sldId="332"/>
            <ac:spMk id="64" creationId="{C2541EBB-C1DB-9EC1-4EC9-7EBCA661689B}"/>
          </ac:spMkLst>
        </pc:spChg>
      </pc:sldChg>
      <pc:sldChg chg="modSp">
        <pc:chgData name="Jordan, Stuart" userId="1bf9a496-f356-4f9c-b15f-a24cde0408c2" providerId="ADAL" clId="{D610E14A-756D-4778-AAB0-AFD182EFE9D3}" dt="2026-04-23T14:22:38.038" v="143" actId="20577"/>
        <pc:sldMkLst>
          <pc:docMk/>
          <pc:sldMk cId="1727363933" sldId="333"/>
        </pc:sldMkLst>
        <pc:spChg chg="mod">
          <ac:chgData name="Jordan, Stuart" userId="1bf9a496-f356-4f9c-b15f-a24cde0408c2" providerId="ADAL" clId="{D610E14A-756D-4778-AAB0-AFD182EFE9D3}" dt="2026-04-23T14:22:38.038" v="143" actId="20577"/>
          <ac:spMkLst>
            <pc:docMk/>
            <pc:sldMk cId="1727363933" sldId="333"/>
            <ac:spMk id="55" creationId="{ABB9EC0A-4E06-8A34-381B-1FB2B0A4FC21}"/>
          </ac:spMkLst>
        </pc:spChg>
        <pc:spChg chg="mod">
          <ac:chgData name="Jordan, Stuart" userId="1bf9a496-f356-4f9c-b15f-a24cde0408c2" providerId="ADAL" clId="{D610E14A-756D-4778-AAB0-AFD182EFE9D3}" dt="2026-04-23T14:22:20.044" v="141" actId="20577"/>
          <ac:spMkLst>
            <pc:docMk/>
            <pc:sldMk cId="1727363933" sldId="333"/>
            <ac:spMk id="64" creationId="{355AC9AB-9470-F8B7-F217-2BDA2A644140}"/>
          </ac:spMkLst>
        </pc:spChg>
      </pc:sldChg>
      <pc:sldChg chg="modSp">
        <pc:chgData name="Jordan, Stuart" userId="1bf9a496-f356-4f9c-b15f-a24cde0408c2" providerId="ADAL" clId="{D610E14A-756D-4778-AAB0-AFD182EFE9D3}" dt="2026-04-23T14:23:01.693" v="147"/>
        <pc:sldMkLst>
          <pc:docMk/>
          <pc:sldMk cId="1722927212" sldId="334"/>
        </pc:sldMkLst>
        <pc:spChg chg="mod">
          <ac:chgData name="Jordan, Stuart" userId="1bf9a496-f356-4f9c-b15f-a24cde0408c2" providerId="ADAL" clId="{D610E14A-756D-4778-AAB0-AFD182EFE9D3}" dt="2026-04-23T14:22:45.198" v="145" actId="20577"/>
          <ac:spMkLst>
            <pc:docMk/>
            <pc:sldMk cId="1722927212" sldId="334"/>
            <ac:spMk id="55" creationId="{6AA1B6D0-70BC-37C5-A669-9055337AF794}"/>
          </ac:spMkLst>
        </pc:spChg>
        <pc:spChg chg="mod">
          <ac:chgData name="Jordan, Stuart" userId="1bf9a496-f356-4f9c-b15f-a24cde0408c2" providerId="ADAL" clId="{D610E14A-756D-4778-AAB0-AFD182EFE9D3}" dt="2026-04-23T14:23:01.693" v="147"/>
          <ac:spMkLst>
            <pc:docMk/>
            <pc:sldMk cId="1722927212" sldId="334"/>
            <ac:spMk id="64" creationId="{7DC55A53-15D5-853C-0291-645FAEF3E8E2}"/>
          </ac:spMkLst>
        </pc:spChg>
      </pc:sldChg>
      <pc:sldChg chg="modSp">
        <pc:chgData name="Jordan, Stuart" userId="1bf9a496-f356-4f9c-b15f-a24cde0408c2" providerId="ADAL" clId="{D610E14A-756D-4778-AAB0-AFD182EFE9D3}" dt="2026-04-23T14:23:17.371" v="151"/>
        <pc:sldMkLst>
          <pc:docMk/>
          <pc:sldMk cId="3004367452" sldId="335"/>
        </pc:sldMkLst>
        <pc:spChg chg="mod">
          <ac:chgData name="Jordan, Stuart" userId="1bf9a496-f356-4f9c-b15f-a24cde0408c2" providerId="ADAL" clId="{D610E14A-756D-4778-AAB0-AFD182EFE9D3}" dt="2026-04-23T14:23:12.586" v="149" actId="20577"/>
          <ac:spMkLst>
            <pc:docMk/>
            <pc:sldMk cId="3004367452" sldId="335"/>
            <ac:spMk id="55" creationId="{10C271A8-EDE6-4347-CBE4-5F9D40350730}"/>
          </ac:spMkLst>
        </pc:spChg>
        <pc:spChg chg="mod">
          <ac:chgData name="Jordan, Stuart" userId="1bf9a496-f356-4f9c-b15f-a24cde0408c2" providerId="ADAL" clId="{D610E14A-756D-4778-AAB0-AFD182EFE9D3}" dt="2026-04-23T14:23:17.371" v="151"/>
          <ac:spMkLst>
            <pc:docMk/>
            <pc:sldMk cId="3004367452" sldId="335"/>
            <ac:spMk id="64" creationId="{B884C706-75F1-27E0-400F-11FF3CF116EB}"/>
          </ac:spMkLst>
        </pc:spChg>
      </pc:sldChg>
      <pc:sldChg chg="modSp">
        <pc:chgData name="Jordan, Stuart" userId="1bf9a496-f356-4f9c-b15f-a24cde0408c2" providerId="ADAL" clId="{D610E14A-756D-4778-AAB0-AFD182EFE9D3}" dt="2026-04-23T14:23:46.966" v="155" actId="20577"/>
        <pc:sldMkLst>
          <pc:docMk/>
          <pc:sldMk cId="2165089614" sldId="336"/>
        </pc:sldMkLst>
        <pc:spChg chg="mod">
          <ac:chgData name="Jordan, Stuart" userId="1bf9a496-f356-4f9c-b15f-a24cde0408c2" providerId="ADAL" clId="{D610E14A-756D-4778-AAB0-AFD182EFE9D3}" dt="2026-04-23T14:23:46.966" v="155" actId="20577"/>
          <ac:spMkLst>
            <pc:docMk/>
            <pc:sldMk cId="2165089614" sldId="336"/>
            <ac:spMk id="55" creationId="{77A42596-3B51-C5DA-F35E-3260AEE69FD4}"/>
          </ac:spMkLst>
        </pc:spChg>
        <pc:spChg chg="mod">
          <ac:chgData name="Jordan, Stuart" userId="1bf9a496-f356-4f9c-b15f-a24cde0408c2" providerId="ADAL" clId="{D610E14A-756D-4778-AAB0-AFD182EFE9D3}" dt="2026-04-23T14:23:41.160" v="153" actId="20577"/>
          <ac:spMkLst>
            <pc:docMk/>
            <pc:sldMk cId="2165089614" sldId="336"/>
            <ac:spMk id="64" creationId="{2CA14D33-5A63-7693-2E89-512C68F48048}"/>
          </ac:spMkLst>
        </pc:spChg>
      </pc:sldChg>
      <pc:sldChg chg="modSp">
        <pc:chgData name="Jordan, Stuart" userId="1bf9a496-f356-4f9c-b15f-a24cde0408c2" providerId="ADAL" clId="{D610E14A-756D-4778-AAB0-AFD182EFE9D3}" dt="2026-04-23T14:24:19.404" v="163" actId="20577"/>
        <pc:sldMkLst>
          <pc:docMk/>
          <pc:sldMk cId="944971122" sldId="337"/>
        </pc:sldMkLst>
        <pc:spChg chg="mod">
          <ac:chgData name="Jordan, Stuart" userId="1bf9a496-f356-4f9c-b15f-a24cde0408c2" providerId="ADAL" clId="{D610E14A-756D-4778-AAB0-AFD182EFE9D3}" dt="2026-04-23T14:24:00.463" v="159" actId="20577"/>
          <ac:spMkLst>
            <pc:docMk/>
            <pc:sldMk cId="944971122" sldId="337"/>
            <ac:spMk id="55" creationId="{5D9ADCC6-3BBC-7F3E-AC36-4B1FA8A364DA}"/>
          </ac:spMkLst>
        </pc:spChg>
        <pc:spChg chg="mod">
          <ac:chgData name="Jordan, Stuart" userId="1bf9a496-f356-4f9c-b15f-a24cde0408c2" providerId="ADAL" clId="{D610E14A-756D-4778-AAB0-AFD182EFE9D3}" dt="2026-04-23T14:23:56.303" v="157"/>
          <ac:spMkLst>
            <pc:docMk/>
            <pc:sldMk cId="944971122" sldId="337"/>
            <ac:spMk id="64" creationId="{8E620B80-AC18-21A4-3174-8CD60DB4C210}"/>
          </ac:spMkLst>
        </pc:spChg>
        <pc:spChg chg="mod">
          <ac:chgData name="Jordan, Stuart" userId="1bf9a496-f356-4f9c-b15f-a24cde0408c2" providerId="ADAL" clId="{D610E14A-756D-4778-AAB0-AFD182EFE9D3}" dt="2026-04-23T14:24:19.404" v="163" actId="20577"/>
          <ac:spMkLst>
            <pc:docMk/>
            <pc:sldMk cId="944971122" sldId="337"/>
            <ac:spMk id="77" creationId="{B4D04D9A-E848-ADF5-0877-DD3D0DA0323D}"/>
          </ac:spMkLst>
        </pc:spChg>
      </pc:sldChg>
      <pc:sldChg chg="modSp">
        <pc:chgData name="Jordan, Stuart" userId="1bf9a496-f356-4f9c-b15f-a24cde0408c2" providerId="ADAL" clId="{D610E14A-756D-4778-AAB0-AFD182EFE9D3}" dt="2026-04-23T14:24:43.446" v="167" actId="20577"/>
        <pc:sldMkLst>
          <pc:docMk/>
          <pc:sldMk cId="431666081" sldId="338"/>
        </pc:sldMkLst>
        <pc:spChg chg="mod">
          <ac:chgData name="Jordan, Stuart" userId="1bf9a496-f356-4f9c-b15f-a24cde0408c2" providerId="ADAL" clId="{D610E14A-756D-4778-AAB0-AFD182EFE9D3}" dt="2026-04-23T14:24:43.446" v="167" actId="20577"/>
          <ac:spMkLst>
            <pc:docMk/>
            <pc:sldMk cId="431666081" sldId="338"/>
            <ac:spMk id="55" creationId="{768AEE6B-842F-1EBC-C1BB-7F70472E947A}"/>
          </ac:spMkLst>
        </pc:spChg>
        <pc:spChg chg="mod">
          <ac:chgData name="Jordan, Stuart" userId="1bf9a496-f356-4f9c-b15f-a24cde0408c2" providerId="ADAL" clId="{D610E14A-756D-4778-AAB0-AFD182EFE9D3}" dt="2026-04-23T14:24:39.634" v="165" actId="20577"/>
          <ac:spMkLst>
            <pc:docMk/>
            <pc:sldMk cId="431666081" sldId="338"/>
            <ac:spMk id="77" creationId="{4296A52B-2C28-FB4A-262F-E5BAEBD4FBE2}"/>
          </ac:spMkLst>
        </pc:spChg>
      </pc:sldChg>
      <pc:sldChg chg="modSp">
        <pc:chgData name="Jordan, Stuart" userId="1bf9a496-f356-4f9c-b15f-a24cde0408c2" providerId="ADAL" clId="{D610E14A-756D-4778-AAB0-AFD182EFE9D3}" dt="2026-04-23T14:25:21.492" v="175" actId="20577"/>
        <pc:sldMkLst>
          <pc:docMk/>
          <pc:sldMk cId="1603324031" sldId="339"/>
        </pc:sldMkLst>
        <pc:spChg chg="mod">
          <ac:chgData name="Jordan, Stuart" userId="1bf9a496-f356-4f9c-b15f-a24cde0408c2" providerId="ADAL" clId="{D610E14A-756D-4778-AAB0-AFD182EFE9D3}" dt="2026-04-23T14:25:21.492" v="175" actId="20577"/>
          <ac:spMkLst>
            <pc:docMk/>
            <pc:sldMk cId="1603324031" sldId="339"/>
            <ac:spMk id="55" creationId="{3D755730-431F-E658-4888-0F540ADD7F08}"/>
          </ac:spMkLst>
        </pc:spChg>
        <pc:spChg chg="mod">
          <ac:chgData name="Jordan, Stuart" userId="1bf9a496-f356-4f9c-b15f-a24cde0408c2" providerId="ADAL" clId="{D610E14A-756D-4778-AAB0-AFD182EFE9D3}" dt="2026-04-23T14:25:11.498" v="171" actId="20577"/>
          <ac:spMkLst>
            <pc:docMk/>
            <pc:sldMk cId="1603324031" sldId="339"/>
            <ac:spMk id="64" creationId="{68DA924B-4C5D-2D22-74F2-487BF3FE3B45}"/>
          </ac:spMkLst>
        </pc:spChg>
        <pc:spChg chg="mod">
          <ac:chgData name="Jordan, Stuart" userId="1bf9a496-f356-4f9c-b15f-a24cde0408c2" providerId="ADAL" clId="{D610E14A-756D-4778-AAB0-AFD182EFE9D3}" dt="2026-04-23T14:24:54.783" v="169" actId="20577"/>
          <ac:spMkLst>
            <pc:docMk/>
            <pc:sldMk cId="1603324031" sldId="339"/>
            <ac:spMk id="77" creationId="{5F1B924C-3B0E-68BC-711D-3DD6AEE1714A}"/>
          </ac:spMkLst>
        </pc:spChg>
      </pc:sldChg>
      <pc:sldChg chg="modSp">
        <pc:chgData name="Jordan, Stuart" userId="1bf9a496-f356-4f9c-b15f-a24cde0408c2" providerId="ADAL" clId="{D610E14A-756D-4778-AAB0-AFD182EFE9D3}" dt="2026-04-23T14:25:58.815" v="185" actId="20577"/>
        <pc:sldMkLst>
          <pc:docMk/>
          <pc:sldMk cId="3206480296" sldId="340"/>
        </pc:sldMkLst>
        <pc:spChg chg="mod">
          <ac:chgData name="Jordan, Stuart" userId="1bf9a496-f356-4f9c-b15f-a24cde0408c2" providerId="ADAL" clId="{D610E14A-756D-4778-AAB0-AFD182EFE9D3}" dt="2026-04-23T14:25:37.681" v="177" actId="20577"/>
          <ac:spMkLst>
            <pc:docMk/>
            <pc:sldMk cId="3206480296" sldId="340"/>
            <ac:spMk id="55" creationId="{8011B8AD-3EF0-5FB3-9E26-D938E13B3AB2}"/>
          </ac:spMkLst>
        </pc:spChg>
        <pc:spChg chg="mod">
          <ac:chgData name="Jordan, Stuart" userId="1bf9a496-f356-4f9c-b15f-a24cde0408c2" providerId="ADAL" clId="{D610E14A-756D-4778-AAB0-AFD182EFE9D3}" dt="2026-04-23T14:25:43.573" v="179"/>
          <ac:spMkLst>
            <pc:docMk/>
            <pc:sldMk cId="3206480296" sldId="340"/>
            <ac:spMk id="64" creationId="{10B6FBE4-35E4-3128-80C4-DB668E1FC962}"/>
          </ac:spMkLst>
        </pc:spChg>
        <pc:spChg chg="mod">
          <ac:chgData name="Jordan, Stuart" userId="1bf9a496-f356-4f9c-b15f-a24cde0408c2" providerId="ADAL" clId="{D610E14A-756D-4778-AAB0-AFD182EFE9D3}" dt="2026-04-23T14:25:47.906" v="181" actId="20577"/>
          <ac:spMkLst>
            <pc:docMk/>
            <pc:sldMk cId="3206480296" sldId="340"/>
            <ac:spMk id="77" creationId="{4A27357A-B518-C527-C6D5-48269CD93905}"/>
          </ac:spMkLst>
        </pc:spChg>
        <pc:spChg chg="mod">
          <ac:chgData name="Jordan, Stuart" userId="1bf9a496-f356-4f9c-b15f-a24cde0408c2" providerId="ADAL" clId="{D610E14A-756D-4778-AAB0-AFD182EFE9D3}" dt="2026-04-23T14:25:58.815" v="185" actId="20577"/>
          <ac:spMkLst>
            <pc:docMk/>
            <pc:sldMk cId="3206480296" sldId="340"/>
            <ac:spMk id="78" creationId="{E9532127-BB2D-1266-8806-4963290001CB}"/>
          </ac:spMkLst>
        </pc:spChg>
      </pc:sldChg>
      <pc:sldChg chg="modSp">
        <pc:chgData name="Jordan, Stuart" userId="1bf9a496-f356-4f9c-b15f-a24cde0408c2" providerId="ADAL" clId="{D610E14A-756D-4778-AAB0-AFD182EFE9D3}" dt="2026-04-23T14:27:12.360" v="199" actId="20577"/>
        <pc:sldMkLst>
          <pc:docMk/>
          <pc:sldMk cId="904416290" sldId="341"/>
        </pc:sldMkLst>
        <pc:spChg chg="mod">
          <ac:chgData name="Jordan, Stuart" userId="1bf9a496-f356-4f9c-b15f-a24cde0408c2" providerId="ADAL" clId="{D610E14A-756D-4778-AAB0-AFD182EFE9D3}" dt="2026-04-23T14:26:50.425" v="187" actId="20577"/>
          <ac:spMkLst>
            <pc:docMk/>
            <pc:sldMk cId="904416290" sldId="341"/>
            <ac:spMk id="55" creationId="{0C3DCD41-91EC-8F74-332B-0052D3F58FEE}"/>
          </ac:spMkLst>
        </pc:spChg>
        <pc:spChg chg="mod">
          <ac:chgData name="Jordan, Stuart" userId="1bf9a496-f356-4f9c-b15f-a24cde0408c2" providerId="ADAL" clId="{D610E14A-756D-4778-AAB0-AFD182EFE9D3}" dt="2026-04-23T14:26:57.196" v="189" actId="20577"/>
          <ac:spMkLst>
            <pc:docMk/>
            <pc:sldMk cId="904416290" sldId="341"/>
            <ac:spMk id="64" creationId="{670CDAC7-2D2E-18A6-5840-E3C68BA1C908}"/>
          </ac:spMkLst>
        </pc:spChg>
        <pc:spChg chg="mod">
          <ac:chgData name="Jordan, Stuart" userId="1bf9a496-f356-4f9c-b15f-a24cde0408c2" providerId="ADAL" clId="{D610E14A-756D-4778-AAB0-AFD182EFE9D3}" dt="2026-04-23T14:27:03.057" v="195" actId="20577"/>
          <ac:spMkLst>
            <pc:docMk/>
            <pc:sldMk cId="904416290" sldId="341"/>
            <ac:spMk id="77" creationId="{41BF72C1-9199-C749-2393-98733B5BF8A1}"/>
          </ac:spMkLst>
        </pc:spChg>
        <pc:spChg chg="mod">
          <ac:chgData name="Jordan, Stuart" userId="1bf9a496-f356-4f9c-b15f-a24cde0408c2" providerId="ADAL" clId="{D610E14A-756D-4778-AAB0-AFD182EFE9D3}" dt="2026-04-23T14:27:12.360" v="199" actId="20577"/>
          <ac:spMkLst>
            <pc:docMk/>
            <pc:sldMk cId="904416290" sldId="341"/>
            <ac:spMk id="78" creationId="{CDC7C8C5-3CD5-A8C1-0A50-EE6C3854823B}"/>
          </ac:spMkLst>
        </pc:spChg>
      </pc:sldChg>
      <pc:sldChg chg="del">
        <pc:chgData name="Jordan, Stuart" userId="1bf9a496-f356-4f9c-b15f-a24cde0408c2" providerId="ADAL" clId="{D610E14A-756D-4778-AAB0-AFD182EFE9D3}" dt="2026-04-23T14:27:26.475" v="200" actId="47"/>
        <pc:sldMkLst>
          <pc:docMk/>
          <pc:sldMk cId="1973821752" sldId="342"/>
        </pc:sldMkLst>
      </pc:sldChg>
      <pc:sldChg chg="addSp modSp">
        <pc:chgData name="Jordan, Stuart" userId="1bf9a496-f356-4f9c-b15f-a24cde0408c2" providerId="ADAL" clId="{D610E14A-756D-4778-AAB0-AFD182EFE9D3}" dt="2026-04-23T14:28:14.547" v="210" actId="20577"/>
        <pc:sldMkLst>
          <pc:docMk/>
          <pc:sldMk cId="1041191770" sldId="343"/>
        </pc:sldMkLst>
        <pc:spChg chg="add mod">
          <ac:chgData name="Jordan, Stuart" userId="1bf9a496-f356-4f9c-b15f-a24cde0408c2" providerId="ADAL" clId="{D610E14A-756D-4778-AAB0-AFD182EFE9D3}" dt="2026-04-23T14:27:47.379" v="201"/>
          <ac:spMkLst>
            <pc:docMk/>
            <pc:sldMk cId="1041191770" sldId="343"/>
            <ac:spMk id="64" creationId="{73A5FFDB-16A1-68D4-01BF-90B74956B6FD}"/>
          </ac:spMkLst>
        </pc:spChg>
        <pc:spChg chg="mod">
          <ac:chgData name="Jordan, Stuart" userId="1bf9a496-f356-4f9c-b15f-a24cde0408c2" providerId="ADAL" clId="{D610E14A-756D-4778-AAB0-AFD182EFE9D3}" dt="2026-04-23T14:28:14.547" v="210" actId="20577"/>
          <ac:spMkLst>
            <pc:docMk/>
            <pc:sldMk cId="1041191770" sldId="343"/>
            <ac:spMk id="80" creationId="{13C9D7AE-FE66-E4F5-6E32-960C42C9D66B}"/>
          </ac:spMkLst>
        </pc:spChg>
      </pc:sldChg>
      <pc:sldChg chg="modSp">
        <pc:chgData name="Jordan, Stuart" userId="1bf9a496-f356-4f9c-b15f-a24cde0408c2" providerId="ADAL" clId="{D610E14A-756D-4778-AAB0-AFD182EFE9D3}" dt="2026-04-23T14:28:54.679" v="221" actId="20577"/>
        <pc:sldMkLst>
          <pc:docMk/>
          <pc:sldMk cId="708783842" sldId="344"/>
        </pc:sldMkLst>
        <pc:spChg chg="mod">
          <ac:chgData name="Jordan, Stuart" userId="1bf9a496-f356-4f9c-b15f-a24cde0408c2" providerId="ADAL" clId="{D610E14A-756D-4778-AAB0-AFD182EFE9D3}" dt="2026-04-23T14:28:54.679" v="221" actId="20577"/>
          <ac:spMkLst>
            <pc:docMk/>
            <pc:sldMk cId="708783842" sldId="344"/>
            <ac:spMk id="55" creationId="{93A3BA3F-6F43-22DE-8DB6-A87A11589616}"/>
          </ac:spMkLst>
        </pc:spChg>
        <pc:spChg chg="mod">
          <ac:chgData name="Jordan, Stuart" userId="1bf9a496-f356-4f9c-b15f-a24cde0408c2" providerId="ADAL" clId="{D610E14A-756D-4778-AAB0-AFD182EFE9D3}" dt="2026-04-23T14:28:49.270" v="219" actId="20577"/>
          <ac:spMkLst>
            <pc:docMk/>
            <pc:sldMk cId="708783842" sldId="344"/>
            <ac:spMk id="80" creationId="{CA34B456-1024-E341-7EA1-296A85A6C8F4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35.707" v="257"/>
        <pc:sldMkLst>
          <pc:docMk/>
          <pc:sldMk cId="1910477144" sldId="345"/>
        </pc:sldMkLst>
        <pc:spChg chg="add mod">
          <ac:chgData name="Jordan, Stuart" userId="1bf9a496-f356-4f9c-b15f-a24cde0408c2" providerId="ADAL" clId="{D610E14A-756D-4778-AAB0-AFD182EFE9D3}" dt="2026-04-23T14:32:35.707" v="257"/>
          <ac:spMkLst>
            <pc:docMk/>
            <pc:sldMk cId="1910477144" sldId="345"/>
            <ac:spMk id="77" creationId="{25CD7F58-634D-E20D-3097-F8EE60EDDF6C}"/>
          </ac:spMkLst>
        </pc:spChg>
        <pc:spChg chg="del">
          <ac:chgData name="Jordan, Stuart" userId="1bf9a496-f356-4f9c-b15f-a24cde0408c2" providerId="ADAL" clId="{D610E14A-756D-4778-AAB0-AFD182EFE9D3}" dt="2026-04-23T14:32:35.326" v="256" actId="478"/>
          <ac:spMkLst>
            <pc:docMk/>
            <pc:sldMk cId="1910477144" sldId="345"/>
            <ac:spMk id="80" creationId="{6873521A-8691-1C1E-AD0C-30D9681B5409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39.624" v="259"/>
        <pc:sldMkLst>
          <pc:docMk/>
          <pc:sldMk cId="1129658887" sldId="346"/>
        </pc:sldMkLst>
        <pc:spChg chg="del">
          <ac:chgData name="Jordan, Stuart" userId="1bf9a496-f356-4f9c-b15f-a24cde0408c2" providerId="ADAL" clId="{D610E14A-756D-4778-AAB0-AFD182EFE9D3}" dt="2026-04-23T14:32:39.249" v="258" actId="478"/>
          <ac:spMkLst>
            <pc:docMk/>
            <pc:sldMk cId="1129658887" sldId="346"/>
            <ac:spMk id="80" creationId="{0FDD2303-0ED0-5B19-F6C4-B70A5231AC40}"/>
          </ac:spMkLst>
        </pc:spChg>
        <pc:spChg chg="add mod">
          <ac:chgData name="Jordan, Stuart" userId="1bf9a496-f356-4f9c-b15f-a24cde0408c2" providerId="ADAL" clId="{D610E14A-756D-4778-AAB0-AFD182EFE9D3}" dt="2026-04-23T14:32:39.624" v="259"/>
          <ac:spMkLst>
            <pc:docMk/>
            <pc:sldMk cId="1129658887" sldId="346"/>
            <ac:spMk id="86" creationId="{CCF39F55-28B6-B9FD-47A6-15AF3597939D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43.378" v="261"/>
        <pc:sldMkLst>
          <pc:docMk/>
          <pc:sldMk cId="2765517888" sldId="347"/>
        </pc:sldMkLst>
        <pc:spChg chg="del">
          <ac:chgData name="Jordan, Stuart" userId="1bf9a496-f356-4f9c-b15f-a24cde0408c2" providerId="ADAL" clId="{D610E14A-756D-4778-AAB0-AFD182EFE9D3}" dt="2026-04-23T14:32:43.027" v="260" actId="478"/>
          <ac:spMkLst>
            <pc:docMk/>
            <pc:sldMk cId="2765517888" sldId="347"/>
            <ac:spMk id="80" creationId="{F692CD42-D274-A966-AC2D-23903AA9A5F5}"/>
          </ac:spMkLst>
        </pc:spChg>
        <pc:spChg chg="add mod">
          <ac:chgData name="Jordan, Stuart" userId="1bf9a496-f356-4f9c-b15f-a24cde0408c2" providerId="ADAL" clId="{D610E14A-756D-4778-AAB0-AFD182EFE9D3}" dt="2026-04-23T14:32:43.378" v="261"/>
          <ac:spMkLst>
            <pc:docMk/>
            <pc:sldMk cId="2765517888" sldId="347"/>
            <ac:spMk id="86" creationId="{90F9EC0E-333B-E7A9-E376-DEC93E9BEBFA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47.457" v="263"/>
        <pc:sldMkLst>
          <pc:docMk/>
          <pc:sldMk cId="2585435110" sldId="348"/>
        </pc:sldMkLst>
        <pc:spChg chg="mod">
          <ac:chgData name="Jordan, Stuart" userId="1bf9a496-f356-4f9c-b15f-a24cde0408c2" providerId="ADAL" clId="{D610E14A-756D-4778-AAB0-AFD182EFE9D3}" dt="2026-04-23T14:31:24.198" v="242" actId="20577"/>
          <ac:spMkLst>
            <pc:docMk/>
            <pc:sldMk cId="2585435110" sldId="348"/>
            <ac:spMk id="55" creationId="{6557E6CD-063D-9E1A-0D92-7FD3BF66609E}"/>
          </ac:spMkLst>
        </pc:spChg>
        <pc:spChg chg="add mod">
          <ac:chgData name="Jordan, Stuart" userId="1bf9a496-f356-4f9c-b15f-a24cde0408c2" providerId="ADAL" clId="{D610E14A-756D-4778-AAB0-AFD182EFE9D3}" dt="2026-04-23T14:32:47.457" v="263"/>
          <ac:spMkLst>
            <pc:docMk/>
            <pc:sldMk cId="2585435110" sldId="348"/>
            <ac:spMk id="77" creationId="{1560D296-2ED6-79CC-F140-0F1BD0C73296}"/>
          </ac:spMkLst>
        </pc:spChg>
        <pc:spChg chg="del">
          <ac:chgData name="Jordan, Stuart" userId="1bf9a496-f356-4f9c-b15f-a24cde0408c2" providerId="ADAL" clId="{D610E14A-756D-4778-AAB0-AFD182EFE9D3}" dt="2026-04-23T14:32:47.161" v="262" actId="478"/>
          <ac:spMkLst>
            <pc:docMk/>
            <pc:sldMk cId="2585435110" sldId="348"/>
            <ac:spMk id="80" creationId="{D7A6541F-EEFC-7ED8-B4EB-CDD3FEE48102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53.071" v="265"/>
        <pc:sldMkLst>
          <pc:docMk/>
          <pc:sldMk cId="2491363978" sldId="349"/>
        </pc:sldMkLst>
        <pc:spChg chg="mod">
          <ac:chgData name="Jordan, Stuart" userId="1bf9a496-f356-4f9c-b15f-a24cde0408c2" providerId="ADAL" clId="{D610E14A-756D-4778-AAB0-AFD182EFE9D3}" dt="2026-04-23T14:31:11.584" v="240" actId="20577"/>
          <ac:spMkLst>
            <pc:docMk/>
            <pc:sldMk cId="2491363978" sldId="349"/>
            <ac:spMk id="55" creationId="{DFC11C36-2772-66E6-DAA1-1BB6E4944E47}"/>
          </ac:spMkLst>
        </pc:spChg>
        <pc:spChg chg="mod">
          <ac:chgData name="Jordan, Stuart" userId="1bf9a496-f356-4f9c-b15f-a24cde0408c2" providerId="ADAL" clId="{D610E14A-756D-4778-AAB0-AFD182EFE9D3}" dt="2026-04-23T14:30:26.584" v="225" actId="20577"/>
          <ac:spMkLst>
            <pc:docMk/>
            <pc:sldMk cId="2491363978" sldId="349"/>
            <ac:spMk id="64" creationId="{FBA651F1-24B6-A4B3-D5B3-C2A2DD12C3D2}"/>
          </ac:spMkLst>
        </pc:spChg>
        <pc:spChg chg="mod">
          <ac:chgData name="Jordan, Stuart" userId="1bf9a496-f356-4f9c-b15f-a24cde0408c2" providerId="ADAL" clId="{D610E14A-756D-4778-AAB0-AFD182EFE9D3}" dt="2026-04-23T14:30:58.200" v="238" actId="20577"/>
          <ac:spMkLst>
            <pc:docMk/>
            <pc:sldMk cId="2491363978" sldId="349"/>
            <ac:spMk id="76" creationId="{576D73DE-5981-A8B1-1E37-B839104EBD93}"/>
          </ac:spMkLst>
        </pc:spChg>
        <pc:spChg chg="add mod">
          <ac:chgData name="Jordan, Stuart" userId="1bf9a496-f356-4f9c-b15f-a24cde0408c2" providerId="ADAL" clId="{D610E14A-756D-4778-AAB0-AFD182EFE9D3}" dt="2026-04-23T14:32:53.071" v="265"/>
          <ac:spMkLst>
            <pc:docMk/>
            <pc:sldMk cId="2491363978" sldId="349"/>
            <ac:spMk id="77" creationId="{29A717F1-33DD-DA42-AF1F-3C03DB06FC62}"/>
          </ac:spMkLst>
        </pc:spChg>
        <pc:spChg chg="del">
          <ac:chgData name="Jordan, Stuart" userId="1bf9a496-f356-4f9c-b15f-a24cde0408c2" providerId="ADAL" clId="{D610E14A-756D-4778-AAB0-AFD182EFE9D3}" dt="2026-04-23T14:32:52.571" v="264" actId="478"/>
          <ac:spMkLst>
            <pc:docMk/>
            <pc:sldMk cId="2491363978" sldId="349"/>
            <ac:spMk id="80" creationId="{F15BFD04-D206-0893-5CC6-D96026B3D375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2:58.120" v="267"/>
        <pc:sldMkLst>
          <pc:docMk/>
          <pc:sldMk cId="547060025" sldId="350"/>
        </pc:sldMkLst>
        <pc:spChg chg="mod">
          <ac:chgData name="Jordan, Stuart" userId="1bf9a496-f356-4f9c-b15f-a24cde0408c2" providerId="ADAL" clId="{D610E14A-756D-4778-AAB0-AFD182EFE9D3}" dt="2026-04-23T14:32:12.050" v="253" actId="20577"/>
          <ac:spMkLst>
            <pc:docMk/>
            <pc:sldMk cId="547060025" sldId="350"/>
            <ac:spMk id="55" creationId="{2FB677AB-0632-E5E5-4BCF-541285B650F5}"/>
          </ac:spMkLst>
        </pc:spChg>
        <pc:spChg chg="mod">
          <ac:chgData name="Jordan, Stuart" userId="1bf9a496-f356-4f9c-b15f-a24cde0408c2" providerId="ADAL" clId="{D610E14A-756D-4778-AAB0-AFD182EFE9D3}" dt="2026-04-23T14:31:40.818" v="244" actId="20577"/>
          <ac:spMkLst>
            <pc:docMk/>
            <pc:sldMk cId="547060025" sldId="350"/>
            <ac:spMk id="64" creationId="{92FF84C0-4544-39CD-E184-769E082045CC}"/>
          </ac:spMkLst>
        </pc:spChg>
        <pc:spChg chg="mod">
          <ac:chgData name="Jordan, Stuart" userId="1bf9a496-f356-4f9c-b15f-a24cde0408c2" providerId="ADAL" clId="{D610E14A-756D-4778-AAB0-AFD182EFE9D3}" dt="2026-04-23T14:32:05.374" v="251" actId="20577"/>
          <ac:spMkLst>
            <pc:docMk/>
            <pc:sldMk cId="547060025" sldId="350"/>
            <ac:spMk id="76" creationId="{5E36C117-3BF4-CF78-69C8-E5278B65863A}"/>
          </ac:spMkLst>
        </pc:spChg>
        <pc:spChg chg="add mod">
          <ac:chgData name="Jordan, Stuart" userId="1bf9a496-f356-4f9c-b15f-a24cde0408c2" providerId="ADAL" clId="{D610E14A-756D-4778-AAB0-AFD182EFE9D3}" dt="2026-04-23T14:32:58.120" v="267"/>
          <ac:spMkLst>
            <pc:docMk/>
            <pc:sldMk cId="547060025" sldId="350"/>
            <ac:spMk id="77" creationId="{CFA5EB42-E51C-6F4E-06FB-1069AC300607}"/>
          </ac:spMkLst>
        </pc:spChg>
        <pc:spChg chg="del">
          <ac:chgData name="Jordan, Stuart" userId="1bf9a496-f356-4f9c-b15f-a24cde0408c2" providerId="ADAL" clId="{D610E14A-756D-4778-AAB0-AFD182EFE9D3}" dt="2026-04-23T14:32:57.792" v="266" actId="478"/>
          <ac:spMkLst>
            <pc:docMk/>
            <pc:sldMk cId="547060025" sldId="350"/>
            <ac:spMk id="80" creationId="{AA4B58C9-CC55-9851-D876-D2A87AB8C735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4:31.141" v="291" actId="20577"/>
        <pc:sldMkLst>
          <pc:docMk/>
          <pc:sldMk cId="486234172" sldId="351"/>
        </pc:sldMkLst>
        <pc:spChg chg="mod">
          <ac:chgData name="Jordan, Stuart" userId="1bf9a496-f356-4f9c-b15f-a24cde0408c2" providerId="ADAL" clId="{D610E14A-756D-4778-AAB0-AFD182EFE9D3}" dt="2026-04-23T14:32:19.040" v="255" actId="20577"/>
          <ac:spMkLst>
            <pc:docMk/>
            <pc:sldMk cId="486234172" sldId="351"/>
            <ac:spMk id="55" creationId="{E06169DB-9F32-5206-7301-656FB7DCBBD8}"/>
          </ac:spMkLst>
        </pc:spChg>
        <pc:spChg chg="mod">
          <ac:chgData name="Jordan, Stuart" userId="1bf9a496-f356-4f9c-b15f-a24cde0408c2" providerId="ADAL" clId="{D610E14A-756D-4778-AAB0-AFD182EFE9D3}" dt="2026-04-23T14:33:49.089" v="273" actId="20577"/>
          <ac:spMkLst>
            <pc:docMk/>
            <pc:sldMk cId="486234172" sldId="351"/>
            <ac:spMk id="64" creationId="{7B50CEEE-DC6B-396A-5D98-16B93C6B1A79}"/>
          </ac:spMkLst>
        </pc:spChg>
        <pc:spChg chg="mod">
          <ac:chgData name="Jordan, Stuart" userId="1bf9a496-f356-4f9c-b15f-a24cde0408c2" providerId="ADAL" clId="{D610E14A-756D-4778-AAB0-AFD182EFE9D3}" dt="2026-04-23T14:34:02.753" v="280" actId="20577"/>
          <ac:spMkLst>
            <pc:docMk/>
            <pc:sldMk cId="486234172" sldId="351"/>
            <ac:spMk id="76" creationId="{3C4E0047-E15B-9B24-CF03-AD840650B684}"/>
          </ac:spMkLst>
        </pc:spChg>
        <pc:spChg chg="mod">
          <ac:chgData name="Jordan, Stuart" userId="1bf9a496-f356-4f9c-b15f-a24cde0408c2" providerId="ADAL" clId="{D610E14A-756D-4778-AAB0-AFD182EFE9D3}" dt="2026-04-23T14:34:31.141" v="291" actId="20577"/>
          <ac:spMkLst>
            <pc:docMk/>
            <pc:sldMk cId="486234172" sldId="351"/>
            <ac:spMk id="77" creationId="{814CE799-C109-B078-4373-3B97109C166E}"/>
          </ac:spMkLst>
        </pc:spChg>
        <pc:spChg chg="add mod">
          <ac:chgData name="Jordan, Stuart" userId="1bf9a496-f356-4f9c-b15f-a24cde0408c2" providerId="ADAL" clId="{D610E14A-756D-4778-AAB0-AFD182EFE9D3}" dt="2026-04-23T14:33:04.376" v="269"/>
          <ac:spMkLst>
            <pc:docMk/>
            <pc:sldMk cId="486234172" sldId="351"/>
            <ac:spMk id="78" creationId="{389BD08B-9426-8B88-582D-FAB4BB745F15}"/>
          </ac:spMkLst>
        </pc:spChg>
        <pc:spChg chg="del">
          <ac:chgData name="Jordan, Stuart" userId="1bf9a496-f356-4f9c-b15f-a24cde0408c2" providerId="ADAL" clId="{D610E14A-756D-4778-AAB0-AFD182EFE9D3}" dt="2026-04-23T14:33:04.033" v="268" actId="478"/>
          <ac:spMkLst>
            <pc:docMk/>
            <pc:sldMk cId="486234172" sldId="351"/>
            <ac:spMk id="80" creationId="{91ABF29D-993F-1217-C0D6-A47F2DCE494F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35:46.186" v="325" actId="20577"/>
        <pc:sldMkLst>
          <pc:docMk/>
          <pc:sldMk cId="3196962797" sldId="352"/>
        </pc:sldMkLst>
        <pc:spChg chg="mod">
          <ac:chgData name="Jordan, Stuart" userId="1bf9a496-f356-4f9c-b15f-a24cde0408c2" providerId="ADAL" clId="{D610E14A-756D-4778-AAB0-AFD182EFE9D3}" dt="2026-04-23T14:34:39.412" v="293" actId="20577"/>
          <ac:spMkLst>
            <pc:docMk/>
            <pc:sldMk cId="3196962797" sldId="352"/>
            <ac:spMk id="55" creationId="{4F48C853-EEF1-0AB0-6E9D-36101FB43084}"/>
          </ac:spMkLst>
        </pc:spChg>
        <pc:spChg chg="add mod">
          <ac:chgData name="Jordan, Stuart" userId="1bf9a496-f356-4f9c-b15f-a24cde0408c2" providerId="ADAL" clId="{D610E14A-756D-4778-AAB0-AFD182EFE9D3}" dt="2026-04-23T14:33:08.691" v="271"/>
          <ac:spMkLst>
            <pc:docMk/>
            <pc:sldMk cId="3196962797" sldId="352"/>
            <ac:spMk id="64" creationId="{D1953BFB-64DA-D1A5-F09B-70AA270E8948}"/>
          </ac:spMkLst>
        </pc:spChg>
        <pc:spChg chg="mod">
          <ac:chgData name="Jordan, Stuart" userId="1bf9a496-f356-4f9c-b15f-a24cde0408c2" providerId="ADAL" clId="{D610E14A-756D-4778-AAB0-AFD182EFE9D3}" dt="2026-04-23T14:35:46.186" v="325" actId="20577"/>
          <ac:spMkLst>
            <pc:docMk/>
            <pc:sldMk cId="3196962797" sldId="352"/>
            <ac:spMk id="77" creationId="{1CF9A569-F2D2-DD55-B1D3-EB3ADF306EB8}"/>
          </ac:spMkLst>
        </pc:spChg>
        <pc:spChg chg="del">
          <ac:chgData name="Jordan, Stuart" userId="1bf9a496-f356-4f9c-b15f-a24cde0408c2" providerId="ADAL" clId="{D610E14A-756D-4778-AAB0-AFD182EFE9D3}" dt="2026-04-23T14:33:08.192" v="270" actId="478"/>
          <ac:spMkLst>
            <pc:docMk/>
            <pc:sldMk cId="3196962797" sldId="352"/>
            <ac:spMk id="80" creationId="{BB7B5EB5-22CC-06FE-BF85-510E03D8E5E5}"/>
          </ac:spMkLst>
        </pc:spChg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3711433972" sldId="353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2837324804" sldId="354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2317628854" sldId="355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7706050" sldId="356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506112774" sldId="357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402110043" sldId="358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3003157969" sldId="359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409710947" sldId="360"/>
        </pc:sldMkLst>
      </pc:sldChg>
      <pc:sldChg chg="del">
        <pc:chgData name="Jordan, Stuart" userId="1bf9a496-f356-4f9c-b15f-a24cde0408c2" providerId="ADAL" clId="{D610E14A-756D-4778-AAB0-AFD182EFE9D3}" dt="2026-04-23T14:37:23.002" v="389" actId="47"/>
        <pc:sldMkLst>
          <pc:docMk/>
          <pc:sldMk cId="987246703" sldId="361"/>
        </pc:sldMkLst>
      </pc:sldChg>
      <pc:sldChg chg="addSp delSp modSp mod">
        <pc:chgData name="Jordan, Stuart" userId="1bf9a496-f356-4f9c-b15f-a24cde0408c2" providerId="ADAL" clId="{D610E14A-756D-4778-AAB0-AFD182EFE9D3}" dt="2026-04-23T14:39:34.663" v="417" actId="478"/>
        <pc:sldMkLst>
          <pc:docMk/>
          <pc:sldMk cId="1757031380" sldId="362"/>
        </pc:sldMkLst>
        <pc:spChg chg="mod">
          <ac:chgData name="Jordan, Stuart" userId="1bf9a496-f356-4f9c-b15f-a24cde0408c2" providerId="ADAL" clId="{D610E14A-756D-4778-AAB0-AFD182EFE9D3}" dt="2026-04-23T14:39:02.640" v="409" actId="20577"/>
          <ac:spMkLst>
            <pc:docMk/>
            <pc:sldMk cId="1757031380" sldId="362"/>
            <ac:spMk id="55" creationId="{2D51E291-ED4D-F66B-3F56-576228289A88}"/>
          </ac:spMkLst>
        </pc:spChg>
        <pc:spChg chg="del">
          <ac:chgData name="Jordan, Stuart" userId="1bf9a496-f356-4f9c-b15f-a24cde0408c2" providerId="ADAL" clId="{D610E14A-756D-4778-AAB0-AFD182EFE9D3}" dt="2026-04-23T14:38:25.621" v="402" actId="478"/>
          <ac:spMkLst>
            <pc:docMk/>
            <pc:sldMk cId="1757031380" sldId="362"/>
            <ac:spMk id="64" creationId="{18297957-032D-6DCA-A64F-72849E38607F}"/>
          </ac:spMkLst>
        </pc:spChg>
        <pc:spChg chg="del">
          <ac:chgData name="Jordan, Stuart" userId="1bf9a496-f356-4f9c-b15f-a24cde0408c2" providerId="ADAL" clId="{D610E14A-756D-4778-AAB0-AFD182EFE9D3}" dt="2026-04-23T14:39:17.663" v="411" actId="478"/>
          <ac:spMkLst>
            <pc:docMk/>
            <pc:sldMk cId="1757031380" sldId="362"/>
            <ac:spMk id="67" creationId="{F4303794-8F4F-AB18-49EE-B22379FD50FB}"/>
          </ac:spMkLst>
        </pc:spChg>
        <pc:spChg chg="del">
          <ac:chgData name="Jordan, Stuart" userId="1bf9a496-f356-4f9c-b15f-a24cde0408c2" providerId="ADAL" clId="{D610E14A-756D-4778-AAB0-AFD182EFE9D3}" dt="2026-04-23T14:39:23.649" v="413" actId="478"/>
          <ac:spMkLst>
            <pc:docMk/>
            <pc:sldMk cId="1757031380" sldId="362"/>
            <ac:spMk id="68" creationId="{602048C8-A1C7-9B32-D952-440C8A271B14}"/>
          </ac:spMkLst>
        </pc:spChg>
        <pc:spChg chg="del">
          <ac:chgData name="Jordan, Stuart" userId="1bf9a496-f356-4f9c-b15f-a24cde0408c2" providerId="ADAL" clId="{D610E14A-756D-4778-AAB0-AFD182EFE9D3}" dt="2026-04-23T14:39:32.247" v="415" actId="478"/>
          <ac:spMkLst>
            <pc:docMk/>
            <pc:sldMk cId="1757031380" sldId="362"/>
            <ac:spMk id="71" creationId="{F9B26ED0-AF6F-13C4-5DD8-ECF1DCF675E0}"/>
          </ac:spMkLst>
        </pc:spChg>
        <pc:spChg chg="mod">
          <ac:chgData name="Jordan, Stuart" userId="1bf9a496-f356-4f9c-b15f-a24cde0408c2" providerId="ADAL" clId="{D610E14A-756D-4778-AAB0-AFD182EFE9D3}" dt="2026-04-23T14:39:13.221" v="410" actId="208"/>
          <ac:spMkLst>
            <pc:docMk/>
            <pc:sldMk cId="1757031380" sldId="362"/>
            <ac:spMk id="72" creationId="{6B53D6EF-A292-7F3B-00BD-D0C6017AC8A5}"/>
          </ac:spMkLst>
        </pc:spChg>
        <pc:spChg chg="del">
          <ac:chgData name="Jordan, Stuart" userId="1bf9a496-f356-4f9c-b15f-a24cde0408c2" providerId="ADAL" clId="{D610E14A-756D-4778-AAB0-AFD182EFE9D3}" dt="2026-04-23T14:39:33.278" v="416" actId="478"/>
          <ac:spMkLst>
            <pc:docMk/>
            <pc:sldMk cId="1757031380" sldId="362"/>
            <ac:spMk id="74" creationId="{DAB3B766-2E3D-2426-FB14-F917DCA70E53}"/>
          </ac:spMkLst>
        </pc:spChg>
        <pc:spChg chg="del">
          <ac:chgData name="Jordan, Stuart" userId="1bf9a496-f356-4f9c-b15f-a24cde0408c2" providerId="ADAL" clId="{D610E14A-756D-4778-AAB0-AFD182EFE9D3}" dt="2026-04-23T14:39:34.663" v="417" actId="478"/>
          <ac:spMkLst>
            <pc:docMk/>
            <pc:sldMk cId="1757031380" sldId="362"/>
            <ac:spMk id="75" creationId="{B000E049-A363-9CD4-2D08-F5B4F8CEE668}"/>
          </ac:spMkLst>
        </pc:spChg>
        <pc:spChg chg="del">
          <ac:chgData name="Jordan, Stuart" userId="1bf9a496-f356-4f9c-b15f-a24cde0408c2" providerId="ADAL" clId="{D610E14A-756D-4778-AAB0-AFD182EFE9D3}" dt="2026-04-23T14:39:27.289" v="414" actId="478"/>
          <ac:spMkLst>
            <pc:docMk/>
            <pc:sldMk cId="1757031380" sldId="362"/>
            <ac:spMk id="76" creationId="{46D0B59A-2423-CC18-1C70-60973CA7E3E0}"/>
          </ac:spMkLst>
        </pc:spChg>
        <pc:spChg chg="del">
          <ac:chgData name="Jordan, Stuart" userId="1bf9a496-f356-4f9c-b15f-a24cde0408c2" providerId="ADAL" clId="{D610E14A-756D-4778-AAB0-AFD182EFE9D3}" dt="2026-04-23T14:37:48.987" v="393" actId="478"/>
          <ac:spMkLst>
            <pc:docMk/>
            <pc:sldMk cId="1757031380" sldId="362"/>
            <ac:spMk id="77" creationId="{D69D7CCE-44C2-06B9-003B-53EA49A6B7C9}"/>
          </ac:spMkLst>
        </pc:spChg>
        <pc:spChg chg="add mod">
          <ac:chgData name="Jordan, Stuart" userId="1bf9a496-f356-4f9c-b15f-a24cde0408c2" providerId="ADAL" clId="{D610E14A-756D-4778-AAB0-AFD182EFE9D3}" dt="2026-04-23T14:37:35.577" v="390"/>
          <ac:spMkLst>
            <pc:docMk/>
            <pc:sldMk cId="1757031380" sldId="362"/>
            <ac:spMk id="78" creationId="{7100452D-9444-0BB4-F034-0E129F38008D}"/>
          </ac:spMkLst>
        </pc:spChg>
        <pc:spChg chg="del">
          <ac:chgData name="Jordan, Stuart" userId="1bf9a496-f356-4f9c-b15f-a24cde0408c2" providerId="ADAL" clId="{D610E14A-756D-4778-AAB0-AFD182EFE9D3}" dt="2026-04-23T14:38:16.457" v="399" actId="478"/>
          <ac:spMkLst>
            <pc:docMk/>
            <pc:sldMk cId="1757031380" sldId="362"/>
            <ac:spMk id="79" creationId="{EAD5624B-D7A0-572C-6D4B-B8B030545A75}"/>
          </ac:spMkLst>
        </pc:spChg>
        <pc:spChg chg="del">
          <ac:chgData name="Jordan, Stuart" userId="1bf9a496-f356-4f9c-b15f-a24cde0408c2" providerId="ADAL" clId="{D610E14A-756D-4778-AAB0-AFD182EFE9D3}" dt="2026-04-23T14:37:38.667" v="391" actId="478"/>
          <ac:spMkLst>
            <pc:docMk/>
            <pc:sldMk cId="1757031380" sldId="362"/>
            <ac:spMk id="80" creationId="{28054AD1-CE1D-6F39-11AE-054A95B633F9}"/>
          </ac:spMkLst>
        </pc:spChg>
        <pc:spChg chg="add mod">
          <ac:chgData name="Jordan, Stuart" userId="1bf9a496-f356-4f9c-b15f-a24cde0408c2" providerId="ADAL" clId="{D610E14A-756D-4778-AAB0-AFD182EFE9D3}" dt="2026-04-23T14:37:38.917" v="392"/>
          <ac:spMkLst>
            <pc:docMk/>
            <pc:sldMk cId="1757031380" sldId="362"/>
            <ac:spMk id="81" creationId="{7505AE74-B2F3-9B17-CCE2-C899AFDB5F07}"/>
          </ac:spMkLst>
        </pc:spChg>
        <pc:spChg chg="add mod">
          <ac:chgData name="Jordan, Stuart" userId="1bf9a496-f356-4f9c-b15f-a24cde0408c2" providerId="ADAL" clId="{D610E14A-756D-4778-AAB0-AFD182EFE9D3}" dt="2026-04-23T14:38:09.672" v="398" actId="207"/>
          <ac:spMkLst>
            <pc:docMk/>
            <pc:sldMk cId="1757031380" sldId="362"/>
            <ac:spMk id="82" creationId="{6D85E967-ADCD-51BA-8152-775ACF6295AA}"/>
          </ac:spMkLst>
        </pc:spChg>
        <pc:spChg chg="add mod">
          <ac:chgData name="Jordan, Stuart" userId="1bf9a496-f356-4f9c-b15f-a24cde0408c2" providerId="ADAL" clId="{D610E14A-756D-4778-AAB0-AFD182EFE9D3}" dt="2026-04-23T14:38:51.172" v="406" actId="1076"/>
          <ac:spMkLst>
            <pc:docMk/>
            <pc:sldMk cId="1757031380" sldId="362"/>
            <ac:spMk id="83" creationId="{96D8CC4C-299F-1AB1-F89C-73C65BB9FF5C}"/>
          </ac:spMkLst>
        </pc:spChg>
        <pc:spChg chg="add mod">
          <ac:chgData name="Jordan, Stuart" userId="1bf9a496-f356-4f9c-b15f-a24cde0408c2" providerId="ADAL" clId="{D610E14A-756D-4778-AAB0-AFD182EFE9D3}" dt="2026-04-23T14:38:54.930" v="407" actId="1076"/>
          <ac:spMkLst>
            <pc:docMk/>
            <pc:sldMk cId="1757031380" sldId="362"/>
            <ac:spMk id="84" creationId="{7DB39C12-BDCC-17B6-3387-64D8A87E3EA9}"/>
          </ac:spMkLst>
        </pc:spChg>
        <pc:cxnChg chg="del mod">
          <ac:chgData name="Jordan, Stuart" userId="1bf9a496-f356-4f9c-b15f-a24cde0408c2" providerId="ADAL" clId="{D610E14A-756D-4778-AAB0-AFD182EFE9D3}" dt="2026-04-23T14:39:21.031" v="412" actId="478"/>
          <ac:cxnSpMkLst>
            <pc:docMk/>
            <pc:sldMk cId="1757031380" sldId="362"/>
            <ac:cxnSpMk id="70" creationId="{2EF025AB-C3C5-FB2A-3E53-9130511E1BE3}"/>
          </ac:cxnSpMkLst>
        </pc:cxnChg>
      </pc:sldChg>
      <pc:sldChg chg="addSp delSp modSp mod">
        <pc:chgData name="Jordan, Stuart" userId="1bf9a496-f356-4f9c-b15f-a24cde0408c2" providerId="ADAL" clId="{D610E14A-756D-4778-AAB0-AFD182EFE9D3}" dt="2026-04-23T14:40:32.529" v="429" actId="1076"/>
        <pc:sldMkLst>
          <pc:docMk/>
          <pc:sldMk cId="347731334" sldId="365"/>
        </pc:sldMkLst>
        <pc:spChg chg="add mod">
          <ac:chgData name="Jordan, Stuart" userId="1bf9a496-f356-4f9c-b15f-a24cde0408c2" providerId="ADAL" clId="{D610E14A-756D-4778-AAB0-AFD182EFE9D3}" dt="2026-04-23T14:40:04.640" v="420" actId="1076"/>
          <ac:spMkLst>
            <pc:docMk/>
            <pc:sldMk cId="347731334" sldId="365"/>
            <ac:spMk id="11" creationId="{DCD6FD8A-809A-7872-116C-5C8EA9FABF03}"/>
          </ac:spMkLst>
        </pc:spChg>
        <pc:spChg chg="add mod">
          <ac:chgData name="Jordan, Stuart" userId="1bf9a496-f356-4f9c-b15f-a24cde0408c2" providerId="ADAL" clId="{D610E14A-756D-4778-AAB0-AFD182EFE9D3}" dt="2026-04-23T14:40:11.722" v="423" actId="1076"/>
          <ac:spMkLst>
            <pc:docMk/>
            <pc:sldMk cId="347731334" sldId="365"/>
            <ac:spMk id="12" creationId="{95C25249-7CC6-D67E-AFC9-83239E85AB6A}"/>
          </ac:spMkLst>
        </pc:spChg>
        <pc:spChg chg="del">
          <ac:chgData name="Jordan, Stuart" userId="1bf9a496-f356-4f9c-b15f-a24cde0408c2" providerId="ADAL" clId="{D610E14A-756D-4778-AAB0-AFD182EFE9D3}" dt="2026-04-23T14:39:59.605" v="418" actId="478"/>
          <ac:spMkLst>
            <pc:docMk/>
            <pc:sldMk cId="347731334" sldId="365"/>
            <ac:spMk id="15" creationId="{048A6BDF-5932-DEDE-FD46-DC95092996DD}"/>
          </ac:spMkLst>
        </pc:spChg>
        <pc:spChg chg="del">
          <ac:chgData name="Jordan, Stuart" userId="1bf9a496-f356-4f9c-b15f-a24cde0408c2" providerId="ADAL" clId="{D610E14A-756D-4778-AAB0-AFD182EFE9D3}" dt="2026-04-23T14:40:28.215" v="427" actId="478"/>
          <ac:spMkLst>
            <pc:docMk/>
            <pc:sldMk cId="347731334" sldId="365"/>
            <ac:spMk id="16" creationId="{001F7841-9F5B-30BC-1DF0-16380B1CCC45}"/>
          </ac:spMkLst>
        </pc:spChg>
        <pc:spChg chg="del">
          <ac:chgData name="Jordan, Stuart" userId="1bf9a496-f356-4f9c-b15f-a24cde0408c2" providerId="ADAL" clId="{D610E14A-756D-4778-AAB0-AFD182EFE9D3}" dt="2026-04-23T14:40:06.938" v="421" actId="478"/>
          <ac:spMkLst>
            <pc:docMk/>
            <pc:sldMk cId="347731334" sldId="365"/>
            <ac:spMk id="17" creationId="{32BF8342-9887-C1CB-F95B-05B838096F61}"/>
          </ac:spMkLst>
        </pc:spChg>
        <pc:spChg chg="del">
          <ac:chgData name="Jordan, Stuart" userId="1bf9a496-f356-4f9c-b15f-a24cde0408c2" providerId="ADAL" clId="{D610E14A-756D-4778-AAB0-AFD182EFE9D3}" dt="2026-04-23T14:40:21.054" v="424" actId="478"/>
          <ac:spMkLst>
            <pc:docMk/>
            <pc:sldMk cId="347731334" sldId="365"/>
            <ac:spMk id="18" creationId="{A91F8D01-F432-89AA-4C20-3075B8A38454}"/>
          </ac:spMkLst>
        </pc:spChg>
        <pc:spChg chg="add mod">
          <ac:chgData name="Jordan, Stuart" userId="1bf9a496-f356-4f9c-b15f-a24cde0408c2" providerId="ADAL" clId="{D610E14A-756D-4778-AAB0-AFD182EFE9D3}" dt="2026-04-23T14:40:25.354" v="426" actId="1076"/>
          <ac:spMkLst>
            <pc:docMk/>
            <pc:sldMk cId="347731334" sldId="365"/>
            <ac:spMk id="19" creationId="{88B27D6B-29FB-ED29-779B-0C2F80A467CD}"/>
          </ac:spMkLst>
        </pc:spChg>
        <pc:spChg chg="add mod">
          <ac:chgData name="Jordan, Stuart" userId="1bf9a496-f356-4f9c-b15f-a24cde0408c2" providerId="ADAL" clId="{D610E14A-756D-4778-AAB0-AFD182EFE9D3}" dt="2026-04-23T14:40:32.529" v="429" actId="1076"/>
          <ac:spMkLst>
            <pc:docMk/>
            <pc:sldMk cId="347731334" sldId="365"/>
            <ac:spMk id="20" creationId="{64086214-2A7B-697D-BFA7-558225B34207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41:13.895" v="445" actId="20577"/>
        <pc:sldMkLst>
          <pc:docMk/>
          <pc:sldMk cId="64798598" sldId="366"/>
        </pc:sldMkLst>
        <pc:spChg chg="mod">
          <ac:chgData name="Jordan, Stuart" userId="1bf9a496-f356-4f9c-b15f-a24cde0408c2" providerId="ADAL" clId="{D610E14A-756D-4778-AAB0-AFD182EFE9D3}" dt="2026-04-23T14:41:13.895" v="445" actId="20577"/>
          <ac:spMkLst>
            <pc:docMk/>
            <pc:sldMk cId="64798598" sldId="366"/>
            <ac:spMk id="12" creationId="{CB96CA1F-DAFD-2FAE-DC9E-5DA1F2673FA8}"/>
          </ac:spMkLst>
        </pc:spChg>
        <pc:spChg chg="del">
          <ac:chgData name="Jordan, Stuart" userId="1bf9a496-f356-4f9c-b15f-a24cde0408c2" providerId="ADAL" clId="{D610E14A-756D-4778-AAB0-AFD182EFE9D3}" dt="2026-04-23T14:40:46.691" v="430" actId="478"/>
          <ac:spMkLst>
            <pc:docMk/>
            <pc:sldMk cId="64798598" sldId="366"/>
            <ac:spMk id="15" creationId="{2FBF4D9A-1ADA-4A1B-A7D7-CBAB5306C1EA}"/>
          </ac:spMkLst>
        </pc:spChg>
        <pc:spChg chg="del">
          <ac:chgData name="Jordan, Stuart" userId="1bf9a496-f356-4f9c-b15f-a24cde0408c2" providerId="ADAL" clId="{D610E14A-756D-4778-AAB0-AFD182EFE9D3}" dt="2026-04-23T14:40:47.693" v="431" actId="478"/>
          <ac:spMkLst>
            <pc:docMk/>
            <pc:sldMk cId="64798598" sldId="366"/>
            <ac:spMk id="16" creationId="{437A67A8-18FF-B5CD-0EB8-607E04AEAB1F}"/>
          </ac:spMkLst>
        </pc:spChg>
        <pc:spChg chg="del">
          <ac:chgData name="Jordan, Stuart" userId="1bf9a496-f356-4f9c-b15f-a24cde0408c2" providerId="ADAL" clId="{D610E14A-756D-4778-AAB0-AFD182EFE9D3}" dt="2026-04-23T14:40:48.928" v="432" actId="478"/>
          <ac:spMkLst>
            <pc:docMk/>
            <pc:sldMk cId="64798598" sldId="366"/>
            <ac:spMk id="17" creationId="{67ACA6DE-5A14-9ACB-E3A3-4AECA3F492C8}"/>
          </ac:spMkLst>
        </pc:spChg>
        <pc:spChg chg="del">
          <ac:chgData name="Jordan, Stuart" userId="1bf9a496-f356-4f9c-b15f-a24cde0408c2" providerId="ADAL" clId="{D610E14A-756D-4778-AAB0-AFD182EFE9D3}" dt="2026-04-23T14:40:50.413" v="433" actId="478"/>
          <ac:spMkLst>
            <pc:docMk/>
            <pc:sldMk cId="64798598" sldId="366"/>
            <ac:spMk id="18" creationId="{54BC182B-78E5-1A88-173C-87437A478BC0}"/>
          </ac:spMkLst>
        </pc:spChg>
        <pc:spChg chg="add mod">
          <ac:chgData name="Jordan, Stuart" userId="1bf9a496-f356-4f9c-b15f-a24cde0408c2" providerId="ADAL" clId="{D610E14A-756D-4778-AAB0-AFD182EFE9D3}" dt="2026-04-23T14:40:51.632" v="434"/>
          <ac:spMkLst>
            <pc:docMk/>
            <pc:sldMk cId="64798598" sldId="366"/>
            <ac:spMk id="23" creationId="{9EA5743F-2152-1CB5-E805-CEA06E1C8178}"/>
          </ac:spMkLst>
        </pc:spChg>
        <pc:spChg chg="add mod">
          <ac:chgData name="Jordan, Stuart" userId="1bf9a496-f356-4f9c-b15f-a24cde0408c2" providerId="ADAL" clId="{D610E14A-756D-4778-AAB0-AFD182EFE9D3}" dt="2026-04-23T14:40:51.632" v="434"/>
          <ac:spMkLst>
            <pc:docMk/>
            <pc:sldMk cId="64798598" sldId="366"/>
            <ac:spMk id="24" creationId="{7C36C911-D568-9EFE-ECB2-D5C6A12E0257}"/>
          </ac:spMkLst>
        </pc:spChg>
        <pc:spChg chg="add mod">
          <ac:chgData name="Jordan, Stuart" userId="1bf9a496-f356-4f9c-b15f-a24cde0408c2" providerId="ADAL" clId="{D610E14A-756D-4778-AAB0-AFD182EFE9D3}" dt="2026-04-23T14:40:51.632" v="434"/>
          <ac:spMkLst>
            <pc:docMk/>
            <pc:sldMk cId="64798598" sldId="366"/>
            <ac:spMk id="25" creationId="{D455C97B-17E8-EAD8-9AE1-A915F3A31E0F}"/>
          </ac:spMkLst>
        </pc:spChg>
        <pc:spChg chg="add mod">
          <ac:chgData name="Jordan, Stuart" userId="1bf9a496-f356-4f9c-b15f-a24cde0408c2" providerId="ADAL" clId="{D610E14A-756D-4778-AAB0-AFD182EFE9D3}" dt="2026-04-23T14:40:51.632" v="434"/>
          <ac:spMkLst>
            <pc:docMk/>
            <pc:sldMk cId="64798598" sldId="366"/>
            <ac:spMk id="26" creationId="{EA293116-05AA-BAC3-7607-5207F999EB69}"/>
          </ac:spMkLst>
        </pc:spChg>
      </pc:sldChg>
      <pc:sldChg chg="addSp delSp modSp mod">
        <pc:chgData name="Jordan, Stuart" userId="1bf9a496-f356-4f9c-b15f-a24cde0408c2" providerId="ADAL" clId="{D610E14A-756D-4778-AAB0-AFD182EFE9D3}" dt="2026-04-23T14:41:34.454" v="447"/>
        <pc:sldMkLst>
          <pc:docMk/>
          <pc:sldMk cId="1795386098" sldId="367"/>
        </pc:sldMkLst>
        <pc:spChg chg="add mod">
          <ac:chgData name="Jordan, Stuart" userId="1bf9a496-f356-4f9c-b15f-a24cde0408c2" providerId="ADAL" clId="{D610E14A-756D-4778-AAB0-AFD182EFE9D3}" dt="2026-04-23T14:41:34.454" v="447"/>
          <ac:spMkLst>
            <pc:docMk/>
            <pc:sldMk cId="1795386098" sldId="367"/>
            <ac:spMk id="4" creationId="{98D357A5-273D-01B5-F582-9571A72FACB7}"/>
          </ac:spMkLst>
        </pc:spChg>
        <pc:spChg chg="del">
          <ac:chgData name="Jordan, Stuart" userId="1bf9a496-f356-4f9c-b15f-a24cde0408c2" providerId="ADAL" clId="{D610E14A-756D-4778-AAB0-AFD182EFE9D3}" dt="2026-04-23T14:41:33.876" v="446" actId="478"/>
          <ac:spMkLst>
            <pc:docMk/>
            <pc:sldMk cId="1795386098" sldId="367"/>
            <ac:spMk id="12" creationId="{93B689F0-B2EA-2355-7BB2-AD3FC5EE68CC}"/>
          </ac:spMkLst>
        </pc:spChg>
      </pc:sldChg>
      <pc:sldChg chg="modSp">
        <pc:chgData name="Jordan, Stuart" userId="1bf9a496-f356-4f9c-b15f-a24cde0408c2" providerId="ADAL" clId="{D610E14A-756D-4778-AAB0-AFD182EFE9D3}" dt="2026-04-23T14:42:02.361" v="449" actId="20577"/>
        <pc:sldMkLst>
          <pc:docMk/>
          <pc:sldMk cId="4097887164" sldId="374"/>
        </pc:sldMkLst>
        <pc:spChg chg="mod">
          <ac:chgData name="Jordan, Stuart" userId="1bf9a496-f356-4f9c-b15f-a24cde0408c2" providerId="ADAL" clId="{D610E14A-756D-4778-AAB0-AFD182EFE9D3}" dt="2026-04-23T14:42:02.361" v="449" actId="20577"/>
          <ac:spMkLst>
            <pc:docMk/>
            <pc:sldMk cId="4097887164" sldId="374"/>
            <ac:spMk id="75" creationId="{D70C190A-8DD6-DED8-C62F-73A903300D4D}"/>
          </ac:spMkLst>
        </pc:spChg>
      </pc:sldChg>
      <pc:sldChg chg="modSp">
        <pc:chgData name="Jordan, Stuart" userId="1bf9a496-f356-4f9c-b15f-a24cde0408c2" providerId="ADAL" clId="{D610E14A-756D-4778-AAB0-AFD182EFE9D3}" dt="2026-04-23T14:42:08.611" v="451" actId="20577"/>
        <pc:sldMkLst>
          <pc:docMk/>
          <pc:sldMk cId="2990111077" sldId="375"/>
        </pc:sldMkLst>
        <pc:spChg chg="mod">
          <ac:chgData name="Jordan, Stuart" userId="1bf9a496-f356-4f9c-b15f-a24cde0408c2" providerId="ADAL" clId="{D610E14A-756D-4778-AAB0-AFD182EFE9D3}" dt="2026-04-23T14:42:08.611" v="451" actId="20577"/>
          <ac:spMkLst>
            <pc:docMk/>
            <pc:sldMk cId="2990111077" sldId="375"/>
            <ac:spMk id="75" creationId="{EE8809E6-62B8-CC47-01CE-3F5641D7D631}"/>
          </ac:spMkLst>
        </pc:spChg>
      </pc:sldChg>
      <pc:sldChg chg="modSp">
        <pc:chgData name="Jordan, Stuart" userId="1bf9a496-f356-4f9c-b15f-a24cde0408c2" providerId="ADAL" clId="{D610E14A-756D-4778-AAB0-AFD182EFE9D3}" dt="2026-04-23T14:42:55.844" v="467" actId="20577"/>
        <pc:sldMkLst>
          <pc:docMk/>
          <pc:sldMk cId="3917264738" sldId="376"/>
        </pc:sldMkLst>
        <pc:spChg chg="mod">
          <ac:chgData name="Jordan, Stuart" userId="1bf9a496-f356-4f9c-b15f-a24cde0408c2" providerId="ADAL" clId="{D610E14A-756D-4778-AAB0-AFD182EFE9D3}" dt="2026-04-23T14:42:50.813" v="463" actId="20577"/>
          <ac:spMkLst>
            <pc:docMk/>
            <pc:sldMk cId="3917264738" sldId="376"/>
            <ac:spMk id="62" creationId="{A59D4A7A-C5AB-ED79-86FE-922C81557F6C}"/>
          </ac:spMkLst>
        </pc:spChg>
        <pc:spChg chg="mod">
          <ac:chgData name="Jordan, Stuart" userId="1bf9a496-f356-4f9c-b15f-a24cde0408c2" providerId="ADAL" clId="{D610E14A-756D-4778-AAB0-AFD182EFE9D3}" dt="2026-04-23T14:42:55.844" v="467" actId="20577"/>
          <ac:spMkLst>
            <pc:docMk/>
            <pc:sldMk cId="3917264738" sldId="376"/>
            <ac:spMk id="63" creationId="{B8D5BF85-F6FD-25F3-BEF9-26A7560FB848}"/>
          </ac:spMkLst>
        </pc:spChg>
      </pc:sldChg>
      <pc:sldChg chg="modSp">
        <pc:chgData name="Jordan, Stuart" userId="1bf9a496-f356-4f9c-b15f-a24cde0408c2" providerId="ADAL" clId="{D610E14A-756D-4778-AAB0-AFD182EFE9D3}" dt="2026-04-23T14:42:41.631" v="461" actId="20577"/>
        <pc:sldMkLst>
          <pc:docMk/>
          <pc:sldMk cId="1002415796" sldId="377"/>
        </pc:sldMkLst>
        <pc:spChg chg="mod">
          <ac:chgData name="Jordan, Stuart" userId="1bf9a496-f356-4f9c-b15f-a24cde0408c2" providerId="ADAL" clId="{D610E14A-756D-4778-AAB0-AFD182EFE9D3}" dt="2026-04-23T14:42:25.182" v="455" actId="20577"/>
          <ac:spMkLst>
            <pc:docMk/>
            <pc:sldMk cId="1002415796" sldId="377"/>
            <ac:spMk id="62" creationId="{A7F99DE8-7B90-1B64-17FC-142974421A0E}"/>
          </ac:spMkLst>
        </pc:spChg>
        <pc:spChg chg="mod">
          <ac:chgData name="Jordan, Stuart" userId="1bf9a496-f356-4f9c-b15f-a24cde0408c2" providerId="ADAL" clId="{D610E14A-756D-4778-AAB0-AFD182EFE9D3}" dt="2026-04-23T14:42:41.631" v="461" actId="20577"/>
          <ac:spMkLst>
            <pc:docMk/>
            <pc:sldMk cId="1002415796" sldId="377"/>
            <ac:spMk id="63" creationId="{2FA2E37D-4BCE-B99D-463D-D8A7E535B6AC}"/>
          </ac:spMkLst>
        </pc:spChg>
        <pc:spChg chg="mod">
          <ac:chgData name="Jordan, Stuart" userId="1bf9a496-f356-4f9c-b15f-a24cde0408c2" providerId="ADAL" clId="{D610E14A-756D-4778-AAB0-AFD182EFE9D3}" dt="2026-04-23T14:42:32.531" v="457" actId="20577"/>
          <ac:spMkLst>
            <pc:docMk/>
            <pc:sldMk cId="1002415796" sldId="377"/>
            <ac:spMk id="75" creationId="{85C88B91-DAB0-005D-79A1-025DC3883269}"/>
          </ac:spMkLst>
        </pc:spChg>
      </pc:sldChg>
      <pc:sldChg chg="modSp">
        <pc:chgData name="Jordan, Stuart" userId="1bf9a496-f356-4f9c-b15f-a24cde0408c2" providerId="ADAL" clId="{D610E14A-756D-4778-AAB0-AFD182EFE9D3}" dt="2026-04-23T14:43:40.019" v="479" actId="20577"/>
        <pc:sldMkLst>
          <pc:docMk/>
          <pc:sldMk cId="4254402479" sldId="378"/>
        </pc:sldMkLst>
        <pc:spChg chg="mod">
          <ac:chgData name="Jordan, Stuart" userId="1bf9a496-f356-4f9c-b15f-a24cde0408c2" providerId="ADAL" clId="{D610E14A-756D-4778-AAB0-AFD182EFE9D3}" dt="2026-04-23T14:43:20.969" v="469" actId="20577"/>
          <ac:spMkLst>
            <pc:docMk/>
            <pc:sldMk cId="4254402479" sldId="378"/>
            <ac:spMk id="62" creationId="{E95B773C-FA8B-D4B5-B878-696F79339085}"/>
          </ac:spMkLst>
        </pc:spChg>
        <pc:spChg chg="mod">
          <ac:chgData name="Jordan, Stuart" userId="1bf9a496-f356-4f9c-b15f-a24cde0408c2" providerId="ADAL" clId="{D610E14A-756D-4778-AAB0-AFD182EFE9D3}" dt="2026-04-23T14:43:30.890" v="475" actId="20577"/>
          <ac:spMkLst>
            <pc:docMk/>
            <pc:sldMk cId="4254402479" sldId="378"/>
            <ac:spMk id="63" creationId="{E3341D03-9050-334D-CCF5-9158042ABC92}"/>
          </ac:spMkLst>
        </pc:spChg>
        <pc:spChg chg="mod">
          <ac:chgData name="Jordan, Stuart" userId="1bf9a496-f356-4f9c-b15f-a24cde0408c2" providerId="ADAL" clId="{D610E14A-756D-4778-AAB0-AFD182EFE9D3}" dt="2026-04-23T14:43:40.019" v="479" actId="20577"/>
          <ac:spMkLst>
            <pc:docMk/>
            <pc:sldMk cId="4254402479" sldId="378"/>
            <ac:spMk id="64" creationId="{36D9EE7F-CA47-442D-E6DA-F3F590E83C62}"/>
          </ac:spMkLst>
        </pc:spChg>
        <pc:spChg chg="mod">
          <ac:chgData name="Jordan, Stuart" userId="1bf9a496-f356-4f9c-b15f-a24cde0408c2" providerId="ADAL" clId="{D610E14A-756D-4778-AAB0-AFD182EFE9D3}" dt="2026-04-23T14:43:26.470" v="473" actId="20577"/>
          <ac:spMkLst>
            <pc:docMk/>
            <pc:sldMk cId="4254402479" sldId="378"/>
            <ac:spMk id="75" creationId="{4DF0C4C2-0222-9972-8CA7-8737AD965576}"/>
          </ac:spMkLst>
        </pc:spChg>
      </pc:sldChg>
      <pc:sldChg chg="delSp modSp mod">
        <pc:chgData name="Jordan, Stuart" userId="1bf9a496-f356-4f9c-b15f-a24cde0408c2" providerId="ADAL" clId="{D610E14A-756D-4778-AAB0-AFD182EFE9D3}" dt="2026-04-23T14:44:22.355" v="489" actId="20577"/>
        <pc:sldMkLst>
          <pc:docMk/>
          <pc:sldMk cId="1231292279" sldId="379"/>
        </pc:sldMkLst>
        <pc:spChg chg="del">
          <ac:chgData name="Jordan, Stuart" userId="1bf9a496-f356-4f9c-b15f-a24cde0408c2" providerId="ADAL" clId="{D610E14A-756D-4778-AAB0-AFD182EFE9D3}" dt="2026-04-23T14:44:15.194" v="486" actId="478"/>
          <ac:spMkLst>
            <pc:docMk/>
            <pc:sldMk cId="1231292279" sldId="379"/>
            <ac:spMk id="62" creationId="{5DDD09A8-A9FE-2FDF-340C-5D9A1E329F1C}"/>
          </ac:spMkLst>
        </pc:spChg>
        <pc:spChg chg="del">
          <ac:chgData name="Jordan, Stuart" userId="1bf9a496-f356-4f9c-b15f-a24cde0408c2" providerId="ADAL" clId="{D610E14A-756D-4778-AAB0-AFD182EFE9D3}" dt="2026-04-23T14:44:17.589" v="487" actId="478"/>
          <ac:spMkLst>
            <pc:docMk/>
            <pc:sldMk cId="1231292279" sldId="379"/>
            <ac:spMk id="63" creationId="{B6CCF442-A03A-0A5F-9614-C71889D0B714}"/>
          </ac:spMkLst>
        </pc:spChg>
        <pc:spChg chg="mod">
          <ac:chgData name="Jordan, Stuart" userId="1bf9a496-f356-4f9c-b15f-a24cde0408c2" providerId="ADAL" clId="{D610E14A-756D-4778-AAB0-AFD182EFE9D3}" dt="2026-04-23T14:44:09.785" v="485" actId="20577"/>
          <ac:spMkLst>
            <pc:docMk/>
            <pc:sldMk cId="1231292279" sldId="379"/>
            <ac:spMk id="64" creationId="{D79DF279-7455-7030-02A5-83341F36F92D}"/>
          </ac:spMkLst>
        </pc:spChg>
        <pc:spChg chg="mod">
          <ac:chgData name="Jordan, Stuart" userId="1bf9a496-f356-4f9c-b15f-a24cde0408c2" providerId="ADAL" clId="{D610E14A-756D-4778-AAB0-AFD182EFE9D3}" dt="2026-04-23T14:44:22.355" v="489" actId="20577"/>
          <ac:spMkLst>
            <pc:docMk/>
            <pc:sldMk cId="1231292279" sldId="379"/>
            <ac:spMk id="75" creationId="{A59CE728-E5CB-A1D7-FDF6-8FF4E7D47983}"/>
          </ac:spMkLst>
        </pc:spChg>
      </pc:sldChg>
      <pc:sldChg chg="addSp modSp">
        <pc:chgData name="Jordan, Stuart" userId="1bf9a496-f356-4f9c-b15f-a24cde0408c2" providerId="ADAL" clId="{D610E14A-756D-4778-AAB0-AFD182EFE9D3}" dt="2026-04-23T14:45:17.301" v="496"/>
        <pc:sldMkLst>
          <pc:docMk/>
          <pc:sldMk cId="2645144356" sldId="380"/>
        </pc:sldMkLst>
        <pc:spChg chg="add mod">
          <ac:chgData name="Jordan, Stuart" userId="1bf9a496-f356-4f9c-b15f-a24cde0408c2" providerId="ADAL" clId="{D610E14A-756D-4778-AAB0-AFD182EFE9D3}" dt="2026-04-23T14:45:17.301" v="496"/>
          <ac:spMkLst>
            <pc:docMk/>
            <pc:sldMk cId="2645144356" sldId="380"/>
            <ac:spMk id="62" creationId="{24A3378E-1D0B-25FB-24D6-FBD431E68316}"/>
          </ac:spMkLst>
        </pc:spChg>
        <pc:spChg chg="mod">
          <ac:chgData name="Jordan, Stuart" userId="1bf9a496-f356-4f9c-b15f-a24cde0408c2" providerId="ADAL" clId="{D610E14A-756D-4778-AAB0-AFD182EFE9D3}" dt="2026-04-23T14:44:45.461" v="495" actId="20577"/>
          <ac:spMkLst>
            <pc:docMk/>
            <pc:sldMk cId="2645144356" sldId="380"/>
            <ac:spMk id="64" creationId="{D829EF1F-C400-7D92-9CA2-AE58D47F847D}"/>
          </ac:spMkLst>
        </pc:spChg>
        <pc:spChg chg="mod">
          <ac:chgData name="Jordan, Stuart" userId="1bf9a496-f356-4f9c-b15f-a24cde0408c2" providerId="ADAL" clId="{D610E14A-756D-4778-AAB0-AFD182EFE9D3}" dt="2026-04-23T14:44:37.568" v="491" actId="20577"/>
          <ac:spMkLst>
            <pc:docMk/>
            <pc:sldMk cId="2645144356" sldId="380"/>
            <ac:spMk id="75" creationId="{525B4E92-FC44-92BC-5FB3-8C860761A96F}"/>
          </ac:spMkLst>
        </pc:spChg>
      </pc:sldChg>
      <pc:sldChg chg="del">
        <pc:chgData name="Jordan, Stuart" userId="1bf9a496-f356-4f9c-b15f-a24cde0408c2" providerId="ADAL" clId="{D610E14A-756D-4778-AAB0-AFD182EFE9D3}" dt="2026-04-23T14:46:39.473" v="510" actId="47"/>
        <pc:sldMkLst>
          <pc:docMk/>
          <pc:sldMk cId="3260094792" sldId="381"/>
        </pc:sldMkLst>
      </pc:sldChg>
      <pc:sldChg chg="del">
        <pc:chgData name="Jordan, Stuart" userId="1bf9a496-f356-4f9c-b15f-a24cde0408c2" providerId="ADAL" clId="{D610E14A-756D-4778-AAB0-AFD182EFE9D3}" dt="2026-04-23T14:46:41.491" v="511" actId="47"/>
        <pc:sldMkLst>
          <pc:docMk/>
          <pc:sldMk cId="1474749941" sldId="382"/>
        </pc:sldMkLst>
      </pc:sldChg>
      <pc:sldChg chg="del">
        <pc:chgData name="Jordan, Stuart" userId="1bf9a496-f356-4f9c-b15f-a24cde0408c2" providerId="ADAL" clId="{D610E14A-756D-4778-AAB0-AFD182EFE9D3}" dt="2026-04-23T14:46:43.616" v="512" actId="47"/>
        <pc:sldMkLst>
          <pc:docMk/>
          <pc:sldMk cId="2839772931" sldId="383"/>
        </pc:sldMkLst>
      </pc:sldChg>
      <pc:sldChg chg="del">
        <pc:chgData name="Jordan, Stuart" userId="1bf9a496-f356-4f9c-b15f-a24cde0408c2" providerId="ADAL" clId="{D610E14A-756D-4778-AAB0-AFD182EFE9D3}" dt="2026-04-23T14:46:47.664" v="513" actId="47"/>
        <pc:sldMkLst>
          <pc:docMk/>
          <pc:sldMk cId="2101682949" sldId="384"/>
        </pc:sldMkLst>
      </pc:sldChg>
      <pc:sldChg chg="del">
        <pc:chgData name="Jordan, Stuart" userId="1bf9a496-f356-4f9c-b15f-a24cde0408c2" providerId="ADAL" clId="{D610E14A-756D-4778-AAB0-AFD182EFE9D3}" dt="2026-04-23T14:46:49.292" v="514" actId="47"/>
        <pc:sldMkLst>
          <pc:docMk/>
          <pc:sldMk cId="3457921771" sldId="385"/>
        </pc:sldMkLst>
      </pc:sldChg>
      <pc:sldChg chg="del">
        <pc:chgData name="Jordan, Stuart" userId="1bf9a496-f356-4f9c-b15f-a24cde0408c2" providerId="ADAL" clId="{D610E14A-756D-4778-AAB0-AFD182EFE9D3}" dt="2026-04-23T14:46:50.623" v="515" actId="47"/>
        <pc:sldMkLst>
          <pc:docMk/>
          <pc:sldMk cId="2057184769" sldId="386"/>
        </pc:sldMkLst>
      </pc:sldChg>
      <pc:sldChg chg="del">
        <pc:chgData name="Jordan, Stuart" userId="1bf9a496-f356-4f9c-b15f-a24cde0408c2" providerId="ADAL" clId="{D610E14A-756D-4778-AAB0-AFD182EFE9D3}" dt="2026-04-23T14:46:55.579" v="516" actId="47"/>
        <pc:sldMkLst>
          <pc:docMk/>
          <pc:sldMk cId="3149276953" sldId="387"/>
        </pc:sldMkLst>
      </pc:sldChg>
      <pc:sldChg chg="addSp delSp modSp mod">
        <pc:chgData name="Jordan, Stuart" userId="1bf9a496-f356-4f9c-b15f-a24cde0408c2" providerId="ADAL" clId="{D610E14A-756D-4778-AAB0-AFD182EFE9D3}" dt="2026-04-23T14:48:06.617" v="533"/>
        <pc:sldMkLst>
          <pc:docMk/>
          <pc:sldMk cId="1033398659" sldId="388"/>
        </pc:sldMkLst>
        <pc:spChg chg="add mod">
          <ac:chgData name="Jordan, Stuart" userId="1bf9a496-f356-4f9c-b15f-a24cde0408c2" providerId="ADAL" clId="{D610E14A-756D-4778-AAB0-AFD182EFE9D3}" dt="2026-04-23T14:48:06.617" v="533"/>
          <ac:spMkLst>
            <pc:docMk/>
            <pc:sldMk cId="1033398659" sldId="388"/>
            <ac:spMk id="4" creationId="{64E96030-6901-58B1-221D-BE67AA068992}"/>
          </ac:spMkLst>
        </pc:spChg>
        <pc:spChg chg="del">
          <ac:chgData name="Jordan, Stuart" userId="1bf9a496-f356-4f9c-b15f-a24cde0408c2" providerId="ADAL" clId="{D610E14A-756D-4778-AAB0-AFD182EFE9D3}" dt="2026-04-23T14:48:06.257" v="532" actId="478"/>
          <ac:spMkLst>
            <pc:docMk/>
            <pc:sldMk cId="1033398659" sldId="388"/>
            <ac:spMk id="12" creationId="{B5C0056C-BDF8-5957-D766-2013E3DC87FC}"/>
          </ac:spMkLst>
        </pc:spChg>
      </pc:sldChg>
      <pc:sldChg chg="del">
        <pc:chgData name="Jordan, Stuart" userId="1bf9a496-f356-4f9c-b15f-a24cde0408c2" providerId="ADAL" clId="{D610E14A-756D-4778-AAB0-AFD182EFE9D3}" dt="2026-04-23T14:53:21.126" v="646" actId="47"/>
        <pc:sldMkLst>
          <pc:docMk/>
          <pc:sldMk cId="1371015453" sldId="389"/>
        </pc:sldMkLst>
      </pc:sldChg>
      <pc:sldChg chg="del">
        <pc:chgData name="Jordan, Stuart" userId="1bf9a496-f356-4f9c-b15f-a24cde0408c2" providerId="ADAL" clId="{D610E14A-756D-4778-AAB0-AFD182EFE9D3}" dt="2026-04-23T14:53:22.931" v="647" actId="47"/>
        <pc:sldMkLst>
          <pc:docMk/>
          <pc:sldMk cId="2471634879" sldId="390"/>
        </pc:sldMkLst>
      </pc:sldChg>
      <pc:sldChg chg="del">
        <pc:chgData name="Jordan, Stuart" userId="1bf9a496-f356-4f9c-b15f-a24cde0408c2" providerId="ADAL" clId="{D610E14A-756D-4778-AAB0-AFD182EFE9D3}" dt="2026-04-23T14:53:25.182" v="649" actId="47"/>
        <pc:sldMkLst>
          <pc:docMk/>
          <pc:sldMk cId="758652378" sldId="391"/>
        </pc:sldMkLst>
      </pc:sldChg>
      <pc:sldChg chg="del">
        <pc:chgData name="Jordan, Stuart" userId="1bf9a496-f356-4f9c-b15f-a24cde0408c2" providerId="ADAL" clId="{D610E14A-756D-4778-AAB0-AFD182EFE9D3}" dt="2026-04-23T14:53:24.088" v="648" actId="47"/>
        <pc:sldMkLst>
          <pc:docMk/>
          <pc:sldMk cId="3539544214" sldId="392"/>
        </pc:sldMkLst>
      </pc:sldChg>
      <pc:sldChg chg="del">
        <pc:chgData name="Jordan, Stuart" userId="1bf9a496-f356-4f9c-b15f-a24cde0408c2" providerId="ADAL" clId="{D610E14A-756D-4778-AAB0-AFD182EFE9D3}" dt="2026-04-23T14:53:36.336" v="652" actId="47"/>
        <pc:sldMkLst>
          <pc:docMk/>
          <pc:sldMk cId="1166027674" sldId="393"/>
        </pc:sldMkLst>
      </pc:sldChg>
      <pc:sldChg chg="del">
        <pc:chgData name="Jordan, Stuart" userId="1bf9a496-f356-4f9c-b15f-a24cde0408c2" providerId="ADAL" clId="{D610E14A-756D-4778-AAB0-AFD182EFE9D3}" dt="2026-04-23T14:53:32.030" v="650" actId="47"/>
        <pc:sldMkLst>
          <pc:docMk/>
          <pc:sldMk cId="535072194" sldId="395"/>
        </pc:sldMkLst>
      </pc:sldChg>
      <pc:sldChg chg="del">
        <pc:chgData name="Jordan, Stuart" userId="1bf9a496-f356-4f9c-b15f-a24cde0408c2" providerId="ADAL" clId="{D610E14A-756D-4778-AAB0-AFD182EFE9D3}" dt="2026-04-23T14:53:34.437" v="651" actId="47"/>
        <pc:sldMkLst>
          <pc:docMk/>
          <pc:sldMk cId="566021706" sldId="396"/>
        </pc:sldMkLst>
      </pc:sldChg>
      <pc:sldChg chg="del">
        <pc:chgData name="Jordan, Stuart" userId="1bf9a496-f356-4f9c-b15f-a24cde0408c2" providerId="ADAL" clId="{D610E14A-756D-4778-AAB0-AFD182EFE9D3}" dt="2026-04-23T14:53:40.223" v="653" actId="47"/>
        <pc:sldMkLst>
          <pc:docMk/>
          <pc:sldMk cId="4287635278" sldId="397"/>
        </pc:sldMkLst>
      </pc:sldChg>
      <pc:sldChg chg="del">
        <pc:chgData name="Jordan, Stuart" userId="1bf9a496-f356-4f9c-b15f-a24cde0408c2" providerId="ADAL" clId="{D610E14A-756D-4778-AAB0-AFD182EFE9D3}" dt="2026-04-23T14:53:41.928" v="654" actId="47"/>
        <pc:sldMkLst>
          <pc:docMk/>
          <pc:sldMk cId="3027236603" sldId="398"/>
        </pc:sldMkLst>
      </pc:sldChg>
      <pc:sldChg chg="del">
        <pc:chgData name="Jordan, Stuart" userId="1bf9a496-f356-4f9c-b15f-a24cde0408c2" providerId="ADAL" clId="{D610E14A-756D-4778-AAB0-AFD182EFE9D3}" dt="2026-04-23T14:53:44.178" v="655" actId="47"/>
        <pc:sldMkLst>
          <pc:docMk/>
          <pc:sldMk cId="1992532574" sldId="399"/>
        </pc:sldMkLst>
      </pc:sldChg>
      <pc:sldChg chg="del">
        <pc:chgData name="Jordan, Stuart" userId="1bf9a496-f356-4f9c-b15f-a24cde0408c2" providerId="ADAL" clId="{D610E14A-756D-4778-AAB0-AFD182EFE9D3}" dt="2026-04-23T14:53:45.836" v="656" actId="47"/>
        <pc:sldMkLst>
          <pc:docMk/>
          <pc:sldMk cId="3485980788" sldId="400"/>
        </pc:sldMkLst>
      </pc:sldChg>
      <pc:sldChg chg="del">
        <pc:chgData name="Jordan, Stuart" userId="1bf9a496-f356-4f9c-b15f-a24cde0408c2" providerId="ADAL" clId="{D610E14A-756D-4778-AAB0-AFD182EFE9D3}" dt="2026-04-23T14:53:47.476" v="657" actId="47"/>
        <pc:sldMkLst>
          <pc:docMk/>
          <pc:sldMk cId="3373478783" sldId="401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060989813" sldId="402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2093348571" sldId="403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2317190940" sldId="404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4202694688" sldId="405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033861777" sldId="406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4047188737" sldId="407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007273765" sldId="408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461038970" sldId="409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645612325" sldId="410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836962012" sldId="411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2080822260" sldId="412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694833734" sldId="413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736792625" sldId="414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952682131" sldId="415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3516772971" sldId="416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710408912" sldId="417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2013321946" sldId="418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1794428796" sldId="419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2999618193" sldId="420"/>
        </pc:sldMkLst>
      </pc:sldChg>
      <pc:sldChg chg="del">
        <pc:chgData name="Jordan, Stuart" userId="1bf9a496-f356-4f9c-b15f-a24cde0408c2" providerId="ADAL" clId="{D610E14A-756D-4778-AAB0-AFD182EFE9D3}" dt="2026-04-23T14:53:57.515" v="658" actId="47"/>
        <pc:sldMkLst>
          <pc:docMk/>
          <pc:sldMk cId="526752000" sldId="421"/>
        </pc:sldMkLst>
      </pc:sldChg>
      <pc:sldChg chg="addSp modSp add mod">
        <pc:chgData name="Jordan, Stuart" userId="1bf9a496-f356-4f9c-b15f-a24cde0408c2" providerId="ADAL" clId="{D610E14A-756D-4778-AAB0-AFD182EFE9D3}" dt="2026-04-23T14:36:57.767" v="388" actId="1076"/>
        <pc:sldMkLst>
          <pc:docMk/>
          <pc:sldMk cId="4204502342" sldId="422"/>
        </pc:sldMkLst>
        <pc:spChg chg="add mod">
          <ac:chgData name="Jordan, Stuart" userId="1bf9a496-f356-4f9c-b15f-a24cde0408c2" providerId="ADAL" clId="{D610E14A-756D-4778-AAB0-AFD182EFE9D3}" dt="2026-04-23T14:36:57.767" v="388" actId="1076"/>
          <ac:spMkLst>
            <pc:docMk/>
            <pc:sldMk cId="4204502342" sldId="422"/>
            <ac:spMk id="76" creationId="{510BE932-2DF5-623B-5DD5-8D15EFFC9C3B}"/>
          </ac:spMkLst>
        </pc:spChg>
      </pc:sldChg>
      <pc:sldChg chg="addSp delSp modSp add mod">
        <pc:chgData name="Jordan, Stuart" userId="1bf9a496-f356-4f9c-b15f-a24cde0408c2" providerId="ADAL" clId="{D610E14A-756D-4778-AAB0-AFD182EFE9D3}" dt="2026-04-23T14:47:03.955" v="519" actId="478"/>
        <pc:sldMkLst>
          <pc:docMk/>
          <pc:sldMk cId="3325563685" sldId="423"/>
        </pc:sldMkLst>
        <pc:spChg chg="mod">
          <ac:chgData name="Jordan, Stuart" userId="1bf9a496-f356-4f9c-b15f-a24cde0408c2" providerId="ADAL" clId="{D610E14A-756D-4778-AAB0-AFD182EFE9D3}" dt="2026-04-23T14:46:21.008" v="506" actId="208"/>
          <ac:spMkLst>
            <pc:docMk/>
            <pc:sldMk cId="3325563685" sldId="423"/>
            <ac:spMk id="55" creationId="{492B8597-6C3E-6FEB-3DB0-0C4032378A29}"/>
          </ac:spMkLst>
        </pc:spChg>
        <pc:spChg chg="del">
          <ac:chgData name="Jordan, Stuart" userId="1bf9a496-f356-4f9c-b15f-a24cde0408c2" providerId="ADAL" clId="{D610E14A-756D-4778-AAB0-AFD182EFE9D3}" dt="2026-04-23T14:46:26.856" v="507" actId="478"/>
          <ac:spMkLst>
            <pc:docMk/>
            <pc:sldMk cId="3325563685" sldId="423"/>
            <ac:spMk id="56" creationId="{37180B07-7E64-5BA6-505C-4EC70070D87B}"/>
          </ac:spMkLst>
        </pc:spChg>
        <pc:spChg chg="del">
          <ac:chgData name="Jordan, Stuart" userId="1bf9a496-f356-4f9c-b15f-a24cde0408c2" providerId="ADAL" clId="{D610E14A-756D-4778-AAB0-AFD182EFE9D3}" dt="2026-04-23T14:46:29.545" v="509" actId="478"/>
          <ac:spMkLst>
            <pc:docMk/>
            <pc:sldMk cId="3325563685" sldId="423"/>
            <ac:spMk id="57" creationId="{3EA5202F-6F8D-8935-D224-E9379EE0074F}"/>
          </ac:spMkLst>
        </pc:spChg>
        <pc:spChg chg="del">
          <ac:chgData name="Jordan, Stuart" userId="1bf9a496-f356-4f9c-b15f-a24cde0408c2" providerId="ADAL" clId="{D610E14A-756D-4778-AAB0-AFD182EFE9D3}" dt="2026-04-23T14:47:00.046" v="517" actId="478"/>
          <ac:spMkLst>
            <pc:docMk/>
            <pc:sldMk cId="3325563685" sldId="423"/>
            <ac:spMk id="59" creationId="{F966BEB2-81CC-4474-90AA-40484C695FAF}"/>
          </ac:spMkLst>
        </pc:spChg>
        <pc:spChg chg="del">
          <ac:chgData name="Jordan, Stuart" userId="1bf9a496-f356-4f9c-b15f-a24cde0408c2" providerId="ADAL" clId="{D610E14A-756D-4778-AAB0-AFD182EFE9D3}" dt="2026-04-23T14:47:01.171" v="518" actId="478"/>
          <ac:spMkLst>
            <pc:docMk/>
            <pc:sldMk cId="3325563685" sldId="423"/>
            <ac:spMk id="60" creationId="{7D87E6C6-6945-1624-1A43-9EBA7DEB1CE2}"/>
          </ac:spMkLst>
        </pc:spChg>
        <pc:spChg chg="del">
          <ac:chgData name="Jordan, Stuart" userId="1bf9a496-f356-4f9c-b15f-a24cde0408c2" providerId="ADAL" clId="{D610E14A-756D-4778-AAB0-AFD182EFE9D3}" dt="2026-04-23T14:47:03.955" v="519" actId="478"/>
          <ac:spMkLst>
            <pc:docMk/>
            <pc:sldMk cId="3325563685" sldId="423"/>
            <ac:spMk id="61" creationId="{974BED0C-E190-E236-E711-B7F5F15FB0FA}"/>
          </ac:spMkLst>
        </pc:spChg>
        <pc:spChg chg="del mod">
          <ac:chgData name="Jordan, Stuart" userId="1bf9a496-f356-4f9c-b15f-a24cde0408c2" providerId="ADAL" clId="{D610E14A-756D-4778-AAB0-AFD182EFE9D3}" dt="2026-04-23T14:46:02.154" v="499" actId="478"/>
          <ac:spMkLst>
            <pc:docMk/>
            <pc:sldMk cId="3325563685" sldId="423"/>
            <ac:spMk id="62" creationId="{969EF30A-14BE-A96B-FB8D-9D084C4F218E}"/>
          </ac:spMkLst>
        </pc:spChg>
        <pc:spChg chg="add mod">
          <ac:chgData name="Jordan, Stuart" userId="1bf9a496-f356-4f9c-b15f-a24cde0408c2" providerId="ADAL" clId="{D610E14A-756D-4778-AAB0-AFD182EFE9D3}" dt="2026-04-23T14:46:09.765" v="501" actId="1076"/>
          <ac:spMkLst>
            <pc:docMk/>
            <pc:sldMk cId="3325563685" sldId="423"/>
            <ac:spMk id="63" creationId="{CFB79539-1C8C-CE1C-A43E-71BAB7D2FEF6}"/>
          </ac:spMkLst>
        </pc:spChg>
        <pc:spChg chg="add mod">
          <ac:chgData name="Jordan, Stuart" userId="1bf9a496-f356-4f9c-b15f-a24cde0408c2" providerId="ADAL" clId="{D610E14A-756D-4778-AAB0-AFD182EFE9D3}" dt="2026-04-23T14:46:13.203" v="503" actId="1076"/>
          <ac:spMkLst>
            <pc:docMk/>
            <pc:sldMk cId="3325563685" sldId="423"/>
            <ac:spMk id="65" creationId="{BDCE194A-7770-A630-8FF2-82FDBFF99021}"/>
          </ac:spMkLst>
        </pc:spChg>
        <pc:spChg chg="add mod">
          <ac:chgData name="Jordan, Stuart" userId="1bf9a496-f356-4f9c-b15f-a24cde0408c2" providerId="ADAL" clId="{D610E14A-756D-4778-AAB0-AFD182EFE9D3}" dt="2026-04-23T14:46:17.238" v="505" actId="1076"/>
          <ac:spMkLst>
            <pc:docMk/>
            <pc:sldMk cId="3325563685" sldId="423"/>
            <ac:spMk id="69" creationId="{66AE773F-81C7-AD2D-7DF1-827190568879}"/>
          </ac:spMkLst>
        </pc:spChg>
        <pc:cxnChg chg="del mod">
          <ac:chgData name="Jordan, Stuart" userId="1bf9a496-f356-4f9c-b15f-a24cde0408c2" providerId="ADAL" clId="{D610E14A-756D-4778-AAB0-AFD182EFE9D3}" dt="2026-04-23T14:46:28.216" v="508" actId="478"/>
          <ac:cxnSpMkLst>
            <pc:docMk/>
            <pc:sldMk cId="3325563685" sldId="423"/>
            <ac:cxnSpMk id="58" creationId="{8EF85885-8AAD-9A95-F1BF-9880C1FE938A}"/>
          </ac:cxnSpMkLst>
        </pc:cxnChg>
      </pc:sldChg>
      <pc:sldChg chg="addSp modSp add ord">
        <pc:chgData name="Jordan, Stuart" userId="1bf9a496-f356-4f9c-b15f-a24cde0408c2" providerId="ADAL" clId="{D610E14A-756D-4778-AAB0-AFD182EFE9D3}" dt="2026-04-23T14:47:56.128" v="531"/>
        <pc:sldMkLst>
          <pc:docMk/>
          <pc:sldMk cId="2466237189" sldId="424"/>
        </pc:sldMkLst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7" creationId="{3C0575EA-0243-47AB-717F-305FB0193BDC}"/>
          </ac:spMkLst>
        </pc:spChg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10" creationId="{CD9A61CE-025E-DD7D-C7E6-6AE32832C39B}"/>
          </ac:spMkLst>
        </pc:spChg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12" creationId="{64A2523E-2DF8-52B3-6A5B-BF16190FF00C}"/>
          </ac:spMkLst>
        </pc:spChg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13" creationId="{B7CCD233-146F-E4F9-1381-DE05B051CD11}"/>
          </ac:spMkLst>
        </pc:spChg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14" creationId="{60CDD036-20AB-EBF7-CCA9-7BE00F2D6DAB}"/>
          </ac:spMkLst>
        </pc:spChg>
        <pc:spChg chg="add mod">
          <ac:chgData name="Jordan, Stuart" userId="1bf9a496-f356-4f9c-b15f-a24cde0408c2" providerId="ADAL" clId="{D610E14A-756D-4778-AAB0-AFD182EFE9D3}" dt="2026-04-23T14:47:49.165" v="529" actId="20577"/>
          <ac:spMkLst>
            <pc:docMk/>
            <pc:sldMk cId="2466237189" sldId="424"/>
            <ac:spMk id="15" creationId="{6DB699BB-635E-0A6A-E88B-0DCA3DE91BBF}"/>
          </ac:spMkLst>
        </pc:spChg>
        <pc:spChg chg="add mod">
          <ac:chgData name="Jordan, Stuart" userId="1bf9a496-f356-4f9c-b15f-a24cde0408c2" providerId="ADAL" clId="{D610E14A-756D-4778-AAB0-AFD182EFE9D3}" dt="2026-04-23T14:47:42.801" v="523"/>
          <ac:spMkLst>
            <pc:docMk/>
            <pc:sldMk cId="2466237189" sldId="424"/>
            <ac:spMk id="16" creationId="{2F0A5BDD-DA5B-50DB-1153-6EA5E6510FFF}"/>
          </ac:spMkLst>
        </pc:spChg>
      </pc:sldChg>
      <pc:sldChg chg="addSp delSp modSp add del mod">
        <pc:chgData name="Jordan, Stuart" userId="1bf9a496-f356-4f9c-b15f-a24cde0408c2" providerId="ADAL" clId="{D610E14A-756D-4778-AAB0-AFD182EFE9D3}" dt="2026-04-23T14:53:19.396" v="645" actId="47"/>
        <pc:sldMkLst>
          <pc:docMk/>
          <pc:sldMk cId="99481751" sldId="425"/>
        </pc:sldMkLst>
        <pc:spChg chg="del">
          <ac:chgData name="Jordan, Stuart" userId="1bf9a496-f356-4f9c-b15f-a24cde0408c2" providerId="ADAL" clId="{D610E14A-756D-4778-AAB0-AFD182EFE9D3}" dt="2026-04-23T14:49:19.527" v="545" actId="478"/>
          <ac:spMkLst>
            <pc:docMk/>
            <pc:sldMk cId="99481751" sldId="425"/>
            <ac:spMk id="4" creationId="{F43E83C9-E84B-97A7-3BA6-61BF9EFB1350}"/>
          </ac:spMkLst>
        </pc:spChg>
        <pc:spChg chg="del mod">
          <ac:chgData name="Jordan, Stuart" userId="1bf9a496-f356-4f9c-b15f-a24cde0408c2" providerId="ADAL" clId="{D610E14A-756D-4778-AAB0-AFD182EFE9D3}" dt="2026-04-23T14:49:09.596" v="541" actId="478"/>
          <ac:spMkLst>
            <pc:docMk/>
            <pc:sldMk cId="99481751" sldId="425"/>
            <ac:spMk id="9" creationId="{BE325DA2-40A1-7C9B-E5AE-BBDA5C83A3FB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17" creationId="{9F0C7933-CFB4-5C3A-BBC9-28B8351AA7A7}"/>
          </ac:spMkLst>
        </pc:spChg>
        <pc:spChg chg="del">
          <ac:chgData name="Jordan, Stuart" userId="1bf9a496-f356-4f9c-b15f-a24cde0408c2" providerId="ADAL" clId="{D610E14A-756D-4778-AAB0-AFD182EFE9D3}" dt="2026-04-23T14:49:04.718" v="536" actId="478"/>
          <ac:spMkLst>
            <pc:docMk/>
            <pc:sldMk cId="99481751" sldId="425"/>
            <ac:spMk id="19" creationId="{F9D4B603-9D41-1F70-94AE-3507A51CED59}"/>
          </ac:spMkLst>
        </pc:spChg>
        <pc:spChg chg="del">
          <ac:chgData name="Jordan, Stuart" userId="1bf9a496-f356-4f9c-b15f-a24cde0408c2" providerId="ADAL" clId="{D610E14A-756D-4778-AAB0-AFD182EFE9D3}" dt="2026-04-23T14:49:05.598" v="537" actId="478"/>
          <ac:spMkLst>
            <pc:docMk/>
            <pc:sldMk cId="99481751" sldId="425"/>
            <ac:spMk id="20" creationId="{32D823FF-556E-FFB1-C609-133766DA3440}"/>
          </ac:spMkLst>
        </pc:spChg>
        <pc:spChg chg="del">
          <ac:chgData name="Jordan, Stuart" userId="1bf9a496-f356-4f9c-b15f-a24cde0408c2" providerId="ADAL" clId="{D610E14A-756D-4778-AAB0-AFD182EFE9D3}" dt="2026-04-23T14:49:22.339" v="547" actId="478"/>
          <ac:spMkLst>
            <pc:docMk/>
            <pc:sldMk cId="99481751" sldId="425"/>
            <ac:spMk id="21" creationId="{6CB37A2C-61CC-0D80-9066-8825FBDB3D75}"/>
          </ac:spMkLst>
        </pc:spChg>
        <pc:spChg chg="del">
          <ac:chgData name="Jordan, Stuart" userId="1bf9a496-f356-4f9c-b15f-a24cde0408c2" providerId="ADAL" clId="{D610E14A-756D-4778-AAB0-AFD182EFE9D3}" dt="2026-04-23T14:49:23.887" v="548" actId="478"/>
          <ac:spMkLst>
            <pc:docMk/>
            <pc:sldMk cId="99481751" sldId="425"/>
            <ac:spMk id="22" creationId="{86C699FC-74B2-DD21-2206-B6835A16D031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23" creationId="{33C28F17-8B09-1A2B-6C14-071C97FF2CDD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25" creationId="{7E400AFD-9BDA-2359-BD87-DDE349D4320B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26" creationId="{86B86DF1-359D-0D06-973F-87EA439BC534}"/>
          </ac:spMkLst>
        </pc:spChg>
        <pc:spChg chg="add del mod">
          <ac:chgData name="Jordan, Stuart" userId="1bf9a496-f356-4f9c-b15f-a24cde0408c2" providerId="ADAL" clId="{D610E14A-756D-4778-AAB0-AFD182EFE9D3}" dt="2026-04-23T14:49:17.274" v="544" actId="478"/>
          <ac:spMkLst>
            <pc:docMk/>
            <pc:sldMk cId="99481751" sldId="425"/>
            <ac:spMk id="27" creationId="{8CB239BF-CDA2-3683-80AF-D2E3B637E0EE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28" creationId="{0C9F89AC-8A46-C88C-7D09-1DD5CC7EC78E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30" creationId="{E40A561D-E3A5-6956-EF1D-E7A3A6A5A78B}"/>
          </ac:spMkLst>
        </pc:spChg>
        <pc:spChg chg="add mod">
          <ac:chgData name="Jordan, Stuart" userId="1bf9a496-f356-4f9c-b15f-a24cde0408c2" providerId="ADAL" clId="{D610E14A-756D-4778-AAB0-AFD182EFE9D3}" dt="2026-04-23T14:49:02.044" v="535"/>
          <ac:spMkLst>
            <pc:docMk/>
            <pc:sldMk cId="99481751" sldId="425"/>
            <ac:spMk id="31" creationId="{6117233E-A728-9FC3-80DF-9735F04D0B5E}"/>
          </ac:spMkLst>
        </pc:spChg>
        <pc:cxnChg chg="del">
          <ac:chgData name="Jordan, Stuart" userId="1bf9a496-f356-4f9c-b15f-a24cde0408c2" providerId="ADAL" clId="{D610E14A-756D-4778-AAB0-AFD182EFE9D3}" dt="2026-04-23T14:49:06.564" v="538" actId="478"/>
          <ac:cxnSpMkLst>
            <pc:docMk/>
            <pc:sldMk cId="99481751" sldId="425"/>
            <ac:cxnSpMk id="5" creationId="{EFE6832C-0459-5737-4AC4-A2191E4E9F76}"/>
          </ac:cxnSpMkLst>
        </pc:cxnChg>
        <pc:cxnChg chg="del">
          <ac:chgData name="Jordan, Stuart" userId="1bf9a496-f356-4f9c-b15f-a24cde0408c2" providerId="ADAL" clId="{D610E14A-756D-4778-AAB0-AFD182EFE9D3}" dt="2026-04-23T14:49:10.789" v="542" actId="478"/>
          <ac:cxnSpMkLst>
            <pc:docMk/>
            <pc:sldMk cId="99481751" sldId="425"/>
            <ac:cxnSpMk id="8" creationId="{C99A9CB4-5EDD-F543-739D-B8B0A82BCCE9}"/>
          </ac:cxnSpMkLst>
        </pc:cxnChg>
        <pc:cxnChg chg="del">
          <ac:chgData name="Jordan, Stuart" userId="1bf9a496-f356-4f9c-b15f-a24cde0408c2" providerId="ADAL" clId="{D610E14A-756D-4778-AAB0-AFD182EFE9D3}" dt="2026-04-23T14:49:21.099" v="546" actId="478"/>
          <ac:cxnSpMkLst>
            <pc:docMk/>
            <pc:sldMk cId="99481751" sldId="425"/>
            <ac:cxnSpMk id="11" creationId="{D02FC08A-3303-ABEE-3981-8B11DC224562}"/>
          </ac:cxnSpMkLst>
        </pc:cxnChg>
        <pc:cxnChg chg="add mod">
          <ac:chgData name="Jordan, Stuart" userId="1bf9a496-f356-4f9c-b15f-a24cde0408c2" providerId="ADAL" clId="{D610E14A-756D-4778-AAB0-AFD182EFE9D3}" dt="2026-04-23T14:49:02.044" v="535"/>
          <ac:cxnSpMkLst>
            <pc:docMk/>
            <pc:sldMk cId="99481751" sldId="425"/>
            <ac:cxnSpMk id="18" creationId="{173A3C35-6DAA-5A7A-4724-3E46E649A758}"/>
          </ac:cxnSpMkLst>
        </pc:cxnChg>
        <pc:cxnChg chg="add mod">
          <ac:chgData name="Jordan, Stuart" userId="1bf9a496-f356-4f9c-b15f-a24cde0408c2" providerId="ADAL" clId="{D610E14A-756D-4778-AAB0-AFD182EFE9D3}" dt="2026-04-23T14:49:02.044" v="535"/>
          <ac:cxnSpMkLst>
            <pc:docMk/>
            <pc:sldMk cId="99481751" sldId="425"/>
            <ac:cxnSpMk id="24" creationId="{E92DA562-DF90-1AAE-73C5-23B4D3AADAD9}"/>
          </ac:cxnSpMkLst>
        </pc:cxnChg>
      </pc:sldChg>
      <pc:sldChg chg="addSp modSp add mod">
        <pc:chgData name="Jordan, Stuart" userId="1bf9a496-f356-4f9c-b15f-a24cde0408c2" providerId="ADAL" clId="{D610E14A-756D-4778-AAB0-AFD182EFE9D3}" dt="2026-04-23T14:50:19.899" v="556" actId="255"/>
        <pc:sldMkLst>
          <pc:docMk/>
          <pc:sldMk cId="3838363373" sldId="426"/>
        </pc:sldMkLst>
        <pc:spChg chg="add mod">
          <ac:chgData name="Jordan, Stuart" userId="1bf9a496-f356-4f9c-b15f-a24cde0408c2" providerId="ADAL" clId="{D610E14A-756D-4778-AAB0-AFD182EFE9D3}" dt="2026-04-23T14:50:19.899" v="556" actId="255"/>
          <ac:spMkLst>
            <pc:docMk/>
            <pc:sldMk cId="3838363373" sldId="426"/>
            <ac:spMk id="18" creationId="{F4E7C317-8C78-A99B-C049-83C77533619D}"/>
          </ac:spMkLst>
        </pc:spChg>
        <pc:cxnChg chg="add mod">
          <ac:chgData name="Jordan, Stuart" userId="1bf9a496-f356-4f9c-b15f-a24cde0408c2" providerId="ADAL" clId="{D610E14A-756D-4778-AAB0-AFD182EFE9D3}" dt="2026-04-23T14:49:59.234" v="551" actId="1076"/>
          <ac:cxnSpMkLst>
            <pc:docMk/>
            <pc:sldMk cId="3838363373" sldId="426"/>
            <ac:cxnSpMk id="17" creationId="{07C04C1E-62A8-9BAB-5059-6243294085BB}"/>
          </ac:cxnSpMkLst>
        </pc:cxnChg>
      </pc:sldChg>
      <pc:sldChg chg="addSp delSp modSp add mod">
        <pc:chgData name="Jordan, Stuart" userId="1bf9a496-f356-4f9c-b15f-a24cde0408c2" providerId="ADAL" clId="{D610E14A-756D-4778-AAB0-AFD182EFE9D3}" dt="2026-04-23T14:54:04.311" v="659" actId="478"/>
        <pc:sldMkLst>
          <pc:docMk/>
          <pc:sldMk cId="4010531670" sldId="427"/>
        </pc:sldMkLst>
        <pc:spChg chg="mod">
          <ac:chgData name="Jordan, Stuart" userId="1bf9a496-f356-4f9c-b15f-a24cde0408c2" providerId="ADAL" clId="{D610E14A-756D-4778-AAB0-AFD182EFE9D3}" dt="2026-04-23T14:50:49.400" v="558" actId="1076"/>
          <ac:spMkLst>
            <pc:docMk/>
            <pc:sldMk cId="4010531670" sldId="427"/>
            <ac:spMk id="4" creationId="{69EE7C11-C0DA-15B4-8BBA-C8B00F196A93}"/>
          </ac:spMkLst>
        </pc:spChg>
        <pc:spChg chg="mod">
          <ac:chgData name="Jordan, Stuart" userId="1bf9a496-f356-4f9c-b15f-a24cde0408c2" providerId="ADAL" clId="{D610E14A-756D-4778-AAB0-AFD182EFE9D3}" dt="2026-04-23T14:50:49.400" v="558" actId="1076"/>
          <ac:spMkLst>
            <pc:docMk/>
            <pc:sldMk cId="4010531670" sldId="427"/>
            <ac:spMk id="6" creationId="{1C452C0F-EA76-2FA4-7150-23EFE7403CCE}"/>
          </ac:spMkLst>
        </pc:spChg>
        <pc:spChg chg="del">
          <ac:chgData name="Jordan, Stuart" userId="1bf9a496-f356-4f9c-b15f-a24cde0408c2" providerId="ADAL" clId="{D610E14A-756D-4778-AAB0-AFD182EFE9D3}" dt="2026-04-23T14:54:04.311" v="659" actId="478"/>
          <ac:spMkLst>
            <pc:docMk/>
            <pc:sldMk cId="4010531670" sldId="427"/>
            <ac:spMk id="7" creationId="{3E0E4C3F-6A81-E929-0DEF-7C12343FCE3A}"/>
          </ac:spMkLst>
        </pc:spChg>
        <pc:spChg chg="mod">
          <ac:chgData name="Jordan, Stuart" userId="1bf9a496-f356-4f9c-b15f-a24cde0408c2" providerId="ADAL" clId="{D610E14A-756D-4778-AAB0-AFD182EFE9D3}" dt="2026-04-23T14:50:49.400" v="558" actId="1076"/>
          <ac:spMkLst>
            <pc:docMk/>
            <pc:sldMk cId="4010531670" sldId="427"/>
            <ac:spMk id="9" creationId="{CCB98B93-AAF9-7F6D-64DA-EE1204F64962}"/>
          </ac:spMkLst>
        </pc:spChg>
        <pc:spChg chg="del">
          <ac:chgData name="Jordan, Stuart" userId="1bf9a496-f356-4f9c-b15f-a24cde0408c2" providerId="ADAL" clId="{D610E14A-756D-4778-AAB0-AFD182EFE9D3}" dt="2026-04-23T14:52:42.110" v="636" actId="478"/>
          <ac:spMkLst>
            <pc:docMk/>
            <pc:sldMk cId="4010531670" sldId="427"/>
            <ac:spMk id="10" creationId="{7451A836-CA13-CB67-E2E0-DBCAF7A7175B}"/>
          </ac:spMkLst>
        </pc:spChg>
        <pc:spChg chg="del">
          <ac:chgData name="Jordan, Stuart" userId="1bf9a496-f356-4f9c-b15f-a24cde0408c2" providerId="ADAL" clId="{D610E14A-756D-4778-AAB0-AFD182EFE9D3}" dt="2026-04-23T14:52:43.471" v="637" actId="478"/>
          <ac:spMkLst>
            <pc:docMk/>
            <pc:sldMk cId="4010531670" sldId="427"/>
            <ac:spMk id="12" creationId="{F96C1A7F-7D3C-11AA-24BD-730FE2C082B7}"/>
          </ac:spMkLst>
        </pc:spChg>
        <pc:spChg chg="del">
          <ac:chgData name="Jordan, Stuart" userId="1bf9a496-f356-4f9c-b15f-a24cde0408c2" providerId="ADAL" clId="{D610E14A-756D-4778-AAB0-AFD182EFE9D3}" dt="2026-04-23T14:52:44.454" v="638" actId="478"/>
          <ac:spMkLst>
            <pc:docMk/>
            <pc:sldMk cId="4010531670" sldId="427"/>
            <ac:spMk id="13" creationId="{83573B90-ED51-D146-A801-260C1EEE8388}"/>
          </ac:spMkLst>
        </pc:spChg>
        <pc:spChg chg="del">
          <ac:chgData name="Jordan, Stuart" userId="1bf9a496-f356-4f9c-b15f-a24cde0408c2" providerId="ADAL" clId="{D610E14A-756D-4778-AAB0-AFD182EFE9D3}" dt="2026-04-23T14:52:45.846" v="639" actId="478"/>
          <ac:spMkLst>
            <pc:docMk/>
            <pc:sldMk cId="4010531670" sldId="427"/>
            <ac:spMk id="14" creationId="{DE2BA8B5-1A48-DB37-0B6D-B353C4D7D04E}"/>
          </ac:spMkLst>
        </pc:spChg>
        <pc:spChg chg="del">
          <ac:chgData name="Jordan, Stuart" userId="1bf9a496-f356-4f9c-b15f-a24cde0408c2" providerId="ADAL" clId="{D610E14A-756D-4778-AAB0-AFD182EFE9D3}" dt="2026-04-23T14:52:48.253" v="641" actId="478"/>
          <ac:spMkLst>
            <pc:docMk/>
            <pc:sldMk cId="4010531670" sldId="427"/>
            <ac:spMk id="15" creationId="{3674BF88-1526-EC6D-F789-B87BD41E3F65}"/>
          </ac:spMkLst>
        </pc:spChg>
        <pc:spChg chg="del">
          <ac:chgData name="Jordan, Stuart" userId="1bf9a496-f356-4f9c-b15f-a24cde0408c2" providerId="ADAL" clId="{D610E14A-756D-4778-AAB0-AFD182EFE9D3}" dt="2026-04-23T14:52:46.846" v="640" actId="478"/>
          <ac:spMkLst>
            <pc:docMk/>
            <pc:sldMk cId="4010531670" sldId="427"/>
            <ac:spMk id="16" creationId="{858F4577-91EF-F5DC-D0DB-4B86B9D3BCE1}"/>
          </ac:spMkLst>
        </pc:spChg>
        <pc:spChg chg="mod">
          <ac:chgData name="Jordan, Stuart" userId="1bf9a496-f356-4f9c-b15f-a24cde0408c2" providerId="ADAL" clId="{D610E14A-756D-4778-AAB0-AFD182EFE9D3}" dt="2026-04-23T14:50:49.400" v="558" actId="1076"/>
          <ac:spMkLst>
            <pc:docMk/>
            <pc:sldMk cId="4010531670" sldId="427"/>
            <ac:spMk id="18" creationId="{D383C80F-6166-C45F-AD2E-0942824D3E40}"/>
          </ac:spMkLst>
        </pc:spChg>
        <pc:spChg chg="mod">
          <ac:chgData name="Jordan, Stuart" userId="1bf9a496-f356-4f9c-b15f-a24cde0408c2" providerId="ADAL" clId="{D610E14A-756D-4778-AAB0-AFD182EFE9D3}" dt="2026-04-23T14:51:05.676" v="560" actId="14100"/>
          <ac:spMkLst>
            <pc:docMk/>
            <pc:sldMk cId="4010531670" sldId="427"/>
            <ac:spMk id="19" creationId="{027DA516-740B-2020-2A9E-C52A7914740B}"/>
          </ac:spMkLst>
        </pc:spChg>
        <pc:spChg chg="mod">
          <ac:chgData name="Jordan, Stuart" userId="1bf9a496-f356-4f9c-b15f-a24cde0408c2" providerId="ADAL" clId="{D610E14A-756D-4778-AAB0-AFD182EFE9D3}" dt="2026-04-23T14:52:59.386" v="644" actId="20577"/>
          <ac:spMkLst>
            <pc:docMk/>
            <pc:sldMk cId="4010531670" sldId="427"/>
            <ac:spMk id="20" creationId="{A941612E-6F4B-D3B8-C54E-6764474E097D}"/>
          </ac:spMkLst>
        </pc:spChg>
        <pc:spChg chg="mod">
          <ac:chgData name="Jordan, Stuart" userId="1bf9a496-f356-4f9c-b15f-a24cde0408c2" providerId="ADAL" clId="{D610E14A-756D-4778-AAB0-AFD182EFE9D3}" dt="2026-04-23T14:51:41.753" v="594" actId="1076"/>
          <ac:spMkLst>
            <pc:docMk/>
            <pc:sldMk cId="4010531670" sldId="427"/>
            <ac:spMk id="21" creationId="{46CDFE80-52D2-B1C4-3804-3BD4FD2D09B0}"/>
          </ac:spMkLst>
        </pc:spChg>
        <pc:spChg chg="mod">
          <ac:chgData name="Jordan, Stuart" userId="1bf9a496-f356-4f9c-b15f-a24cde0408c2" providerId="ADAL" clId="{D610E14A-756D-4778-AAB0-AFD182EFE9D3}" dt="2026-04-23T14:51:59.198" v="617" actId="1076"/>
          <ac:spMkLst>
            <pc:docMk/>
            <pc:sldMk cId="4010531670" sldId="427"/>
            <ac:spMk id="22" creationId="{F252AD2E-B9DC-A031-C4BB-DFED15E0B207}"/>
          </ac:spMkLst>
        </pc:spChg>
        <pc:spChg chg="add mod">
          <ac:chgData name="Jordan, Stuart" userId="1bf9a496-f356-4f9c-b15f-a24cde0408c2" providerId="ADAL" clId="{D610E14A-756D-4778-AAB0-AFD182EFE9D3}" dt="2026-04-23T14:52:12.673" v="619" actId="1076"/>
          <ac:spMkLst>
            <pc:docMk/>
            <pc:sldMk cId="4010531670" sldId="427"/>
            <ac:spMk id="23" creationId="{1B96E422-149B-661B-9DCE-6C0E8B497EC8}"/>
          </ac:spMkLst>
        </pc:spChg>
        <pc:spChg chg="add mod">
          <ac:chgData name="Jordan, Stuart" userId="1bf9a496-f356-4f9c-b15f-a24cde0408c2" providerId="ADAL" clId="{D610E14A-756D-4778-AAB0-AFD182EFE9D3}" dt="2026-04-23T14:52:34.265" v="635" actId="20577"/>
          <ac:spMkLst>
            <pc:docMk/>
            <pc:sldMk cId="4010531670" sldId="427"/>
            <ac:spMk id="24" creationId="{B3857598-E4F9-88E9-7E95-B45244BB8863}"/>
          </ac:spMkLst>
        </pc:spChg>
        <pc:cxnChg chg="mod">
          <ac:chgData name="Jordan, Stuart" userId="1bf9a496-f356-4f9c-b15f-a24cde0408c2" providerId="ADAL" clId="{D610E14A-756D-4778-AAB0-AFD182EFE9D3}" dt="2026-04-23T14:50:49.400" v="558" actId="1076"/>
          <ac:cxnSpMkLst>
            <pc:docMk/>
            <pc:sldMk cId="4010531670" sldId="427"/>
            <ac:cxnSpMk id="5" creationId="{6445C905-1F4A-895F-E42D-9A9BA8D6F6D6}"/>
          </ac:cxnSpMkLst>
        </pc:cxnChg>
        <pc:cxnChg chg="mod">
          <ac:chgData name="Jordan, Stuart" userId="1bf9a496-f356-4f9c-b15f-a24cde0408c2" providerId="ADAL" clId="{D610E14A-756D-4778-AAB0-AFD182EFE9D3}" dt="2026-04-23T14:50:49.400" v="558" actId="1076"/>
          <ac:cxnSpMkLst>
            <pc:docMk/>
            <pc:sldMk cId="4010531670" sldId="427"/>
            <ac:cxnSpMk id="8" creationId="{4CC79140-1596-958B-B249-8429261CDC00}"/>
          </ac:cxnSpMkLst>
        </pc:cxnChg>
        <pc:cxnChg chg="mod">
          <ac:chgData name="Jordan, Stuart" userId="1bf9a496-f356-4f9c-b15f-a24cde0408c2" providerId="ADAL" clId="{D610E14A-756D-4778-AAB0-AFD182EFE9D3}" dt="2026-04-23T14:50:49.400" v="558" actId="1076"/>
          <ac:cxnSpMkLst>
            <pc:docMk/>
            <pc:sldMk cId="4010531670" sldId="427"/>
            <ac:cxnSpMk id="11" creationId="{753AF262-1766-6D0D-AFF1-80A78ECE0CB4}"/>
          </ac:cxnSpMkLst>
        </pc:cxnChg>
        <pc:cxnChg chg="mod">
          <ac:chgData name="Jordan, Stuart" userId="1bf9a496-f356-4f9c-b15f-a24cde0408c2" providerId="ADAL" clId="{D610E14A-756D-4778-AAB0-AFD182EFE9D3}" dt="2026-04-23T14:50:49.400" v="558" actId="1076"/>
          <ac:cxnSpMkLst>
            <pc:docMk/>
            <pc:sldMk cId="4010531670" sldId="427"/>
            <ac:cxnSpMk id="17" creationId="{C02AFEF2-A6A7-8E69-924D-3689D85B17F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0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1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5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0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0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4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1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0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8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1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ACA9BA1-335D-4CE3-BCDF-61330D07CF8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A6B7639-AA73-492D-B6BE-98BCF9CC3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28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arcgis.com/datasets/RochesterNY::new-york-state-public-school-district-boundaries/explore?location=42.633076%2C-75.823549%2C7.4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roecounty.gov/property-school-rat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ournals.uchicago.edu/doi/abs/10.1086/25783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50.png"/><Relationship Id="rId7" Type="http://schemas.openxmlformats.org/officeDocument/2006/relationships/image" Target="../media/image3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55.png"/><Relationship Id="rId4" Type="http://schemas.openxmlformats.org/officeDocument/2006/relationships/image" Target="../media/image4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0F50-84A5-C81B-B8E3-8550DAC04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More fun with in-out games:</a:t>
            </a:r>
            <a:br>
              <a:rPr lang="en-US"/>
            </a:br>
            <a:br>
              <a:rPr lang="en-US"/>
            </a:br>
            <a:r>
              <a:rPr lang="en-US"/>
              <a:t>Jurisdictional Sorting</a:t>
            </a:r>
          </a:p>
        </p:txBody>
      </p:sp>
    </p:spTree>
    <p:extLst>
      <p:ext uri="{BB962C8B-B14F-4D97-AF65-F5344CB8AC3E}">
        <p14:creationId xmlns:p14="http://schemas.microsoft.com/office/powerpoint/2010/main" val="153189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2601-0582-97D2-364E-599A0870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217C9-EB1E-A5FF-B07D-0268CE5E5FA2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400"/>
              <a:t>Module 3 Exam in class on Tuesday next week</a:t>
            </a:r>
            <a:br>
              <a:rPr lang="en-US" sz="2400"/>
            </a:br>
            <a:endParaRPr lang="en-US" sz="2400"/>
          </a:p>
          <a:p>
            <a:r>
              <a:rPr lang="en-US" sz="2400"/>
              <a:t>Thursday next week is the last day of class.  I will use it to give you an overview of what to expect on the final exam, and tips for preparing.</a:t>
            </a:r>
            <a:br>
              <a:rPr lang="en-US" sz="2400"/>
            </a:br>
            <a:endParaRPr lang="en-US" sz="2400"/>
          </a:p>
          <a:p>
            <a:r>
              <a:rPr lang="en-US" sz="2400"/>
              <a:t>Final exam is </a:t>
            </a:r>
            <a:r>
              <a:rPr lang="en-US" sz="2400" b="1"/>
              <a:t>Sunday, May 10, 8:30am </a:t>
            </a:r>
            <a:r>
              <a:rPr lang="en-US" sz="2400"/>
              <a:t>in our regular classroom.</a:t>
            </a:r>
            <a:br>
              <a:rPr lang="en-US" sz="2400"/>
            </a:br>
            <a:endParaRPr lang="en-US" sz="2400"/>
          </a:p>
          <a:p>
            <a:r>
              <a:rPr lang="en-US" sz="2400"/>
              <a:t>TAs will hold review session for final during reading period.  Times/places TBD.</a:t>
            </a:r>
          </a:p>
        </p:txBody>
      </p:sp>
    </p:spTree>
    <p:extLst>
      <p:ext uri="{BB962C8B-B14F-4D97-AF65-F5344CB8AC3E}">
        <p14:creationId xmlns:p14="http://schemas.microsoft.com/office/powerpoint/2010/main" val="59327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CFF6-AF80-F221-C18F-779CBADA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C032-E48F-B5E4-B5DF-E136E176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Application: Sorting Across Jurisdictions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C50D2-D048-63D6-4FBE-6642D35CC98B}"/>
              </a:ext>
            </a:extLst>
          </p:cNvPr>
          <p:cNvSpPr txBox="1"/>
          <p:nvPr/>
        </p:nvSpPr>
        <p:spPr>
          <a:xfrm>
            <a:off x="2632363" y="3136612"/>
            <a:ext cx="692727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hlinkClick r:id="rId2"/>
              </a:rPr>
              <a:t>New York State School Districts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029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4EA8-4397-8D3E-75CE-1934E4B2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ABDE-E279-A19E-BEE3-55060106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Application: Sorting Across Jurisdictions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04744-0941-95BE-B1EB-F7CB811A32BE}"/>
              </a:ext>
            </a:extLst>
          </p:cNvPr>
          <p:cNvSpPr txBox="1"/>
          <p:nvPr/>
        </p:nvSpPr>
        <p:spPr>
          <a:xfrm>
            <a:off x="2632363" y="2890391"/>
            <a:ext cx="6927273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>
                <a:solidFill>
                  <a:schemeClr val="accent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Property Tax Rates by Town and School District, Monroe County</a:t>
            </a:r>
            <a:endParaRPr lang="en-US" sz="3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00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4F65-77C6-8920-B569-92821E18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Application: Sorting Across Jurisdictions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F48D5-9F83-A0C8-B9CC-E494E67A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5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Sub-national governments (states, provinces, counties, municipalities) differ in all sorts of policies.</a:t>
            </a:r>
            <a:br>
              <a:rPr lang="en-US"/>
            </a:br>
            <a:endParaRPr lang="en-US"/>
          </a:p>
          <a:p>
            <a:r>
              <a:rPr lang="en-US"/>
              <a:t>In democracies, these policy differences are (presumably) driven by differences in the preferences of populations.</a:t>
            </a:r>
            <a:br>
              <a:rPr lang="en-US"/>
            </a:br>
            <a:endParaRPr lang="en-US"/>
          </a:p>
          <a:p>
            <a:r>
              <a:rPr lang="en-US"/>
              <a:t>And people are typically free to move from one jurisdiction to another.</a:t>
            </a:r>
            <a:br>
              <a:rPr lang="en-US"/>
            </a:br>
            <a:endParaRPr lang="en-US"/>
          </a:p>
          <a:p>
            <a:r>
              <a:rPr lang="en-US"/>
              <a:t>So how might policy differences arise from the sorting of persons across jurisdiction by ideology?</a:t>
            </a:r>
          </a:p>
        </p:txBody>
      </p:sp>
    </p:spTree>
    <p:extLst>
      <p:ext uri="{BB962C8B-B14F-4D97-AF65-F5344CB8AC3E}">
        <p14:creationId xmlns:p14="http://schemas.microsoft.com/office/powerpoint/2010/main" val="2160125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AD30-F44F-6355-15A6-C89709A5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F0A8-9CBD-6A3A-2631-036CED97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The Classic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AD72F-C49F-A6B3-165F-1EF4D7D1D912}"/>
              </a:ext>
            </a:extLst>
          </p:cNvPr>
          <p:cNvSpPr txBox="1"/>
          <p:nvPr/>
        </p:nvSpPr>
        <p:spPr>
          <a:xfrm>
            <a:off x="2336800" y="2736502"/>
            <a:ext cx="7518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2"/>
              </a:rPr>
              <a:t>Charles Tiebout (1956) “A Pure Theory of Local Expenditures.” </a:t>
            </a:r>
            <a:r>
              <a:rPr lang="en-US" sz="2800" i="1" dirty="0">
                <a:hlinkClick r:id="rId2"/>
              </a:rPr>
              <a:t>Journal of Political Economy</a:t>
            </a:r>
            <a:r>
              <a:rPr lang="en-US" sz="2800" dirty="0">
                <a:hlinkClick r:id="rId2"/>
              </a:rPr>
              <a:t>. 64(5): 1956.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906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EB3B-3B13-93C1-560E-CF881AB6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A8F2F3-C614-73F1-3E93-1FA2DDCC524E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98287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E89C1-8DF3-00E5-8D00-06F86074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8379A9-7D2D-3ACF-20C0-AFF68F8FEE08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709AB-EFE5-4A19-ACA2-09B95BF80022}"/>
              </a:ext>
            </a:extLst>
          </p:cNvPr>
          <p:cNvSpPr txBox="1"/>
          <p:nvPr/>
        </p:nvSpPr>
        <p:spPr>
          <a:xfrm>
            <a:off x="3833812" y="298966"/>
            <a:ext cx="4524375" cy="286232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are “B-types”, 10 are “S-types”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persons each live in one of two provinces – “East” and “West”.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of each type live in each province, so there are 4 types of persons: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East-Bs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East-Ss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West-Bs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West-Ss</a:t>
            </a:r>
          </a:p>
        </p:txBody>
      </p:sp>
    </p:spTree>
    <p:extLst>
      <p:ext uri="{BB962C8B-B14F-4D97-AF65-F5344CB8AC3E}">
        <p14:creationId xmlns:p14="http://schemas.microsoft.com/office/powerpoint/2010/main" val="1430588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D2917-FB28-3AC9-8A0F-934488E7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AC06D3-BADB-9F7A-B74C-C25E08481B71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FF9E6-A473-F674-FF13-376533A4AF15}"/>
              </a:ext>
            </a:extLst>
          </p:cNvPr>
          <p:cNvSpPr txBox="1"/>
          <p:nvPr/>
        </p:nvSpPr>
        <p:spPr>
          <a:xfrm>
            <a:off x="3833812" y="298966"/>
            <a:ext cx="4524375" cy="286232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are “B-types”, 10 are “S-types”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persons each live in one of two provinces – “East” and “West”.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of each type live in each province, so there are 4 types of persons: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East-Bs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East-Ss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West-Bs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West-Ss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EB413-C001-64FD-48BD-9E7DA93D111A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F32F1-6EE2-2390-8FB6-1086C566D636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53A50-A36B-F4A0-B2CA-37EE47C208FF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9BE5C-C564-2FAC-55B7-003872E9C926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2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9384-7698-5613-24BF-DAF83461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9EE6AC-29B9-E976-E1F5-605B32E010A5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EFD4A-3190-69B0-6274-3236339E4779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ABFBD-C598-E522-82D3-4CC60E8E71FC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C821B-5845-8031-62ED-470F3A22E6F5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888F8-57F9-AF2C-18E2-3586467C06BE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5EDC96-E103-88DB-6621-0FE4CC0566EF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58EE83-853C-19B0-7F8A-A7931735F843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CA1C20-5BA4-92A1-A0EC-5626783A3369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A171C7-81CA-9046-9188-00B43BAD0B67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13FC6D-7A79-654D-17AC-AF6BC210C9EB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B64CF6-9D59-2406-6ED6-9EB03B474B20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C500E5-B761-7B7D-EAAD-88125B171D30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D1639F-89C7-FCB8-F373-3AEA8DEA1F02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F7D2B7-08B5-00CB-F948-AAD0489FABBE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8D1D28-BF70-5D78-E764-25A8EF9E0D8F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064C27-F1E3-D94C-D167-B4BD62100EFA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C13F1C-E318-8479-BFEC-243EDC7C2B00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78E32A-41E7-1656-EDB8-4047D4D3972E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33C099F-65EA-4694-3EE8-68E8F4CC6F67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49BBFB-45AC-7B65-2739-4DCC37926E18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CBDAAE-B485-9AB0-BD89-D249A8CE4698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2AB3F5-9528-3C4F-6C8C-5E47E36F7DEB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4FF904-702E-1036-C525-7459D3A17106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4A9058B-0F86-05ED-3501-570AD1C18140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BA77FE9-B184-D604-9BE7-5FE79FD72D28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E1C7B6-D873-2C5A-09E3-101B17C89309}"/>
              </a:ext>
            </a:extLst>
          </p:cNvPr>
          <p:cNvSpPr txBox="1"/>
          <p:nvPr/>
        </p:nvSpPr>
        <p:spPr>
          <a:xfrm>
            <a:off x="3833812" y="298966"/>
            <a:ext cx="4524375" cy="286232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20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10 are “B-types”, 10 are “S-types”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These persons each live in one of two provinces – “East” and “West”.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5 of each type live in each province, so there are 4 types of persons: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5 East-Bs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5 East-Ss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5 West-Bs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5 West-Ss</a:t>
            </a:r>
          </a:p>
        </p:txBody>
      </p:sp>
    </p:spTree>
    <p:extLst>
      <p:ext uri="{BB962C8B-B14F-4D97-AF65-F5344CB8AC3E}">
        <p14:creationId xmlns:p14="http://schemas.microsoft.com/office/powerpoint/2010/main" val="3826702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D76A-A22C-EBF8-752D-21493CB8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E3EF65-B11D-1259-A424-6FB07434F899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DBB15-2247-90C4-2D75-EFDBF918A58A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43CD8-C78E-CCF6-8C3F-50FCC6E406BB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DC828-D7D0-E449-8A0E-1E90C46F080D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1CB92-8FA3-85CE-AC7A-B8E4AEC351F0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3D77FC-00A1-119E-DC9C-E529AD943A4B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2A220C-42A7-51D7-D999-61439D404D0C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4DD93D-356C-91E2-7AE0-C8391A057484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7B7AA3-746D-2023-31C7-BE1C8759E315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9072A9-13D9-C52E-A461-6D8AA9D60285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F7900B-F7D5-A4F4-73FB-2279D2A312D6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5C2D6B-D78B-35A4-9C4A-DB1A4D0CB161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7BF5DA-1A10-F199-3304-C4E8C26A023F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D46D8A-9BA8-9464-63BF-61F43D15E6FC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F7F9B9-B873-CE1F-681D-EB03843A0BA0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54B9B5-8F36-B341-B976-D82FDFE77FE4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DEA180-B8BA-014C-7AA1-D292A71C5C06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79F9107-4AA3-EFBF-4371-544025F4BB05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37027E-33EA-1C56-71BA-856DAA1496D3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33D351-4F9E-12FD-854A-27D7C8B5C476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52FEB70-2955-5C7E-E162-970A92ACD825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09B558-C168-2808-3BE4-E8C16B5B3F62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77FD28E-99D3-9207-B2C0-330F22398DF5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9E1910-B236-008C-8E11-B22E4D0CB1EC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59B7F65-6834-C565-A6C3-DAC8BEC1D68F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4636FC-EC84-7A15-5EDD-7C724C50A79A}"/>
                  </a:ext>
                </a:extLst>
              </p:cNvPr>
              <p:cNvSpPr txBox="1"/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Each person chooses whether to </a:t>
                </a:r>
                <a:br>
                  <a:rPr lang="en-US"/>
                </a:br>
                <a:r>
                  <a:rPr lang="en-US"/>
                  <a:t>“move” or “stay”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Once everyone has made her choice, each province adopts one of two policies – </a:t>
                </a:r>
                <a:br>
                  <a:rPr lang="en-US"/>
                </a:br>
                <a:r>
                  <a:rPr lang="en-US"/>
                  <a:t>“Big Gov” or “Small Gov”.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If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B-types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S-types in a province, the probability it adopts “Big Gov” is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4636FC-EC84-7A15-5EDD-7C724C50A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blipFill>
                <a:blip r:embed="rId2"/>
                <a:stretch>
                  <a:fillRect l="-724" t="-70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233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8CC2-784E-8ECA-3957-224EF7F7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F1F39-70C8-ADED-9E9D-BA222B3EFABD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EBA43-B2CE-CB38-55C3-0BDCCAF2FFDF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2A7CA-72BF-D32F-5B13-B31D02395992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F184D-4410-8712-116D-0BC9836F86B8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6E133-B6C6-1CBB-A3C7-C306E1D35B1C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CCA4FF-4548-5562-1CA0-D23A9A2235E6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85DCA8-A708-5047-7391-DF372C363F09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43E188-EFCF-9CFD-B4BB-46FD655CB0FF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82CD88-171F-1862-D57B-1A68C1EA5253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2F16E7-B53D-0AAD-13B9-20DD5C61E088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02BD9A-3562-7AFA-7AD9-940C5D947A50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7AE12D-895B-EFF6-77F7-09A6155A3F31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B31AECB-D6CA-9418-813D-D649DF4CBDA2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58E1FC-1242-D7F7-F40E-33E135B83EFE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B4D3AF-773A-6C4A-1558-55A0FAD0AC3B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DA673E-DCC0-FBA7-FA0A-EBC81817330A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EADD73-E6F4-6B25-8613-1EFCD6FE15CB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2AE11-DFC5-CA59-F3B6-20A67C870BA3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C2F7F7-CF99-C45D-A716-04D9E82DC519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AE517E-94CC-5727-4FA0-F83558949A54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16CB1A-4766-70D6-E4EC-BB23B03AE099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322D7D-6CE1-6F49-4A92-1BA28100BBB3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39C9BE-5E92-786C-D251-B3C31745D44E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806C87-985F-3B47-EEBC-7D3FD6D2E36B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FD5C655-8482-9A6D-A5BB-EB75FB9CFAEF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96570-E469-F3DD-3AD9-5A81EC44F822}"/>
                  </a:ext>
                </a:extLst>
              </p:cNvPr>
              <p:cNvSpPr txBox="1"/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Each person chooses whether to </a:t>
                </a:r>
                <a:br>
                  <a:rPr lang="en-US"/>
                </a:br>
                <a:r>
                  <a:rPr lang="en-US"/>
                  <a:t>“move” or “stay”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Once everyone has made her choice, each province adopts one of two policies – </a:t>
                </a:r>
                <a:br>
                  <a:rPr lang="en-US"/>
                </a:br>
                <a:r>
                  <a:rPr lang="en-US"/>
                  <a:t>“Big Gov” or “Small Gov”.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If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B-types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S-types in a province, the probability it adopts “Big Gov” is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596570-E469-F3DD-3AD9-5A81EC44F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blipFill>
                <a:blip r:embed="rId2"/>
                <a:stretch>
                  <a:fillRect l="-724" t="-70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F3AA2845-D153-D9E2-F569-42C5B88FCB67}"/>
              </a:ext>
            </a:extLst>
          </p:cNvPr>
          <p:cNvSpPr txBox="1"/>
          <p:nvPr/>
        </p:nvSpPr>
        <p:spPr>
          <a:xfrm rot="19647389">
            <a:off x="-111913" y="3096696"/>
            <a:ext cx="2690813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81416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56FC-D91A-626A-B5B3-C8BC5466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58303-1AA6-1BD7-31D2-D72D0BBA6CE2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B0E81-F51E-CFB0-6789-B5A33B843522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11CF4-1478-15C9-10E3-6FD8D9F513D2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26C56-E0E9-A1C1-3653-D9336DDD936D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515BAE-687C-2253-85D0-7C0EF5884033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E03C63-14C8-8B01-F254-06FB8332E9E7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BC2CB0-434F-3CE5-A788-0633FF1BB1A1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BA1F92-B52F-BE41-B272-66EF5962B54D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9C86BC-D965-5A3A-12FB-3E1E9E06E0D0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B6E378-DE46-CA87-9860-CA77D0B76EFD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C9CB40-AFE4-D7D1-DD34-87B80A6914CC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1D31B0-C027-2C98-4ACA-6CC6F3824FBB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C9399F-0409-1F73-F9DE-0BA10D0CA6E0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C50FD8-7369-84EE-0BC6-8FDEAA9C7992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C29B93-37F2-85F3-7BD1-457842F42E21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407010-0911-B89D-5BE2-6A3444E8E7EC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874ABC1-B6B7-DF86-C4AA-778B8752DAF1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921176-1311-993A-5AE5-B1CFCB7D7B70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50EF28-D212-3F48-9AFD-544CCD73E3BF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1D8DE8-88C2-8D3A-738A-75F50287FC0C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6C7027-C339-350E-A6EB-F686C9110D21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1C6D4B-61C2-B2F9-AF54-04C806161C18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4E0E28C-EB21-7F4A-502F-D9DAE330E595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337C23B-F04B-0407-CA5F-34068040E79E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C4D782-23AF-2BFD-9926-6138F7A91BFF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FC1667-8ED5-A2B7-1CD2-0F4C2757273D}"/>
                  </a:ext>
                </a:extLst>
              </p:cNvPr>
              <p:cNvSpPr txBox="1"/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Each person chooses whether to </a:t>
                </a:r>
                <a:br>
                  <a:rPr lang="en-US"/>
                </a:br>
                <a:r>
                  <a:rPr lang="en-US"/>
                  <a:t>“move” or “stay”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Once everyone has made her choice, each province adopts one of two policies – </a:t>
                </a:r>
                <a:br>
                  <a:rPr lang="en-US"/>
                </a:br>
                <a:r>
                  <a:rPr lang="en-US"/>
                  <a:t>“Big Gov” or “Small Gov”.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If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B-types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S-types in a province, the probability it adopts “Big Gov” is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FC1667-8ED5-A2B7-1CD2-0F4C27572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blipFill>
                <a:blip r:embed="rId2"/>
                <a:stretch>
                  <a:fillRect l="-724" t="-70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C8EA37D-2CAD-FCAD-A3D0-5A9CD71CB56A}"/>
              </a:ext>
            </a:extLst>
          </p:cNvPr>
          <p:cNvSpPr txBox="1"/>
          <p:nvPr/>
        </p:nvSpPr>
        <p:spPr>
          <a:xfrm rot="19647389">
            <a:off x="-111913" y="3096696"/>
            <a:ext cx="2690813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E4E311-65AF-6B83-4C4D-B700A4B3D11C}"/>
              </a:ext>
            </a:extLst>
          </p:cNvPr>
          <p:cNvSpPr txBox="1"/>
          <p:nvPr/>
        </p:nvSpPr>
        <p:spPr>
          <a:xfrm rot="19862885">
            <a:off x="3119437" y="45057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3DF56C-256C-2644-E9F5-18C9F10FC883}"/>
              </a:ext>
            </a:extLst>
          </p:cNvPr>
          <p:cNvSpPr txBox="1"/>
          <p:nvPr/>
        </p:nvSpPr>
        <p:spPr>
          <a:xfrm rot="19862885">
            <a:off x="176213" y="608344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0C6011-D84A-C261-36C6-B9C980CBD2C7}"/>
              </a:ext>
            </a:extLst>
          </p:cNvPr>
          <p:cNvSpPr txBox="1"/>
          <p:nvPr/>
        </p:nvSpPr>
        <p:spPr>
          <a:xfrm rot="19862885">
            <a:off x="-62474" y="474928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5883B5-DC56-5C13-CA22-2FE51D7DE7E7}"/>
              </a:ext>
            </a:extLst>
          </p:cNvPr>
          <p:cNvSpPr txBox="1"/>
          <p:nvPr/>
        </p:nvSpPr>
        <p:spPr>
          <a:xfrm rot="19862885">
            <a:off x="10945983" y="492073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34EAE0-8787-F8E2-8DE0-F9266A7C7DAD}"/>
              </a:ext>
            </a:extLst>
          </p:cNvPr>
          <p:cNvSpPr txBox="1"/>
          <p:nvPr/>
        </p:nvSpPr>
        <p:spPr>
          <a:xfrm rot="19862885">
            <a:off x="9674318" y="6333079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</p:spTree>
    <p:extLst>
      <p:ext uri="{BB962C8B-B14F-4D97-AF65-F5344CB8AC3E}">
        <p14:creationId xmlns:p14="http://schemas.microsoft.com/office/powerpoint/2010/main" val="103809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61CE-DC48-17A1-5F65-2C0DB096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A2FDC0-6CCA-22D7-AE1A-42D3F5A46F5A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04194-CAEC-67A0-FE52-6DCBB0E152BE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C35ED-C011-5D41-04C5-DC077D09428E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D4E436-358F-F85F-C26E-32AD525490A8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25707-0594-A1C3-1DE8-E8AF5BFBEA50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59046D-D2B7-BBCB-0169-AD9E743B1794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319149-7F0F-6C89-B430-4CA25D9F8886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35ECE2-630E-8152-11B8-D5AAFC8ED853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2A3AB6-20D9-9915-7B0A-079037CB6A10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4EEFDDB-011A-3000-3610-E39881912A70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E1514-938D-1585-FBED-0C15E58115A6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7B6C51-5167-0FF1-CAF1-950EB1EB9FB4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C398F5-C395-5FD2-A637-DF3916D6ADCC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D40959-7634-A8CD-8980-7A8CF10E560F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454E63-BD7B-2990-7280-BA51C30F384D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C8A230-3A56-8EF0-473E-6B6798948F87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855CD1-F76C-1C7C-6886-B3839EF2CAA8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74EC94-C589-5486-3FE8-B7BD8DBFF91F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D8772A-678D-3D77-3D80-0E73D17491C7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FCE4FC-F245-D5E6-09F9-A01E3DC21791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ECBB1A-EEFE-4B81-BEA2-AE11E0A3E12C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8F7100-79DD-A824-FD16-B049B5EFB10E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3734AC-2139-85CB-04AC-F0795DD14185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9891D7-C093-0EA1-E70A-6E6B080DF926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A90AF8-C922-98CB-F43E-41C2321B7BD0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0DF3E-B294-17C5-9D8B-DC436C1CBD1A}"/>
                  </a:ext>
                </a:extLst>
              </p:cNvPr>
              <p:cNvSpPr txBox="1"/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Each person chooses whether to </a:t>
                </a:r>
                <a:br>
                  <a:rPr lang="en-US"/>
                </a:br>
                <a:r>
                  <a:rPr lang="en-US"/>
                  <a:t>“move” or “stay”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Once everyone has made her choice, each province adopts one of two policies – </a:t>
                </a:r>
                <a:br>
                  <a:rPr lang="en-US"/>
                </a:br>
                <a:r>
                  <a:rPr lang="en-US"/>
                  <a:t>“Big Gov” or “Small Gov”.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If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B-types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S-types in a province, the probability it adopts “Big Gov” is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0DF3E-B294-17C5-9D8B-DC436C1C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blipFill>
                <a:blip r:embed="rId2"/>
                <a:stretch>
                  <a:fillRect l="-724" t="-70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4229EDE-39EA-0DFA-2DB9-15EB54282441}"/>
              </a:ext>
            </a:extLst>
          </p:cNvPr>
          <p:cNvSpPr txBox="1"/>
          <p:nvPr/>
        </p:nvSpPr>
        <p:spPr>
          <a:xfrm rot="19647389">
            <a:off x="-111913" y="3096696"/>
            <a:ext cx="2690813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42BA63-AFE1-94AE-0EBF-564FCFF9A5C0}"/>
              </a:ext>
            </a:extLst>
          </p:cNvPr>
          <p:cNvSpPr txBox="1"/>
          <p:nvPr/>
        </p:nvSpPr>
        <p:spPr>
          <a:xfrm rot="19862885">
            <a:off x="3119437" y="45057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A0E32-6914-AA20-C0AB-0F19FCA1123E}"/>
              </a:ext>
            </a:extLst>
          </p:cNvPr>
          <p:cNvSpPr txBox="1"/>
          <p:nvPr/>
        </p:nvSpPr>
        <p:spPr>
          <a:xfrm rot="19862885">
            <a:off x="176213" y="608344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89E5B0-5BF8-76A9-4AF1-1DF350631871}"/>
              </a:ext>
            </a:extLst>
          </p:cNvPr>
          <p:cNvSpPr txBox="1"/>
          <p:nvPr/>
        </p:nvSpPr>
        <p:spPr>
          <a:xfrm rot="19862885">
            <a:off x="-62474" y="474928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2D9B37-4FEA-1AE8-BFC7-598C47C0F48D}"/>
              </a:ext>
            </a:extLst>
          </p:cNvPr>
          <p:cNvSpPr txBox="1"/>
          <p:nvPr/>
        </p:nvSpPr>
        <p:spPr>
          <a:xfrm rot="19862885">
            <a:off x="10945983" y="492073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F4988-4B94-28A2-4C6B-4FF79F69336B}"/>
              </a:ext>
            </a:extLst>
          </p:cNvPr>
          <p:cNvSpPr txBox="1"/>
          <p:nvPr/>
        </p:nvSpPr>
        <p:spPr>
          <a:xfrm rot="19862885">
            <a:off x="9674318" y="6333079"/>
            <a:ext cx="771525" cy="3693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4F04F2-89C5-EF67-D5D6-F664997507BD}"/>
              </a:ext>
            </a:extLst>
          </p:cNvPr>
          <p:cNvSpPr/>
          <p:nvPr/>
        </p:nvSpPr>
        <p:spPr>
          <a:xfrm>
            <a:off x="7558363" y="49883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209293B-22AB-3229-FAE7-B45D24A597D2}"/>
              </a:ext>
            </a:extLst>
          </p:cNvPr>
          <p:cNvSpPr/>
          <p:nvPr/>
        </p:nvSpPr>
        <p:spPr>
          <a:xfrm>
            <a:off x="7739338" y="58931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710DD2-A1B9-37C3-15F7-47E37291145D}"/>
              </a:ext>
            </a:extLst>
          </p:cNvPr>
          <p:cNvSpPr/>
          <p:nvPr/>
        </p:nvSpPr>
        <p:spPr>
          <a:xfrm>
            <a:off x="10059028" y="46677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28257B3-3674-3899-BF49-E91E6F2724C2}"/>
              </a:ext>
            </a:extLst>
          </p:cNvPr>
          <p:cNvSpPr/>
          <p:nvPr/>
        </p:nvSpPr>
        <p:spPr>
          <a:xfrm>
            <a:off x="3766937" y="5177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7426BD0-FFA3-2AD9-EDC2-A09C7664970F}"/>
              </a:ext>
            </a:extLst>
          </p:cNvPr>
          <p:cNvSpPr/>
          <p:nvPr/>
        </p:nvSpPr>
        <p:spPr>
          <a:xfrm>
            <a:off x="3746860" y="58769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60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9EC6-BBC3-B35F-39AA-FBE9BAA2D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C761C2-1354-07F7-5FE5-F0E62AA29CE0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29751-B590-45FF-5C22-E5E73A5E9E40}"/>
              </a:ext>
            </a:extLst>
          </p:cNvPr>
          <p:cNvSpPr txBox="1"/>
          <p:nvPr/>
        </p:nvSpPr>
        <p:spPr>
          <a:xfrm>
            <a:off x="1562100" y="392430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C6746-61EB-1B35-0B72-6F056E5C8223}"/>
              </a:ext>
            </a:extLst>
          </p:cNvPr>
          <p:cNvSpPr txBox="1"/>
          <p:nvPr/>
        </p:nvSpPr>
        <p:spPr>
          <a:xfrm>
            <a:off x="8791576" y="3912632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0FEE5-D156-456C-E1DA-97E694FEB511}"/>
              </a:ext>
            </a:extLst>
          </p:cNvPr>
          <p:cNvSpPr/>
          <p:nvPr/>
        </p:nvSpPr>
        <p:spPr>
          <a:xfrm>
            <a:off x="333375" y="4543425"/>
            <a:ext cx="4419600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58E9A5-0464-7519-0037-A37E50F025E7}"/>
              </a:ext>
            </a:extLst>
          </p:cNvPr>
          <p:cNvSpPr/>
          <p:nvPr/>
        </p:nvSpPr>
        <p:spPr>
          <a:xfrm>
            <a:off x="7334250" y="4543425"/>
            <a:ext cx="4419600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2FA4C1-D519-0796-3BC2-FAA89C27C204}"/>
              </a:ext>
            </a:extLst>
          </p:cNvPr>
          <p:cNvSpPr/>
          <p:nvPr/>
        </p:nvSpPr>
        <p:spPr>
          <a:xfrm>
            <a:off x="590550" y="486727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97C9D9-0458-F842-874B-09361D005125}"/>
              </a:ext>
            </a:extLst>
          </p:cNvPr>
          <p:cNvSpPr/>
          <p:nvPr/>
        </p:nvSpPr>
        <p:spPr>
          <a:xfrm>
            <a:off x="909637" y="523291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B3F39D-BC13-CEE4-3D51-935523EEE0B3}"/>
              </a:ext>
            </a:extLst>
          </p:cNvPr>
          <p:cNvSpPr/>
          <p:nvPr/>
        </p:nvSpPr>
        <p:spPr>
          <a:xfrm>
            <a:off x="1276350" y="479583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5B8187-9117-1904-6B81-1A88381DF46C}"/>
              </a:ext>
            </a:extLst>
          </p:cNvPr>
          <p:cNvSpPr/>
          <p:nvPr/>
        </p:nvSpPr>
        <p:spPr>
          <a:xfrm>
            <a:off x="1423987" y="56007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37C772-6D19-DFF3-E956-D6F287395881}"/>
              </a:ext>
            </a:extLst>
          </p:cNvPr>
          <p:cNvSpPr/>
          <p:nvPr/>
        </p:nvSpPr>
        <p:spPr>
          <a:xfrm>
            <a:off x="771525" y="57721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93A904-E2C4-DC49-F824-2DF12B132C5E}"/>
              </a:ext>
            </a:extLst>
          </p:cNvPr>
          <p:cNvSpPr/>
          <p:nvPr/>
        </p:nvSpPr>
        <p:spPr>
          <a:xfrm>
            <a:off x="2338388" y="50387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A97487F-6B00-8E6F-0D58-F6A8FF2B4A9E}"/>
              </a:ext>
            </a:extLst>
          </p:cNvPr>
          <p:cNvSpPr/>
          <p:nvPr/>
        </p:nvSpPr>
        <p:spPr>
          <a:xfrm>
            <a:off x="2657475" y="54043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CB0704-9453-B6AA-34B9-AF28A304092A}"/>
              </a:ext>
            </a:extLst>
          </p:cNvPr>
          <p:cNvSpPr/>
          <p:nvPr/>
        </p:nvSpPr>
        <p:spPr>
          <a:xfrm>
            <a:off x="3024188" y="49672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16BA58-16E5-3F34-1673-8F6B4D9212C6}"/>
              </a:ext>
            </a:extLst>
          </p:cNvPr>
          <p:cNvSpPr/>
          <p:nvPr/>
        </p:nvSpPr>
        <p:spPr>
          <a:xfrm>
            <a:off x="3171825" y="577215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9E9FCA-FE5C-21EE-536D-AA6417E81268}"/>
              </a:ext>
            </a:extLst>
          </p:cNvPr>
          <p:cNvSpPr/>
          <p:nvPr/>
        </p:nvSpPr>
        <p:spPr>
          <a:xfrm>
            <a:off x="2519363" y="59436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8CB560-A20F-A049-2DD6-A5B94D0144D3}"/>
              </a:ext>
            </a:extLst>
          </p:cNvPr>
          <p:cNvSpPr/>
          <p:nvPr/>
        </p:nvSpPr>
        <p:spPr>
          <a:xfrm>
            <a:off x="8281988" y="49720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AA73BB-B1FF-DDBD-7554-05F020EFF205}"/>
              </a:ext>
            </a:extLst>
          </p:cNvPr>
          <p:cNvSpPr/>
          <p:nvPr/>
        </p:nvSpPr>
        <p:spPr>
          <a:xfrm>
            <a:off x="8601075" y="533769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4ADA02-A51F-FF16-F9C4-6B5D94E9B551}"/>
              </a:ext>
            </a:extLst>
          </p:cNvPr>
          <p:cNvSpPr/>
          <p:nvPr/>
        </p:nvSpPr>
        <p:spPr>
          <a:xfrm>
            <a:off x="8967788" y="4900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F4FB31C-8874-7818-351E-C769AC74FC9E}"/>
              </a:ext>
            </a:extLst>
          </p:cNvPr>
          <p:cNvSpPr/>
          <p:nvPr/>
        </p:nvSpPr>
        <p:spPr>
          <a:xfrm>
            <a:off x="9115425" y="570547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AA17AD-DEF8-F6C1-1E4D-8F61702FDAEF}"/>
              </a:ext>
            </a:extLst>
          </p:cNvPr>
          <p:cNvSpPr/>
          <p:nvPr/>
        </p:nvSpPr>
        <p:spPr>
          <a:xfrm>
            <a:off x="8462963" y="58769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3F46C0-FC50-9B2E-2E6C-2F806E63E7EF}"/>
              </a:ext>
            </a:extLst>
          </p:cNvPr>
          <p:cNvSpPr/>
          <p:nvPr/>
        </p:nvSpPr>
        <p:spPr>
          <a:xfrm>
            <a:off x="10029826" y="5143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101CBA-C9F0-4C13-BA27-BA1C4B59AF5B}"/>
              </a:ext>
            </a:extLst>
          </p:cNvPr>
          <p:cNvSpPr/>
          <p:nvPr/>
        </p:nvSpPr>
        <p:spPr>
          <a:xfrm>
            <a:off x="10348913" y="54758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2DA6793-659C-1FB6-467A-010BDFEEF645}"/>
              </a:ext>
            </a:extLst>
          </p:cNvPr>
          <p:cNvSpPr/>
          <p:nvPr/>
        </p:nvSpPr>
        <p:spPr>
          <a:xfrm>
            <a:off x="10715626" y="507206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4AD8855-E560-E276-CF80-C0856CCD2BB8}"/>
              </a:ext>
            </a:extLst>
          </p:cNvPr>
          <p:cNvSpPr/>
          <p:nvPr/>
        </p:nvSpPr>
        <p:spPr>
          <a:xfrm>
            <a:off x="10863263" y="584358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A0010F-DACE-7671-BD8B-2241C0D3EC6D}"/>
              </a:ext>
            </a:extLst>
          </p:cNvPr>
          <p:cNvSpPr/>
          <p:nvPr/>
        </p:nvSpPr>
        <p:spPr>
          <a:xfrm>
            <a:off x="10210801" y="601503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E5F0C0-63B0-14C0-978A-E9CE07E925D4}"/>
                  </a:ext>
                </a:extLst>
              </p:cNvPr>
              <p:cNvSpPr txBox="1"/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Each person chooses whether to </a:t>
                </a:r>
                <a:br>
                  <a:rPr lang="en-US"/>
                </a:br>
                <a:r>
                  <a:rPr lang="en-US"/>
                  <a:t>“move” or “stay”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Once everyone has made her choice, each province adopts one of two policies – </a:t>
                </a:r>
                <a:br>
                  <a:rPr lang="en-US"/>
                </a:br>
                <a:r>
                  <a:rPr lang="en-US"/>
                  <a:t>“Big Gov” or “Small Gov”.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If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/>
                  <a:t> B-types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S-types in a province, the probability it adopts “Big Gov” is</a:t>
                </a:r>
                <a:br>
                  <a:rPr lang="en-US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E5F0C0-63B0-14C0-978A-E9CE07E92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587" y="298966"/>
                <a:ext cx="5043488" cy="2596993"/>
              </a:xfrm>
              <a:prstGeom prst="rect">
                <a:avLst/>
              </a:prstGeom>
              <a:blipFill>
                <a:blip r:embed="rId2"/>
                <a:stretch>
                  <a:fillRect l="-724" t="-70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DE4DC06-52A8-A28F-A1E0-1E3FBE327FE7}"/>
              </a:ext>
            </a:extLst>
          </p:cNvPr>
          <p:cNvSpPr txBox="1"/>
          <p:nvPr/>
        </p:nvSpPr>
        <p:spPr>
          <a:xfrm rot="19647389">
            <a:off x="-111913" y="3096696"/>
            <a:ext cx="2690813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EXAMPLE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66313C-A076-E759-2471-26776EB14213}"/>
              </a:ext>
            </a:extLst>
          </p:cNvPr>
          <p:cNvSpPr txBox="1"/>
          <p:nvPr/>
        </p:nvSpPr>
        <p:spPr>
          <a:xfrm rot="19862885">
            <a:off x="3119437" y="45057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7D6FE9-FCE9-A734-B91D-CD462BD802A6}"/>
              </a:ext>
            </a:extLst>
          </p:cNvPr>
          <p:cNvSpPr txBox="1"/>
          <p:nvPr/>
        </p:nvSpPr>
        <p:spPr>
          <a:xfrm rot="19862885">
            <a:off x="176213" y="608344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5ED6AB-86E0-1DAD-9B6E-34CB895DD9DE}"/>
              </a:ext>
            </a:extLst>
          </p:cNvPr>
          <p:cNvSpPr txBox="1"/>
          <p:nvPr/>
        </p:nvSpPr>
        <p:spPr>
          <a:xfrm rot="19862885">
            <a:off x="-62474" y="474928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562FED-350C-77A4-01FD-39DDA7268257}"/>
              </a:ext>
            </a:extLst>
          </p:cNvPr>
          <p:cNvSpPr txBox="1"/>
          <p:nvPr/>
        </p:nvSpPr>
        <p:spPr>
          <a:xfrm rot="19862885">
            <a:off x="10945983" y="492073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AB594A-BECE-DADA-3F77-00561CD21CD5}"/>
              </a:ext>
            </a:extLst>
          </p:cNvPr>
          <p:cNvSpPr txBox="1"/>
          <p:nvPr/>
        </p:nvSpPr>
        <p:spPr>
          <a:xfrm rot="19862885">
            <a:off x="9674318" y="6333079"/>
            <a:ext cx="771525" cy="3693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D5733F-F475-DBF2-9005-51B0DDD039F2}"/>
              </a:ext>
            </a:extLst>
          </p:cNvPr>
          <p:cNvSpPr/>
          <p:nvPr/>
        </p:nvSpPr>
        <p:spPr>
          <a:xfrm>
            <a:off x="7558363" y="49883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54DBE9C-1A32-D6AD-EEA1-55E27E563E8D}"/>
              </a:ext>
            </a:extLst>
          </p:cNvPr>
          <p:cNvSpPr/>
          <p:nvPr/>
        </p:nvSpPr>
        <p:spPr>
          <a:xfrm>
            <a:off x="7739338" y="58931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0C58338-9B80-9CC0-AC22-AA265C7469A0}"/>
              </a:ext>
            </a:extLst>
          </p:cNvPr>
          <p:cNvSpPr/>
          <p:nvPr/>
        </p:nvSpPr>
        <p:spPr>
          <a:xfrm>
            <a:off x="10059028" y="46677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6436CF-3ECB-7949-FD41-42D9854331FC}"/>
              </a:ext>
            </a:extLst>
          </p:cNvPr>
          <p:cNvSpPr/>
          <p:nvPr/>
        </p:nvSpPr>
        <p:spPr>
          <a:xfrm>
            <a:off x="3766937" y="517750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C11542-869C-6D47-4142-5838036347C2}"/>
              </a:ext>
            </a:extLst>
          </p:cNvPr>
          <p:cNvSpPr/>
          <p:nvPr/>
        </p:nvSpPr>
        <p:spPr>
          <a:xfrm>
            <a:off x="3746860" y="587692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514CF-18DE-1A64-2371-04AA4B927FCF}"/>
                  </a:ext>
                </a:extLst>
              </p:cNvPr>
              <p:cNvSpPr txBox="1"/>
              <p:nvPr/>
            </p:nvSpPr>
            <p:spPr>
              <a:xfrm>
                <a:off x="8015563" y="2680193"/>
                <a:ext cx="3224211" cy="116948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7514CF-18DE-1A64-2371-04AA4B927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563" y="2680193"/>
                <a:ext cx="3224211" cy="11694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923265-81E7-06C6-A06C-08E1E266D550}"/>
                  </a:ext>
                </a:extLst>
              </p:cNvPr>
              <p:cNvSpPr txBox="1"/>
              <p:nvPr/>
            </p:nvSpPr>
            <p:spPr>
              <a:xfrm>
                <a:off x="798874" y="2627700"/>
                <a:ext cx="3224211" cy="119519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3+6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923265-81E7-06C6-A06C-08E1E266D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74" y="2627700"/>
                <a:ext cx="3224211" cy="11951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571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093B-5597-215C-A373-2A2B5E31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F1983C-94E0-AA01-EDED-21DF7BC32ED5}"/>
              </a:ext>
            </a:extLst>
          </p:cNvPr>
          <p:cNvSpPr txBox="1"/>
          <p:nvPr/>
        </p:nvSpPr>
        <p:spPr>
          <a:xfrm>
            <a:off x="95250" y="114300"/>
            <a:ext cx="990599" cy="36933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B9FE65-9284-14C6-84C4-020901ADD625}"/>
                  </a:ext>
                </a:extLst>
              </p:cNvPr>
              <p:cNvSpPr txBox="1"/>
              <p:nvPr/>
            </p:nvSpPr>
            <p:spPr>
              <a:xfrm>
                <a:off x="2252662" y="325015"/>
                <a:ext cx="7291388" cy="117968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Each B-type’s utility level:</a:t>
                </a:r>
                <a:br>
                  <a:rPr lang="en-US"/>
                </a:br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B9FE65-9284-14C6-84C4-020901AD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662" y="325015"/>
                <a:ext cx="7291388" cy="1179682"/>
              </a:xfrm>
              <a:prstGeom prst="rect">
                <a:avLst/>
              </a:prstGeom>
              <a:blipFill>
                <a:blip r:embed="rId2"/>
                <a:stretch>
                  <a:fillRect l="-668" t="-153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A0499-0AA3-57BA-702A-7F8FEA33A6EA}"/>
                  </a:ext>
                </a:extLst>
              </p:cNvPr>
              <p:cNvSpPr txBox="1"/>
              <p:nvPr/>
            </p:nvSpPr>
            <p:spPr>
              <a:xfrm>
                <a:off x="2252662" y="1772815"/>
                <a:ext cx="7291388" cy="117968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Each S-type’s utility level:</a:t>
                </a:r>
                <a:br>
                  <a:rPr lang="en-US"/>
                </a:br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Small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she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C7A0499-0AA3-57BA-702A-7F8FEA33A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662" y="1772815"/>
                <a:ext cx="7291388" cy="1179682"/>
              </a:xfrm>
              <a:prstGeom prst="rect">
                <a:avLst/>
              </a:prstGeom>
              <a:blipFill>
                <a:blip r:embed="rId3"/>
                <a:stretch>
                  <a:fillRect l="-668" t="-2051"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934DDF-FCAB-B292-D6E0-58115D9E2462}"/>
                  </a:ext>
                </a:extLst>
              </p:cNvPr>
              <p:cNvSpPr txBox="1"/>
              <p:nvPr/>
            </p:nvSpPr>
            <p:spPr>
              <a:xfrm>
                <a:off x="10277475" y="1384433"/>
                <a:ext cx="1495425" cy="369332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934DDF-FCAB-B292-D6E0-58115D9E2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475" y="1384433"/>
                <a:ext cx="14954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2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98C7AA-0C05-EB0C-2518-25D891FBBAA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564137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70867-E689-6C1A-D9EA-8FDBDE6C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3376D9-DE87-18DA-0F7D-C3EA3E777264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417EEA-B716-7041-BD1C-4321238184C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36263-4759-458A-6B6C-BEC622D84A94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4C34DE-E0B3-8FBC-9E7D-395957F3193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0844E-204F-9E0C-FBC4-F5189F1AE5E6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C1E4B1-C549-6323-6663-2779CFC94B1D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952689-CDD9-C5E7-923E-30D2D5E335A0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AB56AD-5DCA-BC64-CD48-440C87EF0ED0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1574E5-20FD-0880-1D1D-E76EB038741E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00066D-60AF-59DB-C3BB-9F031FA1038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E5A14D-07C4-57C3-6AA1-BBBEEE20A2FC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591370-487F-0863-ECF8-DC9366B7F77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CD12E7-21E7-779D-55FA-57DDB35C1718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417981-8108-67A8-3CEF-B86250FE2CDC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2409D5-0917-EC01-D649-494C9B8D26D0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67A75-D83A-6E31-FBC6-B5A050FFF0FB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EBE7CC-450E-3B33-81AA-BF4C9DC82246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702AE2-6F75-8C65-5770-AE009F9370D7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1B1EBC6-5DFD-6787-D83C-1C74C307E572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529028B-76C7-0E85-0128-1D459644A675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0A1ECA-D24C-301F-9D0E-B5E054F9F468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166DCC3-9344-BAE2-62F0-10027165C32E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0175BC-690F-6A97-6AAE-97A6A079D907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16090E9-FDD5-1893-C8D9-0C007FE791CE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F8A544-1CE5-4880-D61C-C52C4989AEFB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929EB9-6B3E-B6E3-EB51-C0FB775A8FAE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</p:spTree>
    <p:extLst>
      <p:ext uri="{BB962C8B-B14F-4D97-AF65-F5344CB8AC3E}">
        <p14:creationId xmlns:p14="http://schemas.microsoft.com/office/powerpoint/2010/main" val="2860724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0A66-7EDD-D866-2FA4-2DCAA6EB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3E9FB5-E91D-A973-4757-5C1F34F4607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56572-5C82-201B-DEB2-488B7B5432B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2A06D-C24B-3070-A3F1-66E25F89A148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12724-6AFE-C5F8-C6E0-6CC9695650CD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5A4BC-80EB-736A-E5E5-F8383ADADCB2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07968B-7C0C-6A37-9ABF-5005AA9A0B65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F302DC-7065-0F91-7D75-73F196CF6D03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3CCFBB-6358-DD86-71AF-849557A8C42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2B8A8C-18D9-E5E6-E8EB-048EEB38966E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040AB6-528E-F636-4ADC-B44DEFBA55C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A6347E-B005-0279-4244-3009C1849848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32A4FA-A281-D581-9704-61EE60B72FB2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BDA656-05AC-C77E-4967-1D93877AB60B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89A3A2-CCCB-7666-E519-4794076B613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C1A839-7449-2DF3-E862-AAB010968C30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EA0A22-C9DB-8F62-B37F-8F331C6D767A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146F4A-721D-A40F-6589-60672037826C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FAA122-26C2-7F6F-D5B1-F0E3B90C994D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F2A2E9-CBB6-572C-8F4A-3CEA5C6E6B10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155511-6088-2E4D-022A-6B9D5F72F709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A89F85-867F-FE1D-A1AC-40A44CAEB8E8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8C9E482-07BB-5120-E882-DF614C722592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98C33C2-A3F6-0FB1-710F-1211B8BF3DC9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EF1202-B016-18E5-858F-D6BC2A882169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412A1F7-5B92-10F5-2A6C-EB7B14B42910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31FFCC-FE23-4112-38AE-28095496D7AA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7D3543-3F3D-8C57-B7CF-94974827F27D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2496655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CEEAF-6956-D556-72D6-A7BF3997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DEA12-7FE2-65D4-4F82-7F95FCA3CA3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59CEF1-2947-6C85-31B6-68E11BD5F7E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FCA00-FB6D-A8E7-3DF9-442A269297C3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38241-0553-92F9-9351-D17145B7ACB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6D9BF1-7D82-273E-832A-1897A8386A65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F63C54-6341-09FA-B9E9-57514BBCC0B5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94C173-B03E-C25F-7DDB-3BE7DBF90D54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A2BA05-F6EC-A303-DAD0-C2D34E1F60C7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88FD3F-AB1E-0DA8-9D1A-08EFD309906F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9B9697-3F5F-B637-AD30-65BCDF849A71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D840C2-D484-D10A-D041-CAC6BC5A665A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10CC77-AE7D-E470-A558-BF01A87B2CBA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3C7CC1-60BA-DC09-4812-967AF3FCD0AE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9FE7EF-5D21-3822-F2FF-E8AE24F5DB9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4C1AF5-E493-D34A-866E-C2C15EAF6BD1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EBCDB3-7E43-C55E-3CCA-71CC40B42B7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639429-DC51-4F0D-C320-C12CEE5C1AE2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E5536F-1D43-803E-510A-A784F34B847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57D604-3DD5-29EE-9DA7-1B2AF17A3D67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C2D392-D883-42E0-C7D5-E19965C2DC16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3AEB78-6584-0AC4-84DE-05D15A8B63AD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28B4DBF-DA88-A9C3-559B-6994B17C1281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80E326-2463-AACB-6EF7-138EA9328514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B4DFE6C-1681-3809-2179-313CCEE58A05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34685A7-7BF9-5F9F-F56F-2906D266960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2D8ED8-2739-E9DE-9C9A-FAF27D1F6506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13E945-96B3-3BEA-F86F-E7D959DD1EDD}"/>
              </a:ext>
            </a:extLst>
          </p:cNvPr>
          <p:cNvSpPr txBox="1"/>
          <p:nvPr/>
        </p:nvSpPr>
        <p:spPr>
          <a:xfrm>
            <a:off x="7681910" y="1219497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23CBD6-4706-6938-BBB6-578074F37530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4AEC92-4877-A884-175E-B23B960ECF1A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817492-8DDF-74A9-C9EE-CEA6956944BB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C73007-39E6-1714-4F35-BB7BC28C31AB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390BBE-2B3F-52D4-1B98-F33B472C96E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02E08A-0949-56E0-6AAD-8DE73C63280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7F2B4C-6B16-4469-4E21-AB52B0C8CFB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13C26D-7DB1-A783-F964-5389020E46B1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03A8A13-3E4C-B1A3-35FE-F1FA27640089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B735B6-0FEC-B225-B013-2862B5E6F13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9D3D398-D4E4-B8A6-BA77-3D4E44E0B789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F32DBF-A7AD-165E-50FC-E17836254513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C9291B-2964-319E-0DCE-248860E83FE4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3CA34CC-A600-A5FA-07FA-3EBB725F0E86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AB59C58-3378-86B1-C74C-DD50C4E9E0E2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BB72FC5-D645-CA8F-BE1F-DEBBC68FBC33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6819CEA-349A-9BE4-095B-7041F53A6BF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B62A22A-F356-0D7E-2F9B-59F726143C8F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D3A7F2F-E933-8038-CE16-5A017E4C567B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9D4B933-E4B2-2DE0-F4A1-44FFC9F1E5B8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38D2400-F1F1-5D9F-C430-2FE002BF2B1C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EDB567A-0F40-14FD-80BE-6EDAF571F1B6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C7845AC-3353-7FC0-2AD0-8239D270BA7A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ACC27A-FADC-7680-17A5-595280D1AE65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7AF993D-1F47-E6F6-DC18-E8131F7DD07D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D4704A-25DE-3309-FD83-83DED6C8E689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2C18AD-7BBF-6175-72D4-81BAA6E86A0D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81F7C1-E6FC-55EB-0281-F738793586CD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18CB24-10CD-F8D6-FF25-3DD27C83CC51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739217-23AF-DB37-B10E-78FABCD29D5B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5A384F-7BE8-96EB-25E9-5995519B90E6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A09412-707F-1A10-BB87-C5D2A3277CE3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A57B02-8794-C9E5-36E4-073AF52AF9FB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E626B3-06E5-7B37-3736-CB6ECA45BE31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BF27AB-AE5F-502C-5AEA-1331B1D6ABE1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2FC0CE-6125-6D25-338C-238BA97934CB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</p:spTree>
    <p:extLst>
      <p:ext uri="{BB962C8B-B14F-4D97-AF65-F5344CB8AC3E}">
        <p14:creationId xmlns:p14="http://schemas.microsoft.com/office/powerpoint/2010/main" val="3029428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CDF5-9268-7D94-0DB2-A474EF00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8C76F6-1A92-361D-CD95-EFA43C8AB79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C54515-3DDD-0243-7829-765C036D76EF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F1E25-35F9-A033-6336-260BD416EA53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3F354-B87E-0CBC-6AE2-FB8B50101096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DC036A-9BFA-D896-5493-A8AD2F95B704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A07FCD-154A-AE61-8769-817767911F2B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92872E-827D-C5D0-A870-4F99349DAD3D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92E260-59AE-0DA2-85B5-9A35707005C1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CBCDA5-B759-210F-1F28-27D51ECC1F1C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42BC2F-033C-CE70-D802-BA4040B93A33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ED2712-BDA4-9392-93BC-0163228E259F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FCBB06-9EFA-532D-D86E-EE3AA52C597B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B0646C-495C-589C-F1DA-AA0931414E95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9504C1-6321-961D-5C8B-4E3867F3A176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6DEDE1-1993-70EA-A0AB-AE865163262E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DAF725-7528-F899-7E2F-F5FB41466F6C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F2E21A-CE3B-8CF4-AB87-05A56032394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E0873-B229-9B7A-1352-9FE6C885F507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B36239-BCB7-CC25-D736-BC4CBECB10FE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ADDD71-B674-A6C0-7340-10A380387B1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3269F80-C30D-36F4-1D0F-A28906CA5C82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409432-A601-1AD8-57DE-25C23DFAD81B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A7EAB5-23A9-0B1E-79E5-29AC3FDBE6CB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3852ED-D8E0-2371-122B-B3AE4836EC09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96D2F31-A868-2A62-91CD-754D34D39EDA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EA607-BE95-B664-9EAA-8409DA66A820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E94F3F-361A-B646-5D10-EF0EEB888E7B}"/>
              </a:ext>
            </a:extLst>
          </p:cNvPr>
          <p:cNvSpPr txBox="1"/>
          <p:nvPr/>
        </p:nvSpPr>
        <p:spPr>
          <a:xfrm>
            <a:off x="7681910" y="1219497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“Perfect Sorting”: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A5B00D-38FC-6EED-7B52-B80561DA07F4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1D4BE-0FFC-9C23-768B-E656187602AC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05737F-DC4A-97F1-6C2D-46995B82CCA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99B6C1-7222-A0C0-7DFF-A39FEC9BF464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144C2F-0B7D-7656-3A87-EEA1A9FCED35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02AE598-B994-106D-E3CC-7A3FECA0369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117793-E95A-A862-CCAF-A9E1EDB4651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56E933D-FB8D-F83F-2F49-447575825459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4DE146-6371-DD9D-DCA4-10A4DE8ABCA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382F03C-CF6A-1567-C572-C5F5BBB2FF4D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4495CA-647C-9F10-53BA-F2A2FAA97C11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56965E-A98D-2B69-7323-93CE08C339D6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A00A9C9-8316-1E11-9EAA-53078E0766FE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3A69D56-A038-701C-2267-F0FDA9A9E675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6CCB4D2-9864-7B6D-3322-EC2C81CADE3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C42BAB-BB68-C9AF-72BA-59A4FA45DF84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D7C290B-C6CC-4678-A2E5-074151F5801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AC337AB-555D-4C79-8BD5-CD8FB880C21C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69494D-52D8-43ED-14DF-0314F95F455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13C5CDE-E393-76F9-4709-7400A190A708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E8F6F80-3C3C-973F-D47D-2F9878D3C3C0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9431065-861C-D20B-121E-8CEFD5D76F59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C5FD542-2581-09F7-CB3A-4804FDB8862D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87DF74F-22DD-52A9-F563-F336BAB1D7E8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0CF95AC-E108-C699-4C68-D56D2BC6B5F4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225878-5D50-975D-D7F3-056AFA09CBA9}"/>
              </a:ext>
            </a:extLst>
          </p:cNvPr>
          <p:cNvSpPr txBox="1"/>
          <p:nvPr/>
        </p:nvSpPr>
        <p:spPr>
          <a:xfrm>
            <a:off x="7681910" y="21866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No Movement</a:t>
            </a:r>
            <a:r>
              <a:rPr lang="en-US"/>
              <a:t>”: Everyone stays 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E5C77C-0686-61AC-C6EF-48D287FF10BD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2793204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B029E-5D73-9889-405E-0669FA6A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DD3425-2D28-BCAA-6608-DEE88597C54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D88DF0-CEE6-9DF9-68B0-D4C7E8F41500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B0D86-3E81-F4C7-C617-8BBFDC5C002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592AD-81FC-A684-70E2-E7017B60AF58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EEE4-5373-BEC9-B505-DA9FFCBBEF9A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53F6BD-174E-5F9E-1946-ADD6814B6FF5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DA585B-403A-3131-FE08-F5BE275E9411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1B557F-170F-DBC4-0448-10F6856B5BF6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79B796-C6D3-A5CC-0870-F9BB65756A57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995018-A826-6D83-9BD4-32AECA832E3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F41168-A047-2419-4931-A3546417CDB6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D87838-C131-EC8B-AD96-41E31603BE74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53721E-FFB7-E82F-D7E2-E6996AE5FD4D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EF789D-E8D2-0CAD-C263-33C42E86ECB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E5F0714-A35A-A448-66E5-E79B6035E207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D29567-A467-49DE-BF8C-F0CF06360738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12DAAF-633C-4130-4FD4-FA798F0E36A6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BED898-B107-FCDF-3001-B102052DA6D8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3AC6D7-8EE8-A37D-C6CF-ED3DBF2EEB9E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D79D5F-F68D-0437-2286-233A674428C4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F90186-1951-6AA2-0527-4ABBD9063C46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B64387-A792-BFDA-EDF3-A8D82D54E16F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C4831F-43B5-6542-77FC-789FA3A5CEE1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B8432D-FE76-805D-76FC-62AFD80B28B7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83AFEE-8CC0-5846-3F5A-88F4AE760A3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84B5C-30B0-2008-C33B-FF5C7D41041A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686E7E-6CA9-23F1-6849-A88D84456F82}"/>
              </a:ext>
            </a:extLst>
          </p:cNvPr>
          <p:cNvSpPr txBox="1"/>
          <p:nvPr/>
        </p:nvSpPr>
        <p:spPr>
          <a:xfrm>
            <a:off x="7681910" y="1219497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Perfect Sorting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5D0CDD-896B-2A5B-3412-C1191EBBAF5F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F4E9AA-E433-18FB-235E-D662BD6CBBA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C4AF3F-81A9-C875-C840-0BA2F63F782E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220866-B315-0E46-2DA7-FF47375A2B1C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0A05D0-A3B8-B339-9E21-34AE639937CD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80D3651-BD34-7B61-D0CF-DD1CAD5364A9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83C4EE1-31D8-21F6-637A-24C51722A909}"/>
              </a:ext>
            </a:extLst>
          </p:cNvPr>
          <p:cNvSpPr/>
          <p:nvPr/>
        </p:nvSpPr>
        <p:spPr>
          <a:xfrm>
            <a:off x="1986256" y="437408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1BA87C4-2580-193E-5066-B6E4E57FA732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6DC19F-943F-995E-EAE6-AD9B93675248}"/>
              </a:ext>
            </a:extLst>
          </p:cNvPr>
          <p:cNvSpPr/>
          <p:nvPr/>
        </p:nvSpPr>
        <p:spPr>
          <a:xfrm>
            <a:off x="822726" y="494489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ACB442C-C287-BB81-282B-88A5170FB4D7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F3EC080-A1C4-7255-8BC6-A4694D8D156B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7F314F9-6877-6958-50ED-A8A226CEB541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C30E4A-AF2C-E2E8-5DC2-858BD5A5A130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BD6922-AC9E-BF5F-1A14-8450895FCC3D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49AC7BD-83E6-6E43-C07E-9ECBAB303ACD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90D439-A281-CDA7-6896-D857ADDF1033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DE2957F-CD37-76D9-3D8E-35BEF255A8F1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BB0A6AC-693D-C504-6625-404BAD8FE054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FE27E48-7EDD-6763-BBBB-F74153699379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B67CD4-D833-7674-87C8-78703830BBC7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2EB62BE-2B91-CC6B-0D8F-441270F24F3A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077D037-898B-DE6F-69BE-F1C133A256FC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A82682D-19EB-38A2-41C4-9B33DA98B58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52A0BB8-F1ED-EC06-AD47-844599CBF84E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CA2BC36-160B-7FA1-731E-DA4ABFC14A2D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8C708B-7848-B202-9899-2FF0B33C19E4}"/>
              </a:ext>
            </a:extLst>
          </p:cNvPr>
          <p:cNvSpPr txBox="1"/>
          <p:nvPr/>
        </p:nvSpPr>
        <p:spPr>
          <a:xfrm>
            <a:off x="7681910" y="2186671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No Movement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Everyone stays 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954252-9F85-01C2-92F9-8F244A1248FA}"/>
              </a:ext>
            </a:extLst>
          </p:cNvPr>
          <p:cNvSpPr txBox="1"/>
          <p:nvPr/>
        </p:nvSpPr>
        <p:spPr>
          <a:xfrm>
            <a:off x="7681910" y="3337650"/>
            <a:ext cx="3600449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Partial Sorting</a:t>
            </a:r>
            <a:r>
              <a:rPr lang="en-US"/>
              <a:t>”: 10 persons in each state, K S-types in East, K B-types in West, where 5 &lt; K &lt; 10.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E5DDCD-1EAF-AF05-AB2A-D239196853C8}"/>
              </a:ext>
            </a:extLst>
          </p:cNvPr>
          <p:cNvSpPr txBox="1"/>
          <p:nvPr/>
        </p:nvSpPr>
        <p:spPr>
          <a:xfrm rot="19862885">
            <a:off x="661990" y="2658809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A1BB51-1A1D-1BC4-7F4A-FD34A09BFF7C}"/>
              </a:ext>
            </a:extLst>
          </p:cNvPr>
          <p:cNvSpPr txBox="1"/>
          <p:nvPr/>
        </p:nvSpPr>
        <p:spPr>
          <a:xfrm rot="19862885">
            <a:off x="1046358" y="100967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F7FF07-E2E0-F6E4-1CD7-D9FF512A6585}"/>
              </a:ext>
            </a:extLst>
          </p:cNvPr>
          <p:cNvSpPr txBox="1"/>
          <p:nvPr/>
        </p:nvSpPr>
        <p:spPr>
          <a:xfrm rot="19862885">
            <a:off x="3870229" y="143975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24D605-2C72-1CC3-4028-6A34692E6605}"/>
              </a:ext>
            </a:extLst>
          </p:cNvPr>
          <p:cNvSpPr txBox="1"/>
          <p:nvPr/>
        </p:nvSpPr>
        <p:spPr>
          <a:xfrm rot="19862885">
            <a:off x="4647500" y="168419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416C1E8-2904-1F9B-A768-E4953C6FBC83}"/>
              </a:ext>
            </a:extLst>
          </p:cNvPr>
          <p:cNvSpPr/>
          <p:nvPr/>
        </p:nvSpPr>
        <p:spPr>
          <a:xfrm>
            <a:off x="178598" y="4260980"/>
            <a:ext cx="952502" cy="1714410"/>
          </a:xfrm>
          <a:prstGeom prst="ellipse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A0001EE-DBCB-8033-98BC-435B1BAFCB18}"/>
                  </a:ext>
                </a:extLst>
              </p:cNvPr>
              <p:cNvSpPr txBox="1"/>
              <p:nvPr/>
            </p:nvSpPr>
            <p:spPr>
              <a:xfrm rot="20002571">
                <a:off x="47891" y="6057529"/>
                <a:ext cx="1063746" cy="3385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S-types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A0001EE-DBCB-8033-98BC-435B1BAFC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02571">
                <a:off x="47891" y="6057529"/>
                <a:ext cx="1063746" cy="338554"/>
              </a:xfrm>
              <a:prstGeom prst="rect">
                <a:avLst/>
              </a:prstGeom>
              <a:blipFill>
                <a:blip r:embed="rId2"/>
                <a:stretch>
                  <a:fillRect r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2DD13AB2-90A5-DA8A-E008-3D3A0991D10B}"/>
              </a:ext>
            </a:extLst>
          </p:cNvPr>
          <p:cNvSpPr/>
          <p:nvPr/>
        </p:nvSpPr>
        <p:spPr>
          <a:xfrm>
            <a:off x="3969702" y="5082660"/>
            <a:ext cx="952502" cy="1024413"/>
          </a:xfrm>
          <a:prstGeom prst="ellipse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FCC3CE0-2FB1-45A8-9CEA-F71D0B7B2422}"/>
                  </a:ext>
                </a:extLst>
              </p:cNvPr>
              <p:cNvSpPr txBox="1"/>
              <p:nvPr/>
            </p:nvSpPr>
            <p:spPr>
              <a:xfrm rot="20002571">
                <a:off x="4718787" y="4948908"/>
                <a:ext cx="1063746" cy="3385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B-types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FCC3CE0-2FB1-45A8-9CEA-F71D0B7B2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02571">
                <a:off x="4718787" y="4948908"/>
                <a:ext cx="1063746" cy="338554"/>
              </a:xfrm>
              <a:prstGeom prst="rect">
                <a:avLst/>
              </a:prstGeom>
              <a:blipFill>
                <a:blip r:embed="rId3"/>
                <a:stretch>
                  <a:fillRect r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947E765E-B2DE-7F55-8A5B-31DCA96097CF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156635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062F0-D17E-A41A-ECE1-FD5B7917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D81326-5484-F31F-F0CB-D87230A5B2AB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1A290-9DDC-833E-1CD3-57225E162BF1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A15FA-BB68-2EBD-97C9-4122D338ABC9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7A58D-E69A-D1A0-7411-11FC3B2C9D76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C70D7-1937-B893-5EDD-A7C271B75BD1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6D26EA-8611-A8BA-7EFC-155E2073068E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B70D71-A07D-B7CE-FA07-08DE9ABA867D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7FA1B6-F87B-6FD1-565C-BC5C3C854FF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E9052E-276A-274C-2505-F36F89896F6F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14EE86-1201-6F45-C6FA-EA172ACD0645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C5442E-17B0-2839-C7DA-62412878E010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448F17-9AF1-5186-CE29-952D917AD48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1E0CB9-1A42-264F-DE5C-DF8973C8CF3F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9FAC54-856C-B21C-735D-842D85A7638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38EE9D-77AC-8C04-A1C3-B833F0EBEFD0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1D4D91B-7B91-D167-F31A-63A3ED0A959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CF4EEC-9CB3-7776-2133-4664E966FCF5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DB1A56-2A56-7E49-6314-127D40DF6353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A0B766-DDAE-5C03-F028-CCA64D790C75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0C345C-A2A0-8F6F-0365-21F7C4A7D01C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57864C-4465-7190-9079-419CA920252B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113E74-D1A8-ADD0-EEBC-8BCF2D3B0034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88758E7-E587-37C4-D977-FB6FD0DB3074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D7E9F3-4AA1-6A09-25FA-E917D3457A3A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B84873-8338-22E8-8AED-24F60B3D292E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1C1B08-16A6-BB47-5F4C-88755DDD402F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2A8838-BABA-1981-EC02-5127C9511CC2}"/>
              </a:ext>
            </a:extLst>
          </p:cNvPr>
          <p:cNvSpPr txBox="1"/>
          <p:nvPr/>
        </p:nvSpPr>
        <p:spPr>
          <a:xfrm>
            <a:off x="7681910" y="1219497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Perfect Sorting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A82AC-DF0F-F9B3-8886-8654F038E5D4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82858-642B-1FE0-3143-C26125A28789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96D4D0-2A8B-DB6C-A53C-7C15E39FD6C5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44EB5E-CBCF-7C0F-AD13-D2A956242F5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A74D6B-EA62-3311-9C8A-23599EFE0D7A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C4E596-F762-B502-939D-C03E61F5751F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9705849-9843-5F2C-354F-25998309EFD1}"/>
              </a:ext>
            </a:extLst>
          </p:cNvPr>
          <p:cNvSpPr/>
          <p:nvPr/>
        </p:nvSpPr>
        <p:spPr>
          <a:xfrm>
            <a:off x="1986256" y="437408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DB6656-FFB0-11F6-740B-081CCADD4385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0F714BF-CEE1-FC9E-CB26-5FFF7063F50C}"/>
              </a:ext>
            </a:extLst>
          </p:cNvPr>
          <p:cNvSpPr/>
          <p:nvPr/>
        </p:nvSpPr>
        <p:spPr>
          <a:xfrm>
            <a:off x="822726" y="494489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7895C6-C217-8940-B4B6-7DB49D789DA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3A7DEB-0EE9-8C0C-FEEE-7894E6FEC763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771068-9651-31E2-EE3B-AB1C6261A101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40174CF-763E-0A9D-B27D-3E59B3C05F8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10BD5F1-D423-40DD-6FC0-7FB98BA927F8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25F823-1327-A6B7-67C0-4975729CD66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133F819-9D0E-4736-29B4-435AA4428C0E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4AA56BD-7BF1-A47A-1994-6DB69D12D69E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C2716A6-CBD7-B9DC-F504-B0149C767998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C11A77-27EF-A6A8-74F9-4BFF18ECC09A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160E703-03AB-4723-98E6-38F8C8A7F238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0B0320A-E24E-8165-8BC8-E184D7AF5B1A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29ACAD4-41CC-C244-F892-0BF5FC214EFD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0731A75-A583-21D3-8FA5-0C19C67218FB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4F627CA-5A66-4C21-DFB5-3E11E55A920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0CD15C4-4131-FE59-4067-E1FC7C72636A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353E83-E22C-B6B8-BEAB-27E5C28C9250}"/>
              </a:ext>
            </a:extLst>
          </p:cNvPr>
          <p:cNvSpPr txBox="1"/>
          <p:nvPr/>
        </p:nvSpPr>
        <p:spPr>
          <a:xfrm>
            <a:off x="7681910" y="2186671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No Movement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Everyone stays 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009CB8-5A32-2D46-D764-B1F5B1B3986B}"/>
              </a:ext>
            </a:extLst>
          </p:cNvPr>
          <p:cNvSpPr txBox="1"/>
          <p:nvPr/>
        </p:nvSpPr>
        <p:spPr>
          <a:xfrm>
            <a:off x="7681910" y="3337650"/>
            <a:ext cx="3600449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Partial Sorting</a:t>
            </a:r>
            <a:r>
              <a:rPr lang="en-US"/>
              <a:t>”: 10 persons in each state, K S-types in East, K B-types in West, where 5 &lt; K &lt; 10.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EC328B-F0CC-4647-3A7B-5656F8A11338}"/>
              </a:ext>
            </a:extLst>
          </p:cNvPr>
          <p:cNvSpPr txBox="1"/>
          <p:nvPr/>
        </p:nvSpPr>
        <p:spPr>
          <a:xfrm rot="19862885">
            <a:off x="661990" y="2658809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E71106-9B26-5172-887A-C1B3847C9C98}"/>
              </a:ext>
            </a:extLst>
          </p:cNvPr>
          <p:cNvSpPr txBox="1"/>
          <p:nvPr/>
        </p:nvSpPr>
        <p:spPr>
          <a:xfrm rot="19862885">
            <a:off x="1046358" y="100967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FE9A53-43A9-04BA-FFBE-D3EF1D3DFA38}"/>
              </a:ext>
            </a:extLst>
          </p:cNvPr>
          <p:cNvSpPr txBox="1"/>
          <p:nvPr/>
        </p:nvSpPr>
        <p:spPr>
          <a:xfrm rot="19862885">
            <a:off x="3870229" y="1439753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1CC50E-0E8C-E41D-5F70-7F64DB301EB4}"/>
              </a:ext>
            </a:extLst>
          </p:cNvPr>
          <p:cNvSpPr txBox="1"/>
          <p:nvPr/>
        </p:nvSpPr>
        <p:spPr>
          <a:xfrm rot="19862885">
            <a:off x="4647500" y="168419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CF7A72D-C744-E316-F7CD-0607D9B86E70}"/>
              </a:ext>
            </a:extLst>
          </p:cNvPr>
          <p:cNvSpPr/>
          <p:nvPr/>
        </p:nvSpPr>
        <p:spPr>
          <a:xfrm>
            <a:off x="1031525" y="4122719"/>
            <a:ext cx="1672685" cy="1889271"/>
          </a:xfrm>
          <a:prstGeom prst="ellipse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625F986-C00B-D0C1-97D1-479A651A9857}"/>
                  </a:ext>
                </a:extLst>
              </p:cNvPr>
              <p:cNvSpPr txBox="1"/>
              <p:nvPr/>
            </p:nvSpPr>
            <p:spPr>
              <a:xfrm rot="20002571">
                <a:off x="991679" y="6041893"/>
                <a:ext cx="1555986" cy="3385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B-types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625F986-C00B-D0C1-97D1-479A651A9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02571">
                <a:off x="991679" y="6041893"/>
                <a:ext cx="1555986" cy="338554"/>
              </a:xfrm>
              <a:prstGeom prst="rect">
                <a:avLst/>
              </a:prstGeom>
              <a:blipFill>
                <a:blip r:embed="rId2"/>
                <a:stretch>
                  <a:fillRect r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E7249DFB-33D6-4D3A-2F00-41E5CA2D1EE4}"/>
              </a:ext>
            </a:extLst>
          </p:cNvPr>
          <p:cNvSpPr/>
          <p:nvPr/>
        </p:nvSpPr>
        <p:spPr>
          <a:xfrm>
            <a:off x="2768628" y="4252437"/>
            <a:ext cx="2058161" cy="1383744"/>
          </a:xfrm>
          <a:prstGeom prst="ellipse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769FC3-E188-C55D-DF4A-E1B2201635C2}"/>
                  </a:ext>
                </a:extLst>
              </p:cNvPr>
              <p:cNvSpPr txBox="1"/>
              <p:nvPr/>
            </p:nvSpPr>
            <p:spPr>
              <a:xfrm rot="20002571">
                <a:off x="4517700" y="3886053"/>
                <a:ext cx="1643473" cy="338554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S-types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2769FC3-E188-C55D-DF4A-E1B220163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02571">
                <a:off x="4517700" y="3886053"/>
                <a:ext cx="164347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11C0E3B8-4332-4B81-05E8-98342AC6D441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4257198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271E-2523-90CF-4C0E-6EBE43DF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F54486-4551-824D-ED99-2C0F1DB33E56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F17A3-6614-8619-7C7C-75143188E4D4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52DC7-B8BB-13C8-31D7-BAB348E9AAE9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F073E9-50F6-BEF3-BC8F-B8F401F13AA9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EEDE1-3475-C958-E62E-32AA7C201945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9B3071-3C2B-855B-4732-3795C6C72D4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7A5327-6149-FF08-8AA5-DE04CFEF4AC1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971658-7F63-B7DE-7F10-906649AE2972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69AB60-54F6-E38F-0413-E65DC6AA107C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07E721-E5C9-4E05-76E7-6635D8328665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AD5C09-BEDD-4776-83AE-236EE058DF64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122FEC-3A13-9C0A-A9E1-9700F2919BC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969F43-4556-7084-A8EB-676161BE3B7F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716408-4E7C-C029-BDFE-E78C22E3169F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60642B-88A9-6E98-C66D-C39BEEB9EB2B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D5B03B-28E8-7AD1-F59B-9F71E1DAF5CE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77BBA6-E6C2-2C6B-E98B-9E6DAAD52B5D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81D3B15-FAC2-2AF4-C064-A7216FEDE354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D69D3-5DE6-1456-B9CE-6A35C88D6D0E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B1110E-AE48-35D9-CF7A-2D8DA55E74FD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59814F-6F42-49AF-21D7-129A052A8071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DEDAB4-F76C-BADA-AE8E-ED6B7390A40D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4CC1D9-75B9-749C-0CB5-CF7BEB81D3D6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F4510AB-5BD7-397C-C735-FAF810CC018E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F80838-3C99-9578-AEFE-84FC49F540F6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DF9272-1C19-8874-667E-18E80BDF9ACF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3A9B07-FA3A-3110-859B-8E27BC67C2BE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842DE1-0D54-8BFD-A254-D1F20450C608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47D745-3391-6866-A1EE-43079A36D278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C1EFD6-D99A-F630-AD2F-FCED29179A2B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0759D5-DDC8-11B0-F3DB-254551DE89FF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469115-8FA2-9262-55B6-C4B2329EF1A3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9FCE2D5-B442-372C-FBA5-048BA22CAAC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1D21AE1-D595-E498-0213-F93C7367ECD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471F757-458B-6121-D46A-C7ABE3C0E7BD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B17F4AF-C7E7-2FE2-AF32-42D2E5FCDC75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C011EEE-B6A9-7F9C-1F8E-09DBC9EAF5FE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A3239AC-1EAB-4678-64B2-25A6D0DDDD7D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014FB91-783A-734E-CBFD-65DBF93929D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46341E9-D623-F815-9E77-54077D67894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BA9A50-B800-03CC-7E52-E9F7B102C958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15DBA38-CD4C-4DBE-F50B-F7C3399F659D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4DB3F8-95BC-69B0-4CB6-E38D8CA739D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502108-F384-17A8-A327-79289E20C6F7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1DBA07E-ADB7-266E-78E9-11501440F442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6254180-AD81-5A7A-5FAE-6DEB7C295E2B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22C21C1-CB65-4248-4793-5B32B578793E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972C35A-5F5F-FE71-289D-408A6A742C34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96A1E15-CFDF-1F4B-938B-8AF64D7B6784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FD01C6-5CF1-F436-D83A-5347B8615F9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13FE636-9D41-EEB2-5B63-CDC4A47E03DD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0E052BD-8701-D50E-1F66-21847110D20F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2D2C69-79E6-610C-3AC4-93B7EC51BD88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4CEA83-660C-9D7E-BFC7-726F183251BD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6EE59A-2456-E524-E150-B0BD91777D65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A79F37-6028-5758-CD8D-DDECC03A9A8A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AE61AD-2C4C-DB8E-8404-8F3E93AD1053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ED8627-440B-871E-7C71-AED49B82B40B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A320AA-41EA-9ABC-774B-B5A7CD3A01E7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C79AA5-761E-8A24-160A-68F80382C11C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BE7744-7347-6933-686C-70701BAB6B5E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9EE0C7-CB78-2013-51AD-D7E4804005E2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</p:spTree>
    <p:extLst>
      <p:ext uri="{BB962C8B-B14F-4D97-AF65-F5344CB8AC3E}">
        <p14:creationId xmlns:p14="http://schemas.microsoft.com/office/powerpoint/2010/main" val="3598126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769C-C605-D58D-0746-17BCEFD6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8D32C2-3A9B-9514-7498-921F813CFFF1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0D1015-A8F1-813D-B505-AF6F1A8D9FB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937D5-3CC3-9A31-3F10-7C5F64AF63B4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1FBA36-4B85-1D9C-A926-10C2EA77E5E0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5D706-D01D-FF57-DB19-CACF3E203F92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80EC5D-03E3-FF1A-594E-CF836D6EBFDD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325407-7DEA-259E-CD01-BBCF9E808B0A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82A1D5-770F-0440-6CD8-7615CCC820BC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6A26CE-C2F3-8758-5AB1-0702031C93CC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3DA856-E5C0-CDFB-74F9-3BCF043BC3EA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7809F8-2E7F-0760-68D6-0CE3CE113AFD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DAB9AD-EAEA-D1D6-208A-7A3CA0B1EFD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BCD1B4-7061-7D07-6023-943B96974A59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BD8334D-A276-D527-43D3-FACF4325F0A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E7050-7890-7D59-AD8B-FBEFB6E669E7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033590-D940-D7FD-B10E-C6B7195A250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B8418E-AE62-963B-7002-BB32F03587D5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B26BF74-684B-A397-1A46-2ECB0F53BA77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3509AA-46CE-D997-E9BD-0A94FC660AC9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208306-4AFA-59D5-E209-C0683C7B2EEC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73D2A8-BD6C-91C7-F2CC-B01140C960F9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94FC01-EF22-A0E3-4563-DB11D314D27A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1778845-3157-055C-B0C5-9979FD80A23D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864B8DE-43D5-0DB9-A45E-8A1E6A0562AE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1B4F12-7A3D-BDB9-994A-4862D66DB0D2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FDE8EB-1FBF-92F5-4BEB-EF4F1D4DD9BF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328AE6-FD93-F378-0320-1E080D718B24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A7451-17AF-4C64-3BD5-1AA2EC46ACA9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DCEC2-C8C9-1E54-4FDC-CD696B7088C2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CD349C-493B-5834-74A6-8ECFFAE5CE3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7069F6-0F62-7629-FAD5-F660154AD7CF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16A822-F986-48C6-4731-D18C63FAA490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C2DC61A-FFA5-5BC7-A534-11ABB1C3F94B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BDE4E2F-6206-1012-0131-F1CF9B835624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34BFFA7-D643-5083-3CE3-9AB1ECDF3F19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0C2348-7027-9B3E-A359-B0B3A44B66A4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4B7F2D1-408E-84C4-CF11-43FBA8D0B7FA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0B7D98D-C865-DFAD-3F0B-1715D9FA84F5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3EB950-F240-7F58-D819-5A67077B8E07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0DFB0B-B89A-D19F-1C26-54E201DF245E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55DC6AD-667A-C620-BAEE-D9809B2A7924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E39999-D9AA-1500-2791-56462FB143D7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58E344-8979-82EF-7A31-D784F30141A2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6DFBA74-2D21-D7AD-747A-EF352158FE81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E66526-BB98-8A20-26E1-982AA9BBF0A1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1662B71-2789-7D44-CEA2-369159D3B099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C75F739-5B3D-A346-F3E6-55F2620838D1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6B7BA80-3427-BB01-08E0-E2D01C788DAB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9E873B-38AB-136A-7440-C838B6B72FC5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E6D3DD-78B8-C2F3-D85F-2F5FE04DF5D3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F59863F-BECB-4F5E-C5ED-7E9440B9D7BA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B9442B-40EA-55F1-DB60-98352B9C2DF2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3D920C-1AFF-78CF-C491-621695633CA4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414C2F-D855-1959-37FF-B94C4E6AF124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A3967C-549F-EE4A-65A2-69693A8A38FE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E19B9A-EE08-DEB1-9251-D28488FE9C9D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8B3D92-F98A-8EC4-8F57-FAA8B5CCC0A4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ADCFF7-EC2F-B8EA-D737-496F6A52E56C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5B8F26-3D09-225D-DC3D-3069D014447D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C43A8D-643F-A5C2-1B28-079EBC1FFFA6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F10859-5951-2DE9-18FA-A9168D9BF48E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853A89-028A-DD85-799B-E8B3A5FBB1E0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E1D874-26B2-B193-73FF-E6BB8EA11477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</p:spTree>
    <p:extLst>
      <p:ext uri="{BB962C8B-B14F-4D97-AF65-F5344CB8AC3E}">
        <p14:creationId xmlns:p14="http://schemas.microsoft.com/office/powerpoint/2010/main" val="39501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4434-5CE2-2131-6633-B708D6F3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5A4FA5-A736-1C27-333E-5916BA7B2D0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CF97B3-6D2F-9D64-C22E-6D133A0FFED1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73496-150E-B784-1CBC-5AC0E20B6A5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C91E48-F1EE-91FB-5B86-5FBE97187A0D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2CDC2B-DA34-CFD8-D92B-8CF3F5B0A14A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BCED17-68D8-9D80-BBB4-7C8164E0E887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7EE0D9-7D58-9889-799A-13E11A72EA56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41243-8BB6-DA1A-8D2B-BD24E249E2A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7D7729-C91B-4877-BE37-12D479F9D198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AEFF7D-9A8A-8DF8-1576-94133EAB1C57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392CA7-7E9B-A76D-B0AB-E162D7AAC7F8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CE9706-9258-940B-BAC6-2698867E194B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F82A72-BD95-BAE0-1D99-173DB33F881D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A1ECFD-ACFC-0ED5-F3E5-04136C0C99A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037038-27D2-DC3F-A3CC-9A19E666A769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3D6245-A151-913D-E4F8-9026B8EC9236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1EEC88-0796-CA27-DDDE-4EDEED255C5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A98873-B062-C701-6625-D8DBCA437D3F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CDF48A-4CDE-F17C-F60A-670E426E6EA2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4437D9-4104-D767-77A2-1F31E0DCBC3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1279C9-B786-1D61-8E7B-5841076FFA01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918829-7018-7E02-E042-FECF6BE4F8EE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3E6719-E230-0752-2031-11D70F055D8F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290E327-EC1A-D0A7-F9CC-E5C91B7149BC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9CBE51-A2B4-FF53-DE60-11A42FF9DF7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F73D0B-0514-506B-ED01-81B642B8143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C74A50-647C-07E7-B259-93ABC78D6626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E8F9E3-1C42-7487-FBBD-14855BB86599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95B02A-E9B4-83A6-72B8-7BC34770FDA9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67F001-2762-6194-0578-34550963D029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C69F8D-A94F-8E05-0A42-67FBAF1E2160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C710AF-9905-DA94-5E87-BEACE228057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DC61F0-A930-4676-D47E-496441354EAC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6AD557-2752-26A9-BBFA-D3427774A6C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11FF2F-1B52-FFD7-FF76-4C62FF8981F2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0A3A96-5206-6E56-E889-44863506CA1B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9313B34-9D9D-D0DC-A65E-B3C556A08D7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C8958F-87BA-FE46-2576-24B87D0E85C4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BF8B88-4753-3784-D88B-786ECB5D3AD6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A4DAF2B-22D1-F5C5-BC66-19CA942DD068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3819845-0DF9-FEA5-540F-6DF83EC41BB3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B463E0-A533-3626-3199-E6800E94937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116A3A-F7AB-4624-4591-FEC755285426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7FF01DC-E627-2287-F008-45C7D7817CCD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14C64CA-66E7-C5A9-49A6-3ED5880CD30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53409F8-3FFF-E19D-309B-EE0BD6E5BC78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1756923-EB7D-7D04-844C-8D93D6B13563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FFCF30-1598-DC69-CC5D-A27B647ADEDC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1104ED-DDA3-298F-AFCB-C8C4A213E799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37C2E7-DDB7-6C00-08BD-2213F8A3ED4A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1A3A400-0CAD-3BD5-AD33-3C71FDC10437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7BE2CCB-01B3-7F98-304D-9C367BECCEDC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B3FB8A-AA1B-5CB7-1729-90AF9160A3F1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DACA89-628C-686E-2718-8B30BF14CC10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E37A13-32E6-0BAA-7290-B83CCA2F7277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9B9A1B-0F81-5FA1-E757-7391FEAF4B70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994CAD-B455-F2EA-BD90-DA5716E917BE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06D224-C9B2-C6CB-130A-FB787BAE111D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F9002D-BE41-2560-B4E4-560810EF3DFE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C33563-53FF-E906-4664-4B0FBD0E1CDE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3EA9BB-9024-A64F-2FA8-BCDD9231B348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BE6364-9D54-A415-6329-2BEDF6E515A2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E8BA97-ED83-C0EE-7117-A6ECE8197A82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92811D-A18D-E38F-0E6B-AC9F9A14E3E3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717F17A-58A2-907C-3637-DDE893B5631E}"/>
              </a:ext>
            </a:extLst>
          </p:cNvPr>
          <p:cNvSpPr/>
          <p:nvPr/>
        </p:nvSpPr>
        <p:spPr>
          <a:xfrm>
            <a:off x="95251" y="125730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3BB61A8-BFB9-E6A8-3154-23E52885BDCE}"/>
              </a:ext>
            </a:extLst>
          </p:cNvPr>
          <p:cNvSpPr/>
          <p:nvPr/>
        </p:nvSpPr>
        <p:spPr>
          <a:xfrm>
            <a:off x="3904064" y="4309377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120CA5C-20FA-0FD0-9C55-5931811DA183}"/>
              </a:ext>
            </a:extLst>
          </p:cNvPr>
          <p:cNvCxnSpPr/>
          <p:nvPr/>
        </p:nvCxnSpPr>
        <p:spPr>
          <a:xfrm>
            <a:off x="1257301" y="3020496"/>
            <a:ext cx="2943233" cy="1446729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192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2725-852F-BCA6-E168-3FE6A91D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2A5EB0-1662-8367-5913-025D2E8CC224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418B4-0712-7137-013C-BAF07EDA042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DF8645-BF36-4ECA-5BA2-8AB606CA531E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8217B5-9A15-8B99-456C-9093E9B97712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61E0D-A80C-6D98-45C3-05CFC0EF98CE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0C9B1C-301D-B0A6-3286-B6F103DB0D6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D5E961-F60A-E3B6-BB9A-CE97BE5FD9FD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63B3EF-9D4D-CF07-FF6C-45A2F37E5970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7E4BE4-5F33-3CA9-C429-05E1DEBBD4C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59124F-6CDD-BFAE-6E5A-2B13764A127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BADF40-BEEE-DB9A-CB43-DFC7FA5DA976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1DA161-9C55-A94B-78DD-284EDEECD88A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20F1FC-EB9E-E25E-37C8-8417BC6006A7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57CECC-77FF-244E-ED61-52EF94451E01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63F6C3B-53EA-F225-FE0D-AA0E9DBEF76D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71DAF6-7F5C-41C5-08EA-C71C51CA3155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F8EDB43-306C-56C2-768E-5F509594E27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73EB5E-5436-906A-1B14-B6EC44B2A8F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EA550A-974D-C5CE-CF18-B035302BC567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24DA1F-4E72-96B6-30CA-7501638F79B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6DB670-0AC9-B834-F9AC-DD9D87AE3E45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28E2DD-9DC2-8C13-33AA-767A251BC08D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2B59C5-FD2A-31B3-C7CD-F00C0F3DD7D6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AB446B2-A2FE-5F75-3CFC-39C98C0D04D0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B23994-3AEB-B06F-A61E-0521E6FF0813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43DDB-8A37-5BB5-24E3-4681DFB481F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06ED06-0097-40D1-3A89-2C87C0F86E0B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7CE63-9940-B369-9A69-2384A0C49F17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FBDAC-4C14-7598-9BE2-0DC05F30D0D4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E2D043-686A-6032-F2E4-00EC7C302F5C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329C87-E0AF-E2CB-9727-70B64C4DFD04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BCD65C-AE8C-2F48-4011-CB4571BC2C9C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7F491B5-D89F-8A5A-B39E-A3FC3F51CE7E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FBCD310-3C18-BB29-AD4C-17F796C45F77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A9BB47-E4E7-25D3-11A2-1D0FA975D1AE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A47130-7777-8927-0865-74FC3207CF1F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88B8FC8-CE4D-9060-C760-D90AB8266A37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5525C62-B79D-2F6B-9814-06A8D1B70D45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8E833FF-FB82-E144-B550-6B4A923DCF07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875BA55-A6D6-4224-FD88-6078659B4C7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E493926-2C8D-D2F3-F043-6B1EFD1719D6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5A6E85D-AC95-A5D0-1BB6-065AC26CDCAA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3BF9283-7838-01E8-D034-2361A004B60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5A3448C-6DBE-01FD-A497-522C1768AFF0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E7A3041-8FB3-12E9-5D15-8482B262439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931EE4-B856-4A91-272C-1BABF33E131B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D2F7C4D-AEA0-DF18-F8CD-D4CD25E6BB0A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BD3B93B-1B87-405D-7F8E-7405EBED0A3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4CD6219-6D25-205C-014B-D2A93E1EF155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AF277F5-3C69-788D-1C14-D0438DF0D735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A6736CF-5D1D-D66A-FD77-977B59081892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54513AC-FDDE-8DAA-CCCC-F683E10769DB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CA11B2-B32D-D3AB-F905-A787A8699E9A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8E9C20-1ED2-0DFF-E1B2-C1FB7B25498C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865F48-EC14-624D-A8B5-9C2EFB59B630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941D1-7937-7692-203E-DB636FB6F709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E65345-375B-562F-2476-83FE0C1A9857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C44CCC-D992-41A9-82DC-49F08FD24AC6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E94AFA-9B0F-6642-83E5-235C227D970C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582FDE-75D6-A37C-BD67-05D766A6D0C4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7DECC9-7441-7490-A8AC-2615CD9F60EE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B526A6-FAAD-1B55-6A40-1E31BBEA70B3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0009BB-7E5F-F8E6-ABF2-BF4FE2FEC598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382D46-656F-9310-7E93-8922BA551D52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C0073A-F884-59AE-CE0C-1A5C7592BA48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C01C254-FDF9-3BE9-53B0-C620C575B335}"/>
              </a:ext>
            </a:extLst>
          </p:cNvPr>
          <p:cNvSpPr/>
          <p:nvPr/>
        </p:nvSpPr>
        <p:spPr>
          <a:xfrm>
            <a:off x="2643185" y="1133863"/>
            <a:ext cx="1305691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4B064D8-7AD0-3A6B-B91E-F604920A5E29}"/>
              </a:ext>
            </a:extLst>
          </p:cNvPr>
          <p:cNvSpPr/>
          <p:nvPr/>
        </p:nvSpPr>
        <p:spPr>
          <a:xfrm>
            <a:off x="2686056" y="4111497"/>
            <a:ext cx="1226348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1B0384F-3150-11A1-0FBC-A9DAB9E882CF}"/>
              </a:ext>
            </a:extLst>
          </p:cNvPr>
          <p:cNvCxnSpPr>
            <a:cxnSpLocks/>
            <a:stCxn id="70" idx="4"/>
            <a:endCxn id="71" idx="0"/>
          </p:cNvCxnSpPr>
          <p:nvPr/>
        </p:nvCxnSpPr>
        <p:spPr>
          <a:xfrm>
            <a:off x="3296031" y="3076189"/>
            <a:ext cx="3199" cy="1035308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236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8048-D840-359E-CEB7-796A097A5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9C4E69-ECD7-BC51-AAE9-11AF2E53E19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422983-F227-84D0-EB2E-171D9B0AE895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C1A1D-215C-6CEB-528E-570D0230B764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95962-1F11-7D6E-2F06-67337C6D147B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20CB6-88AC-27D8-13EB-A8D285660DD3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FFAAA9-8297-707F-2DC4-674509BE1454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2F8EB5-FAC6-7C77-C75E-A6E18AF65DB9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BE65E-5D81-27BF-4DBC-593006E32809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7DFCAF-DFCD-FCBB-7127-D9F8DA0D1D7E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A2B10E-7A57-0E62-27F5-DD500C76A6D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2B65D6-F0FA-6A98-A164-F4EE862D7E0A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7A017F-362D-97DD-A732-F9323F306374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616B98-672D-20C1-68D0-86CA15960EAA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9DD4FB-2C3C-8074-E652-1AD1921F2480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5A3AB9-A898-BA33-E883-B66476358469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B655D7-864B-F14B-0F92-5A1D48851C4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7A9EE3F-0BD4-999F-FA1B-34A5DE9EBC09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050C1E-C223-222B-4285-A40D0B249A92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20F489-B6C8-95D4-1A68-FCB10F152710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6150EE-16E6-D502-10DD-F9AC5F31175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78DAF62-43AD-5ADC-01CC-AE2BDB3A490A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99E869-CDC6-1BCF-FB35-F337B4070163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F7BE22-5634-601F-D687-BA95E3309183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3582291-2F86-36B7-5C87-1E042B52F3BD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456BE06-6106-C019-B53B-EE9E13C36A77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F933A-8B4E-BBB3-1C9E-7F9C85D373C5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4B499A-4D16-8431-BBFD-F9154DE46389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DFA6B4-38CE-2709-29BC-AB1B85384622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BEDDD9-4758-DF08-B9A9-C1CCB8C04A17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D10F0A-82D7-7E63-526B-769E259607BA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DD2189-6A70-B2E4-A5EF-C73839BA1929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12541C-060A-C06F-44F5-D60789636DEB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71FF1AA-4C24-ABFE-0FE4-58018A88491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3FBEFDA-0125-7BDA-073F-1690B6A634C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8CD65F-7EC3-A102-6266-E089FEFDF274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DD81D37-8973-2DCD-53AB-CE1CCEB4D023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3D4185-4884-0C93-4336-DB703EF8FA7A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8EC4CE-7AA3-B739-E32B-6ACD2C01092D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ABD72B-6962-5402-EA62-4CAAD0D07D6F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84F1EC0-7C92-F1D6-1DE7-61E243A1DDC2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B414287-216B-89E5-724A-4F224DFAB1B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748B3DA-9A52-9548-1BD2-4DE6197C845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31D8436-563C-A4B1-423B-5BBCDA073907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5593273-8A93-8B64-28E4-26568EB6596A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4D50AB0-94EA-813B-FF3F-BFB609195D16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0529F5-08A6-108F-DA98-D8AFA7A2213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139E3A3-D290-06C7-4918-A948EEC95ADC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4792D52-452B-B32C-A65D-ADC1380F7E41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46E647B-EBE8-2A50-EAF6-49943DCD715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7E9B3BF-9016-1581-7E65-BFF22B496FB0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C8B4F38-89FF-6611-FFD1-29E83EB6EA91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14338A-B2E0-84B7-0F42-7A8745FAABEA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7D3BC7-6A19-5031-5C15-A9923AC926D5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27CE0E-CFAA-6858-4788-79DBD9FA4E45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33DEA4-CD55-7568-F2B4-FA904290C1AB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C00E21-EC6C-0768-73D4-6AED6D7A399E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739A7F-5E4D-E9D7-D2D3-20A7518D6C08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E0F366-CE41-230B-464C-E7F5AAB2E540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1515A4-AEE6-A012-5DF1-6BC39DC8FFC7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7A2A49-C763-85D3-4DFF-1FB9BA287917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0F141D-B975-A081-4BE7-C08C764018D4}"/>
              </a:ext>
            </a:extLst>
          </p:cNvPr>
          <p:cNvSpPr txBox="1"/>
          <p:nvPr/>
        </p:nvSpPr>
        <p:spPr>
          <a:xfrm rot="19862885">
            <a:off x="3433769" y="3152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AD15E9-C77A-D6B9-3B4B-8040119598DE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53E8FE-B5D2-DEE5-68A2-7987EECE50F9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459C71-668B-2495-F1A6-5EC577CAD823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30A7A9-D8AB-3D60-B9B0-7CD5ABD0DFC8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31EC412-1D8A-35F8-ECF7-AD118C5267D9}"/>
              </a:ext>
            </a:extLst>
          </p:cNvPr>
          <p:cNvSpPr/>
          <p:nvPr/>
        </p:nvSpPr>
        <p:spPr>
          <a:xfrm>
            <a:off x="3619507" y="139050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E023198-3780-716B-024A-CFB4A3AB83F6}"/>
              </a:ext>
            </a:extLst>
          </p:cNvPr>
          <p:cNvSpPr/>
          <p:nvPr/>
        </p:nvSpPr>
        <p:spPr>
          <a:xfrm>
            <a:off x="95254" y="3964544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CA73E38-31A9-C552-3FB9-12C71656A016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>
          <a:xfrm flipH="1">
            <a:off x="802486" y="3332828"/>
            <a:ext cx="3524253" cy="631716"/>
          </a:xfrm>
          <a:prstGeom prst="straightConnector1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8BB39E4-5B37-4F13-7B4D-FD58DCC1DFE7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</p:spTree>
    <p:extLst>
      <p:ext uri="{BB962C8B-B14F-4D97-AF65-F5344CB8AC3E}">
        <p14:creationId xmlns:p14="http://schemas.microsoft.com/office/powerpoint/2010/main" val="3966991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26D8-9C0F-DAAB-D4D3-DAB74FC6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985273-DAB4-FCDE-883C-7663956D077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6BE67-9D84-F20F-317B-A1D78F4EC33A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35590-2C42-4BF2-E345-0ED3FC293310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3015D-9A4F-53B7-79A0-2FFCEB595D99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1E6B3-E6C7-7F2A-5003-76C35EB0B125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F63692-A8BB-DD78-3D7B-7F296A5224EB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7F73E0-3D31-2035-04BD-1233358F1203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E797CF-F509-700D-43CD-A98621D3F3E4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6C78CD-419D-6602-FC02-3F7AE635181A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2BFC4FE-E3C4-2B71-9F19-50A52F5B8DF3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A7CE9E-05A3-37C4-16E6-3F87FB0D580D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118E67-637B-F8AD-3F4F-006A5B92F431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8D6A47-5DE8-2471-045D-4B8306121CB3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EFA0F7-AAE3-ABAD-B49E-CA3A46CC5618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6F5557-9CC3-220E-9B60-F9E3AE3C5238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C24800-759C-9C1D-09CE-71546FA23CB7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8C3CF0-A7E1-7619-E20B-02E351EFE83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3C867F-465D-3B59-AF00-5079E1266D2A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BB1312E-A441-D7C3-9D60-0BA00CCAAE7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B11503-D76F-DD1A-E257-4FA3BE74A9D6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26A5B9-CCA3-D856-5F95-D5BBF1F17450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AAC0AB-F93A-2F3C-0062-E38DD6E1585C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0D61CC-423E-E461-929C-D65ECFEB061F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5C2D48C-FF42-2C9B-1968-6527718DEC09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8D22FF-2F93-9972-8042-79D61B88603F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0EF6E8-8EA9-E967-0021-4013457D2921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D0EFFC-E689-8D3C-CDB2-5A0B31DDA6C2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44314-E84E-37BB-EA1E-53C19883E747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A10EC1-6367-7B67-4770-F18A3B9D5594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20E446-F075-27A6-C3CE-44E21A391ED9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B84EE2-6A1F-0037-BD9D-89CF34B40776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2D5A95-9BB3-6737-2798-465B6D65C79B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09ACBE5-F169-CAE2-DE7B-2E9703FF4267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E5FE469-3DFA-73B6-6873-5E12C3F16AE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D9510FB-4732-0435-C5D7-0A6C11070D46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78C08E-A14E-ABF9-2F8E-D7821DAED6BC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D6B73E9-4F28-D616-0027-1AB7565B9CD5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67F668-104B-573A-079A-28D298DB8B53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C511FBB-DF9A-6963-3CFD-2686C53F1EE9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5C8F22-2CBD-EF97-55CA-5396BE008765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E5536EE-5F79-BC7B-1E80-AC89D901823A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4875471-530B-BC6C-01D3-A1CDE130F55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7590143-DEB9-413E-B844-653F8E0BAC33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49C74C-ECD5-C1D6-1E6A-B0A780537B84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E2D2F65-217E-ECC6-ACFC-999D1510D429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C74BED9-F086-B999-0700-DC05B289D67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E1CA59-9E0B-282D-ACAD-E5A672C99ED0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D4C2D4-5489-FC05-CC7F-83353B915D5B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FD94F1F-F961-947A-7887-1169C9D20578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F9E1FFA-A169-31C5-1921-D179F11F42D7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ED105E3-5915-877A-A840-84859661DE19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3B9498C-C26F-E94B-05A3-D5DD75CB2AC6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723A90-6747-B0CD-5D76-2DD971A5EE61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912E0D-DA16-8896-9BFB-E19791880CC7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4C64F4-BC09-FF83-1CF8-9493B536CAF7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7DF840-00AC-3E30-5453-9254883B50DB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87FDC6-6254-5920-4585-5A16F119B952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045CC0-7976-9E14-3963-673C5954492C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AE6FD9-702F-A8E8-CD52-FEB34796FE79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7FEE11-24E8-0F3D-9EF0-2AED221C49F5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3BF998-A0A5-536E-F275-50F908E14D64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BBDD13-D2E3-2D01-DC51-FCAAC8BFA5F9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56B34F-E74B-DF15-C2A1-DF956BE0B428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A8E553-7C74-9903-C5ED-62CD08886FB4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394792-036C-4308-0667-C858E8BE0687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230E752-AC6C-29AA-24F2-97181CD4506D}"/>
              </a:ext>
            </a:extLst>
          </p:cNvPr>
          <p:cNvSpPr/>
          <p:nvPr/>
        </p:nvSpPr>
        <p:spPr>
          <a:xfrm>
            <a:off x="1296597" y="1400561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D1A6F6-CECF-6967-A963-7F4AE4B37CDC}"/>
              </a:ext>
            </a:extLst>
          </p:cNvPr>
          <p:cNvSpPr/>
          <p:nvPr/>
        </p:nvSpPr>
        <p:spPr>
          <a:xfrm>
            <a:off x="1247782" y="417126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FD73A0-9D99-A08A-6CB3-6306FD22881A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4D58BEB-3219-A8FE-D166-676438945A01}"/>
              </a:ext>
            </a:extLst>
          </p:cNvPr>
          <p:cNvCxnSpPr>
            <a:stCxn id="70" idx="4"/>
            <a:endCxn id="71" idx="0"/>
          </p:cNvCxnSpPr>
          <p:nvPr/>
        </p:nvCxnSpPr>
        <p:spPr>
          <a:xfrm flipH="1">
            <a:off x="1955014" y="3342887"/>
            <a:ext cx="48815" cy="828378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689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81531-60C2-5350-F0C6-06D356E7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577742-C1DB-B173-80D4-970FEF0349B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7C234-E1B1-3F09-75CD-A9E7DA6BFFB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724D4-0654-458A-2719-011E643BF0BE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893325-0FD6-2BA5-84D3-A732DF382973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33C16-28A4-BA36-7E31-5E9A209B6EDB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8DBBC1-BADB-3839-7402-CF3CD3925DF6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C7D8DC-FD75-486E-D803-BED3678C6C89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DA695D-576A-AD08-7C0F-8A7DD90A2EF3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B3F14B-4D03-2A8A-FA2D-8D2A12CB46FE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C37CD4-2802-38FB-CFF5-389CFEF7739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C32918-CC3A-8C4B-B19E-AA3660AB28AD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9D3350-DDC0-9A19-A24B-674C7EFD841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D43942-AAFE-0C7D-B30E-0DDBFD14910C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892682-D70F-243A-D104-AE9980C802D3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C6CEDF-347B-CC0D-69BC-ACA89BCD552C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41B1945-68F7-5274-F931-9DE61B7A9ABE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463C3E-3C08-9F2A-1C6F-A27755C12062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A924AA-2B1E-7C65-CD7C-0D6854E0BE1F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DEDEB9-8D99-41E2-5E0C-423B68E72E98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E0B9A22-803B-F874-F8B5-2C2687A1C5F3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294AB4-3555-9F6D-CA2B-35F45F6B64BD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2B04AA-C993-2150-534B-0318F7C46D8E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7BBA50-1F84-63C1-68F4-4EA7FB428CB4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97978C-A3C1-AB4D-BF02-E55AAF60EA83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ED5EDD-7153-3FB8-0568-CFB901113C83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D11149-1876-2539-ED8D-1B0FA01CBD50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DC8C1E-62FD-30AC-66F2-3E2B2DD4672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BA22BE-C0C8-5CB6-5776-CE7C132C4741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96FE5-39E7-B69D-5111-901EBD3E8BA6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AEDABA-283A-3355-A28C-A37E6A10AE23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99F1FA-138B-9450-039F-0E664E8A82B3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98C88E-C59A-D2A6-7C15-63020E3B27A5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C5BD415-227A-7E18-523E-AAD89881E2B5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86BB5F4-943A-251D-1415-AB7512FE5AE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AADBD0-9EE8-FEB2-1496-BB82BB7109CE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21A4E5D-5CF3-8391-CC1F-2C19362B9721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B4C30C-736C-18DF-BEFB-7654942B9CF1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1B53611-C84F-CCC3-46A2-599A8ACD880A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CAFB30-C370-15B8-D246-01F5EAFC139A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EE57D6-532A-E1E3-5A30-4E7C4C433827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3814488-8B29-84A9-DA8F-45FCB9802F2B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6530C5F-7716-463E-7AD0-62ED73BB9DBF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FBB434-43FF-6C08-3FBD-5809979B7AC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5FC0FA-B773-6658-C014-FAE7EAF9E283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9B592D3-6423-5D6A-6485-1109D5B379E0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426974D-A021-663E-4ED5-F3A43236063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359B3B2-F73A-5B45-B2C2-FBCE6C3E4761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5D59038-411B-F747-C51A-09E82E698367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05A2A58-F9D6-3B5D-1C96-E14C5B303C7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075B2BF-A556-4AE8-AE21-BE3C0C8A7ECF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C8933CA-53C0-A102-B893-01D17685546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12BC1E1-B49C-EC0D-54AE-D5BB8569CAF3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F238C5-366B-A9A0-14FF-5758E70ABFB7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688DA9-E0BC-9554-24E6-51E52200756F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3CEEA8-ECCF-7B8A-322A-268431C7B4A8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8DEE07-B16E-1326-6AD4-484F9C2C3476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EF7855-069F-39CE-F145-7A128E979B57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9082AF-33B0-49EC-9E2F-B8A01421F317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349146-AAEE-E4FC-EF3C-85FC1B7C9809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BE969E-DC11-16BD-080A-6B6F3711917F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4B3DC8-E5BF-03B0-30DC-F3BFF0E1347A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513195-D5DD-69FF-8FF1-991A562DCAE5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9D6D31-8F10-BE38-FF86-AEF49373D410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E87C7C-A0AA-4909-B1DE-0B88EC0ECA5E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228B94-44FC-B554-724E-1B70CAB94AC1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E23701-FD2A-A533-A821-68FFCA49F919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011294A-74E0-C946-9841-6B64723B78B6}"/>
              </a:ext>
            </a:extLst>
          </p:cNvPr>
          <p:cNvSpPr/>
          <p:nvPr/>
        </p:nvSpPr>
        <p:spPr>
          <a:xfrm>
            <a:off x="8467715" y="1689243"/>
            <a:ext cx="3052772" cy="174468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This is a Nash Equilibrium if and only if each type’s action is a best response to the expectation that everyone else acts as in this profile.</a:t>
            </a:r>
          </a:p>
        </p:txBody>
      </p:sp>
    </p:spTree>
    <p:extLst>
      <p:ext uri="{BB962C8B-B14F-4D97-AF65-F5344CB8AC3E}">
        <p14:creationId xmlns:p14="http://schemas.microsoft.com/office/powerpoint/2010/main" val="4179235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F9FE-6232-7A2F-1052-B1C27AA5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CFDEB1-2414-7D92-DEBF-E0EE3C0E745D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E001F7-8A5B-D14D-6BCE-D5F249B1FD56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4D1C4-D71B-FB62-C104-0EBAA185E928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D7B89-D9E6-2D00-FECF-27FD987B2C52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3350F-06EC-CAE9-0CA6-171EBF245A8E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9E9ED4-E3A3-A9DB-18BB-9833B479BC3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DE6D3C-8436-90A2-8275-8CD419AB9D63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E695F8-7441-7B64-B59F-567983E3FF44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AE8DD2-65A6-67C5-F235-9BEEEE6A7CF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403F2A-CBFD-0A61-C883-BFE33EBEDD5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DDB34-B9C6-4464-62B6-FEDC15A9C0DB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17AB1C-2A38-7056-00DA-A43BF8FBD618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FBC2DF-57E6-0883-9C81-1D5CE77F520E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EABCD1-9783-BA5D-A7EC-A693AA5C907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DE1832-29DF-9E9E-1A29-9DBD24338609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FDC51D-1DB0-E1D4-C3DA-02C653D9C949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EF41B9-2D8A-3105-BC49-B820863E322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121D2D-4CD7-D9BB-138A-646D2A6ADCDA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44171F-C5CD-09D7-F5C2-1965D593DF1E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91ABA78-25E2-0D73-0D7C-0E817726772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1BAE48-0495-DBC4-87EF-A6F0403DD5CC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EF8A16F-26C0-2561-AD5C-713415B67479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431DB5-543B-DB07-FADA-F90DA1FB9DF1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1DF112-37A8-4C26-F890-7A72B9FD5125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3997065-714D-86CC-1495-0D1F987C4D7D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25C888-705C-F14D-EB2D-D9C905695833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97BD1D-BBDF-3217-39AA-C0273610C98D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133234-3CD6-5EED-B4B7-66486049BC95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AD00A8-C92F-6518-E422-FC1BDCB99355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1B6EA6-4DFC-6703-0D93-EEB4649CA9EF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B8DA87-C544-4DA3-808A-EA367F7F100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846B73-308F-4172-49CD-1385656DB57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669CE8-D323-E8E5-4E09-DD681EB5D7D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2F65D5F-9560-7C72-4152-54E03CB28A32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CB5DDC7-1ACD-E78A-E870-7C58027204C1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0EFA22-47BA-32C1-4A12-C6334BEE3762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53858E-4544-BB9D-1CE8-0082EF2BCD8A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81DA27-21E8-962C-39D8-53F62B30E77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CD8D83D-0C88-412C-4234-00C6268BB3F0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571B803-0918-7E7A-3B5C-D3A0F1EA825E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0FA086E-302B-D907-2F6B-C07C48446049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A23CB90-4595-D55E-CFE2-16C202E7D3C5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B2278CF-35FB-8AB3-419B-5F722E97BD3A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C674F7B-601C-A34F-A862-F5562BF95DA5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9515F6C-22C8-9071-F3DB-824F3A7A811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F83F791-19BC-FF8A-2137-97D6FD2C7B2B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A69F51-5ABC-1DDD-1442-754BFD19AEEF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FA9F36F-D886-AD00-05B9-062C4774A6DD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C54D537-B4DA-AAC3-A9DD-98EDAA04E5BD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59D563B-D1A9-7F60-8F14-526D3478759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7CC3C6D-698A-CCEA-F635-B22897B9D2EC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F5010E7-4C04-068E-7FAE-B980560467EC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E6DD60-AC5D-4CED-2BBF-503384982A83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D22810-53CF-D033-64DC-A9FF2C63B052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705359-C4A3-915E-5F64-A475EB226C1E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23146D-C360-D3AD-F111-9AAD38ED34D2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CD5C74-130A-0671-E1E9-BE7A2BF96FA0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06B157-CB6C-4C94-3DD7-FEE7910F2360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E059D9-CE95-DE9F-5ECB-86B436705CE5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7BD2DD-3925-BC98-5576-52735F3FA231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9B12D7-7498-0D03-3FD5-54C51A77D86E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9B6ECC-292F-2EDB-1B5E-9F695A1881D2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BD0CD4-3CAF-1795-CFB0-6463BAB80A12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6CB37E-F5E6-D92B-5482-4F47A90D6B03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B2C8F6-5646-3F24-53D2-8CC9285BB44D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C29D55-64BF-C4DC-3485-1A4202411ECD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C83772-4E97-806B-4803-B350E027FB2C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B0F11DB-BD2A-F566-B447-3003AF727746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D852D93-3303-74B0-BC63-5DB4BC233BE9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DED768F-3529-1D94-A18C-30988A54358A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FF6349-D9BC-EDBD-34A5-35E504F2A6D9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DA0126-B322-147D-FBB8-CAAFD059F479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5497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E43D-6127-C3B1-0B02-CAF7F71C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2B5396-96D0-94ED-39CF-F49F0652717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91D7D4-04ED-5CDC-5EB4-835120613C91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3E77C-2013-F88A-B516-CF743D510F85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00EE2-431B-06C1-24BF-8E97BBEE58A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43D75-8AC2-C2BD-5110-C2A2119A36A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0C007B-7D35-7C83-4274-2F597AA3F31B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F0A411-E9AD-D761-1179-BAF43F8ECC79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EF7E67-275E-92E2-02EA-284B16FEDF7B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C993A9-7B47-EC53-0B37-249C2FCC0323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7F82E6-570D-7BC0-F1E9-7C67C0A456C6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34145F-8B1C-27E5-5302-A191045BBEEA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82D317-78FD-A7F4-2E9C-A938D88E6E19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3F4BB5-A5E7-9D87-779C-E8B0777552EE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B7DAD6-68AF-4CF7-B502-28175C84609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BBDF89B-9DD8-AFBE-CDE8-081E1AE524F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002164-7236-ECA9-6123-6ABAFE79E565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3130EC-4C50-3FF0-49C8-D77000462B13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085F06-AB28-4B01-40B7-832AEA67350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3A0C6E-1063-8714-1B5C-7A0FFAFC0B37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B92A1D-6966-4822-93F2-2B9A93BE55E6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9842CD-29FA-93F6-EF77-6787FB8F0537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1EFC96-AEE3-F229-9928-FE1F7ACB1645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37950F-1E8E-6F43-CA1B-4B3B69E3DCB2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4A75E5-0E76-42AC-9F7A-D6417260F84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E78F27-1231-06A1-D39A-AA0FA902286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44FB39-115F-8956-EE55-D67B1B5B210D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2AD54C-B5F1-96E5-C65A-E1BEFF6665F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15672-F1A5-E98C-DF17-9F63A319D7B5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757F74-1419-26F6-C5D0-261438CB5098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2D0DF0-A33C-C87A-E617-870135323309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4EB0A3-49BB-00E9-0494-63A15FD4F4F9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57EEDD-C43F-7EBA-7494-581E3F5DD2A8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C36BDC3-10B5-5E00-36ED-A3CFF1B306A6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4F6906-330C-19A4-2108-CE6F3F0CD8E6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58BA477-D14F-7D04-33C2-5CC352D3E83B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A9A187-B960-7D5D-54E3-40C410A4DA3C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889045B-9103-2C75-B914-9C37F9549520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A4DF07-7EC4-521E-F169-75A1A7828D6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DDE08C-B3E1-BD6C-B065-22641458C42F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4971D5-261B-B9C0-42EA-35398C72F7B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DA2A23-8F4C-04E1-5D8B-F8EF2631A85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134BEEF-053A-455D-4A97-D62A02C194BE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E373FAA-F715-3A57-72BD-CE2AAFE5C8B6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99049C8-1415-FF07-CE3E-599AB84A331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AD92A13-2EB7-6D26-B4E5-5C7B97821784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3336884-1A86-D035-EE28-262B873A1E1F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91B088-AE20-80F5-9998-1768C0EDEBE2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4626897-CCCF-89B7-CB80-6267153C0DD7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958BF3F-6BE8-BC12-A5EB-AA60A7844DD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F8EF224-CE0F-4916-D9E1-4BC0792D986F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CD0265-C3F6-12AC-8665-D69E857938D8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B96B2CC-83BE-4870-FAA9-5D616C54169D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566571-75D7-DE6C-B7BD-D2F8E7803315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C0F177-0EAC-17C9-0B45-57BE4C8A3B79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1CA8B7-33B1-D82B-2D21-0B8134893514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5DC09E-7A6B-D207-DA51-5ED5FAB92CC3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BB5D55-8338-2F55-6528-BA987A8E6ABE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C9CD6B-595B-475F-7E88-BF88AF0F1573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9DE883-AD44-8130-DE41-324CCF5247E8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6A9E3D-8CD8-276D-CBD6-CE8ECE869759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F3E4B4-457F-43ED-59B3-7B3201696FA6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8F0F64-5565-DF23-9CFA-6C63CD0C1793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D5AABD-0F8B-429D-E7FC-3CFA7AE08454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77DF20-6059-DB3C-FF15-4BDA078A03A0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787A4C-07DD-E80B-E62E-19256DBB418D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A79983-CE03-48DF-3B06-48ACED4E5DC1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3D42FE5-7E86-56DF-0AC5-7343CD3808D6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100BDDD-23E5-3467-39C5-2960AB581FA1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620CFD-FCF1-6B87-D8F7-9CE15BD5CF6E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7183988-D5E9-C38B-A9E2-DB45CC8F8200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8CB7628-239B-00EB-E822-B56A532C1BA4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8CB7628-239B-00EB-E822-B56A532C1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6C416025-9579-8447-3627-FAD08D3D752F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831142-4C69-45DE-7BED-C075B7B69B3E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1352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F67E-B04A-9BC7-E978-29CD8F98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61182B-4BC7-15D2-33A2-3577C12BD120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CEF65-7268-21BF-155C-54F5BB8F98A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33878-BF75-3497-998C-AE262CBC0844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CB658-C53B-50D3-035D-801B690F7F2F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01ACF-4A34-5A61-5226-2805A3FF6D14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F6D95D-2308-BCC3-CA95-287F2686658F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F2D4CD-4340-F451-2E41-079541FEA014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CACE17-4BBB-493D-0328-70DC4730267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512456-8870-A40B-D580-56D9F32D2C6D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230ACA-6103-FA3D-362B-A7669F682C8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CED456-EF7D-98ED-468D-0A93360DBD23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EA6F3C-0A35-BAF6-1335-69095F317825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072566-E802-3335-8ECC-EB1FE6582FB8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84D42A-0A27-BC3B-09A4-8E7739B92E4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B71D67-9D1D-D125-E4CF-025187292D8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380369-D463-939C-1A63-FB25FE424BEC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A5531B-D274-576E-01C3-1DEA13D08F86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7E86C86-D870-95A9-EE1F-00B1CD1860D6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915B2C-840F-F33D-200E-CC157C9ABBE4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1619B6-B365-DA03-7141-2D6D24374414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E58F12-794B-CB61-150B-7A6BF0F87EB9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AFE3669-2DFF-7618-7525-0C84927A24DF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8714A2-4E3E-FE32-109F-CB156E9F0436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861B16B-3E12-D9E6-32E3-F086CDF9713D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89B7B7E-9BD9-6AD8-DF2F-24FD9F3F025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080C6A-6D55-7834-1028-C17F9E32697B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A0B27-35AE-D577-F0DF-2649E1239B96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62B1AC-5C62-3AE0-299C-7768222B7617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2110E3-5EAA-1DF1-66DE-6F9684A9E289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E5CB25-7592-D4D6-C61D-E22AEC12CA97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52B742-D4E2-D14F-E81C-A562F2377E10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25EB86-EA23-0ACA-087E-35AE4761EF3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7A84D0B-E7AC-43D9-D447-76FD9E805C84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E79B670-A0FA-F51A-4D73-CFF9B11A39F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768450-72ED-7BE3-6531-1B9EF5D7627C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CD6AC6E-2878-EF08-B45F-FD3DD507EE36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EED41B9-749E-A2B9-6079-213EB42331C0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593E027-C42E-D960-46CE-DBFCBE48F2B6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4EA102-5BB2-D726-8F34-2BDA26BBA5F8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F606D3-EA3C-B66E-989A-98002EE31CF2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678F5BA-D5BC-05C3-8BD7-CEEFF3587952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582CAAE-7E30-068B-63DC-E5901312991A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4FDEBB-88DB-47B9-AB3C-3ABF3369BB07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161806A-C8A9-3CE4-3B5D-94A9F38CED2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48EEC4-04A0-7298-3425-9E260C87FB3D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57DE2A0-AB1B-1DC2-7E6C-4E7414FE0AAC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11802E3-8DB9-4114-04CB-9BCC1AC3ED0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830DCFB-17F6-3EFE-BDC1-3C3025C4CE00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9CE8745-A4FC-66BA-E787-84F79F2B723D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2A85935-0A1D-E1EF-7FBE-F2A549DA6ED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198435A-B3DF-64E7-39A1-21BDEB56FB23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314D764-4964-597B-CAA9-FB26AA08E297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F34A42-9647-FBF6-616F-ADA8A493D226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BA230C-EA20-B38A-793E-4A0429D84BC1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FA5068-F008-7AB6-5777-2182C492E71D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51DBA3-E03B-7797-8739-ADD64C3CF223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972DA4-EEC4-DDFA-2DC1-53CA1F677F73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A8D766-4386-E9F6-6FE9-1641147D5459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6AC2E8-A13E-61EE-F18F-91B796AEA44F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694B38-29E2-EE71-8322-520BA4B90CFE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464C45-8063-C023-AE76-5F792480CE23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500B0-CF62-10D9-3849-B660DEFE40D7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11BC4A-CC19-3CC2-68A2-321F85067264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3792B2-6466-7DBF-739B-CFA72935AD59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D8952D-9CA8-780D-2E59-E45C9FC23A3F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AF52C5-FABE-823A-A00C-BC4CC982D18C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C0B4E2C-57BD-5940-27BE-1AD2BC53F79E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F44C0E6-0BF9-542C-9AFD-C8F61F643274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BA5EB5-0C83-84A2-2C3C-129AC12F3DC0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CE411C7-2834-39B1-D807-A8CD4C371C41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8A70A15-FD4E-6C1E-F0A7-53FEA8447EFF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8A70A15-FD4E-6C1E-F0A7-53FEA8447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C1FD74C-4CC0-8FED-4B4D-D00FF061CBAA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C1FD74C-4CC0-8FED-4B4D-D00FF061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A6546C-F865-173D-919E-6107DCBB1744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7A6546C-F865-173D-919E-6107DCBB1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9ED6BCDF-DBA5-C5FF-AA47-6712D41CF0F5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FF4CA9-966D-AE19-E45D-7C7DDFFA8A11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78187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9FC1-0691-9848-D530-7DB8C7C2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ED77C4-A8DE-FC14-57A6-BB5FFAA6297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0EC245-241D-482C-CCE6-E880105E1A92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BEF71-C89B-B586-2C09-CAB4A864EE06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022D9-26BB-BC95-C3A7-E58D2EF3D95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AA0B2F-CCFA-4676-F7EF-B8EE856DFCC1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B3B542-65D0-75C9-0EA8-FE031E495673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C77276-5179-10FA-129C-FAD3788E3948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D3C0EE-0851-301E-6799-89670681E47D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EDBAF7-2910-B7F5-24C1-601F654FD9A8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3CA4AA-DF92-B669-740C-9664B01C4B71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8A9BEE-5C95-4759-2228-8888A55E0D9C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C477D9-B2A0-F06A-7EA2-29A7CCD0DCA2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9A3530D-3CA0-8C5E-7E31-3BDBF228039C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FF1248-A89D-F229-53C0-939BF03AB0D5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851D4EF-8836-E6E0-F5B9-BA0D9AC2CEA8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275AF2-6B7E-7091-B70D-F4B3AFF6CBC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A25E4E-B6F3-C37B-AC37-AFC4C929E6D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649E5F-B79C-E834-FFF6-12BD15E1D653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F1B46A-0CD6-937D-9964-21A7DF05F843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CB83F0F-8C42-A957-A63A-1C20EE449E08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13AB77-1AC2-B871-EE17-BDF679398F9B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5AF270-90E8-1703-8C24-EFEFE17776F2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D7B145-46B1-FF40-3DBA-494970AB5780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D8D630-E42E-13C2-8126-B4C64594CF40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7B26557-5C3C-0532-DD02-8CA3625A3890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163E04-7BDF-71A8-3666-65368A77CD16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7B401-3A82-5BA5-9189-BECFA5871C63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B8C4C5-6EA5-1676-BD13-2FDEC03998A5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639917-9BC6-5D6F-86A8-F789F0DDCA3C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CDFF9A-12F7-09FD-2E93-96C3CD414E0C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5C050F-D7C1-14E3-7973-5F025697044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3DDAA1-86D5-6834-D3B3-433D80DFC7FA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EB98EA6-2AD8-6A4B-C9A6-AA5A2ACC6959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5D5117-13A8-3931-25FB-8373D39809DE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D7BA5D-9033-F232-C123-557FEAA4BF2C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93DB54D-E245-D440-2639-0AACF9A4951A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17544A-5970-62AD-8082-CE02D7865A92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DDD6187-83E2-69BD-EAF1-C036C8F191E0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2D24908-B7F9-ECFB-9A61-3BA48B1EFE5D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4CAA34E-5104-DAEC-71A9-33FCAEA1B2F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509EEE4-4689-0679-C578-3E179218F162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D7811A-68AD-3F63-CB9C-7580603D0E31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94B5506-C393-957E-F1B0-4DD796E079BF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B6004EA-A1D8-F3F4-2126-163BF45AC67D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86197CF-442E-8FFA-E169-AD6C450E55FE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7B27EE-C2E4-1C5C-1DB3-FE03AFE5C932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B1BE071-2A16-D73C-DC21-F135BD5B4B1D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5485EA2-A921-FB93-6A78-84794483D954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C9ACAB-4E71-8D8F-3E5A-982E26141AC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9F4E90-8B7E-CD9B-24CE-61DAD0015B75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F6F11EB-6728-CF30-C9BF-C05015AAD8A2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6116132-831F-51C8-4DD5-9ADA4C1D9CDE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C5E2C5-5137-92FE-D1AA-37AFCBCFFB77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00895B-3C95-56C7-6207-C99F16474F68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EBCE7D-3FCD-D349-B299-C9D916E2DE03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264273-5998-770C-08A1-0DBD71D5DECE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011C83-9CDB-A4B1-713E-A5C0B589271F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7016AA-0CF6-129B-18B0-67A275A16F34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2D611B-689A-6AE8-3B5E-0B087012A4F7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6C9DA9-9779-0EAC-935A-D769E11F3034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5E7E4-7475-EE89-ED11-9760431E481D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D38C00-364B-EE8C-8243-4BE9DB79689F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7B3EA5-66E0-A04D-38FB-DA702552E1A0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285BAC-D1BB-B601-9074-D273E1369650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A17044-90C9-AEB6-80E1-50414AB678F9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519FC8-E318-79EF-6CA4-1DE79198D046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7133747-BD7A-AECE-0DBD-EB64FA3376D9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F27AEF6-2CBF-6048-53FF-D9A29CDA58CE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265BA17-DBF7-B744-56AB-63659B382F25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DCC1B23-6349-86E6-63B4-9EBFC135A658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D5CF7CE-7234-EC62-0A51-F9E14D64E9A6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D5CF7CE-7234-EC62-0A51-F9E14D64E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FE494C6-9A86-07D1-4711-0033C968BE71}"/>
                  </a:ext>
                </a:extLst>
              </p:cNvPr>
              <p:cNvSpPr txBox="1"/>
              <p:nvPr/>
            </p:nvSpPr>
            <p:spPr>
              <a:xfrm>
                <a:off x="5218758" y="4292192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10+0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FE494C6-9A86-07D1-4711-0033C968B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758" y="4292192"/>
                <a:ext cx="6794644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653857-95C7-BF47-6474-CAC3389B4378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653857-95C7-BF47-6474-CAC3389B4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4A9F7D87-CA2C-AEB6-C287-E33A5AE6C457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D4E99BF-0AAB-CF2E-F1B9-CB92DC827403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9984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17D7-C952-A12F-5780-8D720B18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6D95E3-1E8F-7EAB-97FC-4171D5D45F3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387EC-71A6-43B8-62A0-3F6F9A75432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14FAF-E9D6-4E3A-222B-C3A70858B625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A6F6CA-D434-0816-2934-CF8A3F8A2BFC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14A38-40D7-3DE8-19AD-372A0F46895A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9FDA81-2869-6694-F202-411BA1AA0BB8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74B8C9-187D-ECAD-A718-099ED8C043DC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841BAF-4B0D-016D-07F7-1B821B8B4F8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D67FD8-53C4-3B6B-B3BE-6F671B1F5875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C21366-2031-CF61-EAE7-E1923D882D36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1672F4-7621-34AE-573C-FE641C0EFCA0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4662A6-E8C0-9E6E-8224-92055A6D075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A475E9-5CCA-E286-6006-70903EE50B96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4342E0-3EE0-C344-0211-0AC58ACC1E25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12F9C8-D26E-748F-57F6-2BE914102672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AF9AF7-C384-2A7A-9E1A-6389768A7B63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532E22-0D1C-8DEE-A321-11CCA4C3244A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9867B5-76D8-0DFA-91C5-F6DF2CFEEE47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F6AF6D-4567-5683-5AA1-05926D75FF61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6E9B85-4996-C087-3185-FA58F87B0104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5B07C7-8D1C-61B2-1F2C-39A7E1471E42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8D6392-E4EA-6107-83A2-67152FB1EB94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5E8269-B288-7833-95E3-2369AF6292F7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98AD8A8-EB95-0FF9-3760-C1D7D84B4D58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032C56-0654-9D5F-12F7-A6F46ADA7AAA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EB9863-9F13-FAA3-8384-F2C74B7A2A7D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11064-E8C4-3F59-D578-F651C10DC097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14A09F-D229-82F0-61DA-15CF446E951C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9721CC-597E-5E3B-A0E7-8838513E2FBB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F3CA6A-F62B-0CA6-772C-20C028404517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D58773-44DC-911C-3C06-4B90782E67A7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620BC8-99F5-A5B7-3138-5DB6B30943D4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14B2ED-6758-DB11-F901-45386EA8A7E4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B3458AA-4063-3C17-8C27-42951F967B8D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2D9683D-2C8F-337D-2C01-DA90B1498F04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E556AF4-886C-F62C-02AB-711C7A60676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FFB143A-F402-A8C1-2D87-D63DE2717263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C21815-787E-51B4-27BF-AB3704A5E37D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65004E2-4666-D100-1093-F8DAFCB4A6A5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B992ED7-16B9-FE40-8E44-86E6F180B372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480B30-CB40-FD39-B904-D1D15A77061D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6DFB86-F571-B011-86E4-B9348E75852B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42F3297-3216-BB75-88AC-5FE89EDA3C44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A207FC-23B4-3C0C-47A6-AE3CF7FA25EA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4B37E9-2AA1-51D6-B2E3-5248F9CE0B86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41C12CC-295F-C0C3-4185-B77BA09F22AF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C575779-FC40-2778-85B1-D499FF497FD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1E778A0-195F-AB28-DA08-8169593C8418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BBD3CDD-6981-7C4A-9BF7-9D79802C440F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236677-4C1A-8365-7162-B8CE2BD11820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C5FE0CB-7DEE-88A7-4A0D-8C928D85793E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938446-CAC4-B46F-5E03-CFAAE3585F96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9A44AA-24DA-ADFE-3C69-A5A7C222347C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5F77A8-C5AB-9DBC-7D33-B76D09A7922A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47164D-CBBE-05EA-5555-FD62A694FF80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993FD9-D973-6FA6-33D5-37912E497300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E426DA-4873-B670-A58A-AB29148A0066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1458A7-1819-8445-C924-E209B2C493BC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ED3126-FD25-D2C7-A96A-7ED850B2B036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94F1B7-4A7F-F189-288E-BE8AB166D124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986F03-424E-F70B-719F-AF1A857EEF5B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A06DE1-85D3-6F7A-9451-CD580592712F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19CD20-069C-9D39-F2FF-E8FA60DC71CE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28FA43-E4A3-945F-D3FD-A0887EB85E70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44D891-3552-E7DD-08D6-9E5CB98D0F3F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5D8846-E405-B0BB-9573-1161D9C9B3CE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BA2AC58-5952-6401-BA48-48DD19EF687E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1C255D4-871E-1802-1073-022AA01DFDBC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6EA4BA9-E1A7-63D4-145B-6117BCF41B67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503B623-EB30-B0C6-B5BE-610D621AF531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A25E765-14E7-D62A-72C3-DCE0E8D8290B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A25E765-14E7-D62A-72C3-DCE0E8D82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DBA1E1-4C6B-DC63-E30A-66EB3D0BF7E8}"/>
                  </a:ext>
                </a:extLst>
              </p:cNvPr>
              <p:cNvSpPr txBox="1"/>
              <p:nvPr/>
            </p:nvSpPr>
            <p:spPr>
              <a:xfrm>
                <a:off x="5218758" y="4292192"/>
                <a:ext cx="6794644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10+0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10+0</m:t>
                              </m:r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DBA1E1-4C6B-DC63-E30A-66EB3D0BF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758" y="4292192"/>
                <a:ext cx="6794644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46F9D00-637B-A27B-B24C-AC61616EE43A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46F9D00-637B-A27B-B24C-AC61616EE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3FC5BC3C-998B-1DB7-C861-699B591FF486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94C47E-7972-A8AF-0061-8A368CC92724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9330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C14FD-EA57-6334-D84E-E26015CF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761EA-D89D-1F90-3357-69855B9E0DBE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AB08B3-D1CF-4686-77B5-B858BD3E04B9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49C36-DA60-5E6D-7706-A40FD4803DD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B9B25-14ED-B727-21A7-A4B979C8674D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4295D-9C71-3FBF-9655-F0A28E158DBF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4371A2-23CE-DD48-4C62-7C7DBFE4EC2B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2994A8-E09A-45FC-610D-463215422736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6CA699-9265-0AA0-5933-6560F49F9DCF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8D4F44-D1DE-AA4C-A476-44C9EBBBAB3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12C3BA-0A4D-6202-DFEE-B6D0A91ECFDE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BA47FB-C439-CD78-C25D-B1B6FB8C5599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A9FACF-8376-58DF-D003-BAC6B281CCD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A95814-D443-F191-1D3E-3C064D3F5550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C38C8C-5E6E-2BC6-E00E-3E6899726516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B57E8E-D2FB-3006-A103-2576AD01F457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45E2CC-B46A-5C34-7BF9-B20267A880FE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234194-5B82-C742-43E8-BF0EB1950B04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AB3D0B2-3B6C-1703-B4FB-9789F2EFC474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11F17B-07E7-5A6E-D1A1-2C0B6D5C7999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537B30-1D1D-86A2-74EC-BE2941664B82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3D1EA8-9042-0AF6-7514-E7619CFB79F8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A106F7-DBB3-2336-5E32-3E4F7AFDFD5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756CA8-A0E2-4708-9484-850CC781201A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7871A5-79C1-52D3-B058-8AB3C053EA83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109193B-9D69-4A26-BC91-1B98CC195DEF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851374-9FF4-5C7E-664B-B35562E21D3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CF9B6-9FD2-2FC3-98D5-EE1FDEB6980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621EB7-FA1A-B09F-B224-83D1D0F4618E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F0277-07B8-646D-6FD5-3D8AFD6D9399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ACA85E-0E00-FC4B-1EA5-386D657E17AB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AC4415-F497-FE4E-E146-E74179793671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6E4A72-885F-0145-B954-7CCA348EB653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FEBE360-7F81-E6AD-0969-6AC27D819E15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E21A356-62BD-99A8-FF26-53E8D4ABD35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F0AC08E-56A7-1652-CA46-8983F0BE0A47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6D2825-7236-17C2-5A65-64710C9D405D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117261A-0CA9-7B31-420D-05D43CD5E9A0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A633FC-FD52-0EB0-3B14-C99C5D5D6E04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0FB101D-1094-914D-6A59-DCC60634F16D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B12F331-617D-E639-6B39-C34A7D16A80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00419-BA8E-7C02-4A92-E51FA4D4600D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02D06A8-C657-B3C8-E56E-B9850E36108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9B2B4E-CB81-7439-B3B5-3A40DF9AD8F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70F4ACC-4BDC-76CA-6B2F-1D2E8609F9F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6E220BF-4190-0FD9-A1D3-DCC46945FB39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4191A2D-59AC-6F5E-D518-A8992DA04258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9F28EA0-B67B-D6C0-C139-EEA5C389D9A4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9795AA-C695-1558-3D0F-3CE5B6B90831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A027FB7-67ED-DA5C-5C48-14208A738271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6C2221-7B7E-438B-5EAF-CD534D8A4854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5AB6356-C5D2-928C-DD27-ACFA94A04F8C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4E6E829-0E4C-DE59-1C00-CCEE6135A44A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746909-AD34-B39E-DFB1-7F383844FBE9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BB5FA4-7CA9-FE97-8A2D-0B40A2CD3500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83471E-1D0A-8C7A-314E-B12EBB1E9B73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2E0C61-2736-7083-0B4E-8C7D06C48DC6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2A1CDE-8DE5-8629-5971-87AA15CF8DAA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13FB35-6EAC-2F79-CA57-00859BD8F662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341EAE-0C71-AD7B-E639-8D196DB39471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C900AF-D3C1-6968-7508-53141E7CCD2C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ABA2D2-84C1-245E-F6EB-964616ADDA4D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A3FB74-089C-CB31-120C-540BD4956E30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0C054F-643C-0ABF-35C1-8FEC044546AF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10318F-F422-0B91-B8E7-7E5963D041C5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9009AF-A580-997F-A651-73B01EE0D49E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92BEA3-D18F-E54C-17FF-5785583BACDA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32A915C-28E2-86B2-F1C8-86CC9EAD6CC0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D6B732D-D63F-24C9-031A-45B44306A0F5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D81F666-CADB-469E-BA68-25FDC81269E9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725392B-021B-5B37-1C1C-BE8D2FB2F102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3BE2A3-BD95-4AB6-D3B5-AC7201E05F59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63BE2A3-BD95-4AB6-D3B5-AC7201E0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2541EBB-C1DB-9EC1-4EC9-7EBCA661689B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2541EBB-C1DB-9EC1-4EC9-7EBCA6616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5BEA90-F2FA-7F6A-7EC0-229599AF3DB4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15BEA90-F2FA-7F6A-7EC0-229599AF3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939205D2-34DA-7D95-5D1A-D77816976EDA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B5B799-B79C-B556-157C-D5FD9BDC5AF3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8228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A837-1464-9A34-5421-D375685F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D21D8A-C3AF-C743-6DB0-03CC2D015AF9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25FB1-B601-79C3-5FF4-2C019035F91D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A133D-2D6B-45BB-DCD9-A5F569A0BA82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3716C-D6E3-DCDE-3BD2-E631A4B9C17C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482F3C-CEB2-638A-9BDE-E23DB7AB59FE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1057C5-11E8-7D5E-B451-194E07CC505E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500454-DB13-784C-54B8-D3D4E45D1B71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CB9B38-FAEE-5B4F-F3F7-E1A027FBCD5C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802EA1-25D0-6FDF-C9B2-4D18FAD68E9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30DD98-78EB-785A-84AC-4D0CAB25E98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20F698-AA8E-2164-F6D3-F3170689B389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F4716E-E9C8-B519-FE4A-18B9B903B735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E3E967-5513-BAA3-207F-E63EF24B1F9D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ABC076-8885-C863-C580-3145A5665E8C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B6B35C-F13B-F764-6D21-E8EE3E02DBA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CE0500-F52B-C219-9089-4E38E19F2060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3951FB-36D9-AF06-0AEE-D29A89E2724C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C6330A-33AB-BA0F-1DAA-30FC2FDCB2EE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67C6E5-D19F-78FF-C480-D7CF20BF791D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FCB3B-55B6-D987-9D4E-5712EB2F5F8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902C0F-493E-B149-A001-1279248B7ADF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601280-8700-101E-2F45-A524754247F4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D75E1A-2E83-AEFF-161A-45F82110A302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335768-065A-1217-B728-7F409141F149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E5C696F-7F02-D31B-D748-4E16AB1A2976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9760D2-4C76-DAFB-9A0C-56731EAD9A7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CEF637-E27D-A409-C6D5-1CCE6172365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2A786-08A2-7865-2AC6-C14693A8B690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B65D9D-3D99-A93B-8E5C-ECC42F3BCB24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D19724-0CA9-7F23-0EAE-1859865775CA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A13E61-F485-E562-7116-DCB1A5D1A622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C14C9E7-480A-100E-107D-C92B67E881B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C515C7-0A09-0D52-CC36-0FCBCDB298A4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1456B29-C291-93A5-7876-6067D06B088A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20ACE2-C01C-4904-B8F4-C4ADF366D179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2FBA80A-D657-155E-725F-E3C3A7B5C8BA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F24F0CE-19B5-9621-A18A-252D188A131D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80C4B9-C670-F4E3-8072-3A3FD3F0B5D9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A034936-4D86-B242-7DA2-145EDC8AFF45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BFE5A1-D4C2-63A4-E2B0-3233FD2D306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0AD03D5-DCA4-C6A8-ED11-85ED3504B525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8603A49-0DAD-85F1-5569-C73F55B9D08E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4D74661-3BC5-CA60-F1AB-B24D9449E2D2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D2F4A6-5E9E-234B-ACC3-FFC329B1D227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F350805-FFD7-95C9-9C42-B88524A05556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D54881E-AB71-27F8-D0EF-8E43592B3753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72A59F-FB26-69A5-1CC8-E892B678593E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11B5676-23D9-08C1-B71A-1748EE37AD1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80D5D1A-1043-919D-95A1-093DF4151E7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C812806-3D5D-51C5-8449-7425B052F343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4F1F580-D7C7-713F-F5C8-3CFA6385593F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7348032-AC56-6CD2-74FD-DAAB0BA40697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92A88-2581-F71A-0BB2-182FEBE2F523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0E2AD0-9F1D-9D26-6890-8D4377C7E81C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EBA867-E8DA-E3F6-C035-0DCF8AB55547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3BC410-5A5A-0CC1-1F5A-83E02461377E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27355B-2990-F8C6-AB64-E600231D0B3B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00408D-67B7-F2B5-5F9F-DF3F8224992B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7C84B3-57CA-31DF-E70B-60D68A730918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E24095-BF41-A557-FD59-79C434C0B659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CE7EB0-CD37-71B4-5718-88DD24A0DF08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C6C7D8-9D40-9433-727A-85EEC946D5C1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01AC7F-8158-DCFC-E831-928898FA030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75CDAA-75BF-8132-56AA-72AC8F84BB01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35FFE3-644F-29B3-73C0-BEECD3B56C6B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0D8734-DE76-940C-55C2-7DD785C00F3C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45AA7E7-FF1F-D7DA-0076-0513BC61E8FE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4622309-3EF0-DBAA-1200-CAD79C1C4DEA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9A59151-E5FC-B125-C0C4-2EEEEC1C390E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716F47C-8263-B91B-DCE4-DA4AB75AB0AB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BB9EC0A-4E06-8A34-381B-1FB2B0A4FC21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BB9EC0A-4E06-8A34-381B-1FB2B0A4F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5AC9AB-9470-F8B7-F217-2BDA2A644140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5AC9AB-9470-F8B7-F217-2BDA2A644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AE86E8-CC18-4D6D-2A96-41CDFC2C8300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AE86E8-CC18-4D6D-2A96-41CDFC2C8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7171E63F-0814-C953-ED56-385B9F661192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0D4BE08-DDCF-7A69-53CD-4C5A4891D475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7363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98F8-77A9-B7BC-CDC8-633532BC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7EDD6D-4742-E9A1-C00D-74400DA2DA4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2114D0-38FF-DBB8-F84B-849EE40996D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80663-3619-CA7D-B114-0CF6999A3364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2588A-4404-EEF3-2799-D4D677DD7F12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25547-69B9-C208-A607-75AA043BDEA2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81CA24-CD7A-2C9F-BDE5-FAE06E8BF6D3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6EA78C-6E45-C461-9459-114963218B8C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7274DA-76A0-1C07-916B-F1FAB30B9E9B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79BCF3-D4F4-E8AF-52DB-733D91DBD837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05422A-421E-79F0-7B23-5509DCB642D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75B3A2-130D-63F1-5B40-42F95A941C93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0355FB-5DD0-E8F7-171B-942E2117D938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147CC3-510F-1FF4-942E-113C5FE28B9F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844874-71C5-8DF4-6942-EA7784B4D9B7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BF0937-ECCA-8024-6AC4-25A8461BA5A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F5C6B-C14B-3D48-8AFC-EC4C27B445A5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217A2F9-20D2-3B14-3509-34118441BB0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297058F-47F4-79D5-54FD-213F71B858F0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E9EF7F-A328-093C-02E7-C82D716D90EF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DFFFBE-37A6-EDAD-62EB-E2B13FDC7138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324A37-9E98-1537-28C0-F42291A333AF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F90D546-581D-A509-2A25-2567FEEF5F66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3318A1-33DB-25F0-0CD6-4644E71DE173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780D809-584C-16A6-4D05-D86FF030C116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316B006-26ED-C577-7D62-376132A6EC01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70EA17-B0E7-F676-A494-BFA66615ECF7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B67F38-85D4-F58A-299C-359E38817F5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763C43-3257-C85A-83E1-794AC2F6D3C4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08148E-8BA7-93D0-E8B0-14BF8BF91AA1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3FE007-7BD5-AF0D-FDFB-3C0828F02F0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6635B3-EA51-DC88-4B94-2A86FFBE9EFB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73CF3C-B695-8445-B4DB-C5FC1B493494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5E57345-2A29-DBEE-046A-7553D806FD8C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D24C799-BD0B-9BA8-B189-817E4FF8C74F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BAAFE31-24AD-0F2D-422A-DE0CB0142E4F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81EF2B2-17E3-799D-E854-95BB6EA160E8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E7C012B-BAFA-5AC9-62B6-BDCCAD36A7EA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1828FE3-E94E-F3B8-1E75-B0307A48C1C6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A9CFE88-6B57-C6EC-E1E7-8C55820CF778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523025-A8A9-222D-95A9-F68C9ED6BA31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3E589DC-218D-6129-1045-32CB840C2205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F88D7C1-99C9-6B8A-D200-B04016CF723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48A2F4D-A885-5959-A789-C5214A47441B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6361E97-A19D-9062-81CB-F0FB07C30BA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361675-E5AD-D494-422D-D1B702193D2B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66938E2-3683-4C88-1232-B521C5BFB08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97C448C-9E1A-C087-CBF6-75D5F67B81DF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90F8017-C48D-0A3A-E96C-CB1F356217D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354E2E8-4B67-970A-1F4D-9FA4F4E2CC4F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77E7339-1280-173C-95F9-457DAAB27F2B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85A1343-63B4-A32B-C203-03AFD6776CF6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DECCC46-C4B9-99B0-E004-F1B41CC8BE40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AA03B4-68D5-D1E3-8EC0-2463DC598243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4C1437-B319-9A4A-B7D7-C8AFBD98BCDF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55F430-EF90-6A89-EDF9-6951EF1DC8A8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E9C6AC-2D51-B11E-6126-6AAC2CBFA49C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17B93D-DF3C-2FFB-F4E5-28C4C01AF7E5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44460F-4149-2B85-6C5A-0837059C39C8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F9941B-0C0A-3B21-CD7E-521361AE62C4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24EDC7-47C3-AA70-2AE9-7D1CC69BDF53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482B27-61CC-BE09-6FB4-C24FDF782432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43FA48-DFC5-BDB8-F886-0664293B5727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CA6A22-CBD2-62B7-6B3E-118481F1790A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49C9CD-A215-81E8-204A-AA2764EBBD09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883D48-CB4A-AD1E-45F8-59ACFA453FC1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2D214A-5371-03C9-64B6-2F815DDBDB96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29A24B4-DE6D-5FC5-B9DF-F0FA5DE631A0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B6FB4A1-A74F-E710-229B-37C76184250B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41D048C-6EEA-D9D7-6E47-747C8680B59B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4ED07E2-9F99-EE93-1061-AF0D834EA500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B6D0-70BC-37C5-A669-9055337AF794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B6D0-70BC-37C5-A669-9055337AF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C55A53-15D5-853C-0291-645FAEF3E8E2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C55A53-15D5-853C-0291-645FAEF3E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E0BE7FC-47D5-C4F4-2468-5F27E1C93FB4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E0BE7FC-47D5-C4F4-2468-5F27E1C93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0A5FBB4-720C-89F1-7296-3BB6EAE73F70}"/>
                  </a:ext>
                </a:extLst>
              </p:cNvPr>
              <p:cNvSpPr txBox="1"/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0A5FBB4-720C-89F1-7296-3BB6EAE73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AC7ACE80-F11B-E61F-4E7A-BC0A5671DDB6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E97711-2A64-5E81-C6CC-EA4292844056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22927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5871-BC22-018A-2ED3-3F45CB3D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14F0F2-1259-35AC-90FF-8922C046257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192EC-71D4-5FA8-99FD-3877C039B6B5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45655-E57D-3A52-09E8-7626CD82E233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0E2A2-0B7F-D781-5DF6-C66B97743D1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82FC6-ADF7-6D8B-EAD5-8EB0A9CAA104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EAEE36-196E-8389-4916-EC6393F6DDD8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52B9B0-29FD-3FC8-0CFC-42FEACBFDF52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1D7983-A303-72BB-6C6C-154239F83698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59B819-CBDA-8F9C-1A6E-4BAE340BACBD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1498FC-7A5D-CC0F-8462-6DD673C2BD1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7B3B58-84B5-12BA-CE6B-39184CA66BE5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216157-5DB6-43A5-692A-5E36583FFFF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3B0B03-B1BD-1F4C-33A6-425E6D5A7480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AE6611-F87C-FBF4-C5EA-F00DBEDECA1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E65C29-DDD8-35B7-566D-30CFB1EC7E19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D57120-6960-7F1E-9EA6-CF015AD560A3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4B1BF0-6FF8-3D4E-8A0E-9E2ED14D67B3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1CFBEA-B48A-DA14-AD7A-63D5CD8354DD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47F9B56-C711-4F29-C718-834F8D750A0F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19C577-AED8-0A36-710F-2E184C289ADD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BFDB89A-B7CB-2C78-99ED-849B929F7383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535CFC-B5EB-85EF-0285-11FD7685324B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6BD763-8959-B4DC-A855-5518921AEC6B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AD31E23-6A0A-514A-2764-ED5EC42E84BD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99097D1-070A-B6EE-71F8-90412F56652D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CD216-513F-AB3F-3982-75E0BF328FBB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E073D3-1616-DA36-63DE-6861D344E7BF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2EAFDF-0494-C194-CDB0-2DF1FF4250C6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904F59-C067-6A8F-B7BE-167249C1C0D2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14F64A-C265-A355-508D-E01F8CD74A6F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07F163-6116-9C9F-6BB1-526C6DE4EDA6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270A92-50DC-0AF5-E9F1-A56FD8C874D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6508EF2-D748-5B45-70CB-D044C363F516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507D24-79D1-5C6A-E804-D5F477FD076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4F2FBDD-3F03-B2CE-A319-0DE40522A1CA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3302DF9-F8BD-39C2-B966-7BED12D4A65E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96F689-72E8-A5C9-0107-6DA7938D58A0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2310479-4AD6-1AFA-29DE-51797D35A8D7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A61213-72C0-FA75-FDEE-71EFC916055B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3748AFD-C6A2-C83E-6D40-B36D2408C11E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63B4D20-0FF5-4BD2-966F-FA981F795812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61966D6-FDA4-5DAF-2D89-24AE83977946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42AD629-86C5-0C81-4EFA-4836D4CC9A54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11DF219-3150-553C-48A6-BEFB3897635A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0411AFC-0956-070A-9827-C0E6FBF82371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B1CEBB4-B623-EEA3-6BDB-769C028F4D37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418742C-DDA8-EE7C-CAAD-4F49DB7E55AC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3C4095-2AFA-49A7-408B-D8B00355C612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30D286D-DA0B-2CDD-FFB0-F7A401CC06D1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B9B0683-529A-B74A-7AE2-F945934736F8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D950849-6C70-0129-28BA-9429E71813B7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078F7AA-F454-A822-4F8F-A55D320D12A1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03F6D4-6A70-55F1-D05D-BCD421015060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7A56B0-E813-62F6-6FF6-BA7A755914E5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B5DFB9-03C9-9FA7-70E4-3DCDC1875C37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13B4AD-E012-5EB2-8D52-167F9C0326B0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0E2041-0E3B-BC81-DCB6-462AEB4DB946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E684B0-A700-07CA-CBFC-F91D4151F3ED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18BEAF-F74B-28A0-E5C7-3D80ACE577BF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C94BF2-2864-2EE1-ACAB-1D04A211DDEC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B0B65D-F817-E3C1-7876-550620FED0C6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8E5572-D289-C504-5B6E-DB95D5FCA275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7CBBDC-95CE-E1FF-153F-BE1946FD9EDA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EB53B6-BFCA-3D85-AABE-1E881D17751C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26B7BD-D826-C668-CC86-EF1B9268E8E3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FF904E-A3D0-B99F-DACB-EABC7185E1CE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4C50DC4-7620-E34F-01E1-1CA53356F7D7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3D3E33C-FCD6-DF64-8419-D1D30902B7F9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E65F78F-7CB3-E5F2-7169-9FA8EF230234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B0AD113-89EA-F46E-27CD-3D159051658C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368B39-1E3D-6D4A-DE30-6358696918C4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05F25E-D353-F2F4-A32C-C8BE51EC90E9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0C271A8-EDE6-4347-CBE4-5F9D40350730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0C271A8-EDE6-4347-CBE4-5F9D40350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84C706-75F1-27E0-400F-11FF3CF116EB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84C706-75F1-27E0-400F-11FF3CF11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1FE51AB-AAF3-60CA-B34F-F035BACBB270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1FE51AB-AAF3-60CA-B34F-F035BACBB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A3D41E3-76D5-5E1A-867B-8D341E4DF19F}"/>
                  </a:ext>
                </a:extLst>
              </p:cNvPr>
              <p:cNvSpPr txBox="1"/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A3D41E3-76D5-5E1A-867B-8D341E4DF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Oval 77">
            <a:extLst>
              <a:ext uri="{FF2B5EF4-FFF2-40B4-BE49-F238E27FC236}">
                <a16:creationId xmlns:a16="http://schemas.microsoft.com/office/drawing/2014/main" id="{1584871B-11F9-7DAA-65B3-5B40396FCB92}"/>
              </a:ext>
            </a:extLst>
          </p:cNvPr>
          <p:cNvSpPr/>
          <p:nvPr/>
        </p:nvSpPr>
        <p:spPr>
          <a:xfrm>
            <a:off x="6719743" y="5448301"/>
            <a:ext cx="1366982" cy="3677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8CE9B63-AC36-8C4F-9B61-BC07DA51272A}"/>
              </a:ext>
            </a:extLst>
          </p:cNvPr>
          <p:cNvSpPr/>
          <p:nvPr/>
        </p:nvSpPr>
        <p:spPr>
          <a:xfrm>
            <a:off x="9555808" y="5436131"/>
            <a:ext cx="1366982" cy="3677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C2D3851-B3DF-1216-C404-769DF31AF602}"/>
                  </a:ext>
                </a:extLst>
              </p:cNvPr>
              <p:cNvSpPr txBox="1"/>
              <p:nvPr/>
            </p:nvSpPr>
            <p:spPr>
              <a:xfrm rot="697812">
                <a:off x="8024805" y="6049349"/>
                <a:ext cx="3352800" cy="369332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????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C2D3851-B3DF-1216-C404-769DF31AF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697812">
                <a:off x="8024805" y="6049349"/>
                <a:ext cx="3352800" cy="369332"/>
              </a:xfrm>
              <a:prstGeom prst="rect">
                <a:avLst/>
              </a:prstGeom>
              <a:blipFill>
                <a:blip r:embed="rId6"/>
                <a:stretch>
                  <a:fillRect l="-1616" t="-1705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367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5C7D-5870-F479-AA82-2E73AD0F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757E55-E408-1898-3BB2-DD40139B7CD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DCEE8-AED0-6CBF-6182-6F2188583F7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588E5F-49DD-D86B-5970-52F781AF0CF6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A126F-349F-51B7-1548-570DEF774DDB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8E5CC-A808-1594-41D4-7B41DF6EF74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81E599-2594-6768-4253-9B2C3444926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53611A-6A58-E20E-E011-FD4EC8C5A946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FF39A0-14EF-4239-00A5-C8F9B094B1F9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FE9410-969C-2EFD-509E-0A990D381537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794491-34E4-FC43-A310-AF04AF6F8F4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2CA42E-8108-70F3-178D-F77CDC6DD117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F0C599-2B75-0A2B-D449-CB73B9C8E687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AA1AC9-D95F-362B-F04A-D6217F3805B8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B1CF6B-4BE5-F81F-D186-4AAB6241B82E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EAD101F-6005-EBDD-DBB2-AEBB9643683A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AE5648-8C06-FB90-67F8-66781ACFAA7C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AA175B-EA49-1D7F-8A91-D61B0FDF08C1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88ADE9-3CC6-40E4-9173-DF1010D23AF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8019C6-C423-4C13-2CC2-C39C4C38D503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5A28D6-3D88-AA00-1C39-746654D5CAE9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D1B31D-B023-D757-39C1-8CD52A82B165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0224E8-DFFB-AE3A-9F76-AE0DB0FA70DB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F945A1-2A1E-264C-A022-3FDC0878B31B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AC03CA-AB86-E750-C682-EC89F0E3D79F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A748BB-8B5E-24C7-72F1-7F31EF84377D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D6636-4C68-930A-EFFC-6BA474FB6F75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5B76D8-74CD-F57F-7195-4FD591AE5B98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382F59-8586-C243-9F72-417B5CB028F6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26B300-AB9F-E971-EB69-B77EEBAB9D1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5240FF-23DB-3828-F4B1-4CACA15D0289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4615CF-33F6-41B7-06C2-F89FD830D13B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298557-CCD7-7FA0-3035-479F97238CEB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4C2879C-879F-7757-F161-2AD897B2FE59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36C9B59-F052-6FD4-954D-F226BD15D8B6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B1424D-B841-F430-286E-AC271FDB77CD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D60230F-2890-83C3-2106-7C008FB6228A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DEA4C8-1C96-D154-AC44-34D7C13E53E8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23C56AD-8732-DF37-1D74-3753FAD5C9D1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4ADBE54-0A4A-6F37-375B-B559E91119B4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CF408CB-42A7-384E-E0AA-D59B5B9B0B76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B4D16F-401E-BE37-CC79-7B45A66E01B7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8D7597-EACC-59B7-C195-F0AD3F10990B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4AD8FA-4E1E-9B01-8AF0-8EDB0AC0097D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92547F7-AA0D-1AA5-2EDF-890F5FAE344C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D682F25-DEDB-4761-F98C-D8E62D18CF4C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C10DB07-DEA5-E8C9-FB30-69D9A57202A6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B897140-F07E-F4B4-FB91-F14973765B9F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533F8B-4B10-B80D-F237-F1305626D0D3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ACED9C2-937B-6220-26CE-97ED5037867E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9D0781-D9FB-9A94-9AC5-FBC8AC2755D7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84ED8B6-34AF-7D81-057C-1079BDFCE3C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F7CB2A7-07B7-63B7-C8B6-F17A20B38C59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DF81C2-48AB-6848-04D3-C45626371792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637ED2-2166-9E78-6F4F-D337C9FC514C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1BBF3A-7E47-E758-92CF-C8BE16D8755B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972FFA-A1A4-9E47-3659-0F4DD3CEB3E3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BB6EA1-DCE3-733D-D784-C078B6DA6AB1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59164A-15F7-3F9D-B4AB-5B444E36E7C8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118744-D764-3BB9-F1D3-C4480124088A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B132A7-749E-31AB-6185-95121E9CAAF7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0D559D-5F66-8018-6EB5-2EF4A1E48B3D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0440F0-03E8-40B4-0DDE-3AE616D25DB3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9A70A1-EABC-04CD-77FF-12D2C04C6F70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C06F22-CF86-67F3-544D-C92DB2BCCF2C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BBB01F-C9E5-28E9-D0B2-334B81A58065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2C61F2-9D34-3076-946E-7BF35B325AE3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44A2509-D471-F877-3E4A-095031DE523F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B781F29-8EBD-D9FB-37F8-21FED89ABBEB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69C0F7-34E0-8B6C-07BB-BB71E923B110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5C0961A-EF09-217E-4A51-7C2B78891F1B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A88E16-36C9-6987-F228-D7656106B8EF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CFFFF1-604C-C366-CDDC-3574D6EA200F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A42596-3B51-C5DA-F35E-3260AEE69FD4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A42596-3B51-C5DA-F35E-3260AEE69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CA14D33-5A63-7693-2E89-512C68F48048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CA14D33-5A63-7693-2E89-512C68F48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A51B866-0336-4531-4FB0-E1B861F3C262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A51B866-0336-4531-4FB0-E1B861F3C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8EFB6C1-16E1-C132-55DD-A9BB049363DD}"/>
                  </a:ext>
                </a:extLst>
              </p:cNvPr>
              <p:cNvSpPr txBox="1"/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8EFB6C1-16E1-C132-55DD-A9BB0493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458671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089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E28D-FF9A-B14A-F9F0-03397D1A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DCE532-A777-BDE6-3832-053B6BF511F9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7CEFB-FA27-1766-449F-DB236873952A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61804-944C-CDF6-5D17-A4343B334AC7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A76212-1D7E-5AEC-7C4F-667D3EB2C796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56A83-BCC8-194C-9B66-5D0EFA078BE8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7B4661-720D-24BA-4F25-3F9950C84688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7BA41E-75C8-AAEC-60B0-C3D7E1F8EFDE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68A96C-4ED1-1EEE-3534-F14FAEA8C395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6E36BB-D9D1-85D1-7138-46B9F3E5826E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E54DD3-4FAD-528F-D879-B72F766F9073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4D9713-B228-48CC-4D35-6E469E645187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191ACD-14AD-29C0-D859-1342598FED0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C83F99-43CA-E4D2-B32E-611F50D7F306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EB0E98-B3EA-DF36-5B98-9A6B05E7007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233DBE-1F63-CDAA-EF3A-A3E5EBCEEE50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8CE992-8796-9D00-0B6B-E38D4F1DD1BA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7904D49-AE85-461A-1D04-5D465FC79C18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78674F-5DE2-2F4F-1C9E-744498A2AF84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68AD3D-7CDD-F2D2-9792-7D09ED212541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0D5B2E-9D98-6C57-AD49-4F781C413230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F5E34D-7D97-BB5F-AF00-CA878E1EDC45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2B50A8-70DB-FFE2-1185-5D4775EAED1D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F39E4C-6AE7-A25B-6AD4-2473533F98FF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933803-1A20-D867-A60E-7435221E17D0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25AD24-6C38-6AE5-C66E-AA62D69F72A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79E6C4-4E9A-7192-C417-0E6471A78415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071046-2B39-0421-31E9-380EB1901FBE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37CDA-002A-66D8-1AAF-3B99A561906A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5B8A5-4009-571A-A2C9-747D7AA05F5A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CFAD0F-86EB-718E-3617-F1614D62B0EB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D88900-07A4-587E-5ACB-782DC1967EA0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E951F6-5EC7-AEE9-E4D7-18BB686359FD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64B066C-31BF-E9D9-A9F7-E67D2F838842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79B4D45-0792-1760-AF07-D78BDA7D0D28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46E539-2B4E-ADE5-6065-F6B7FB303706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9B3BDA-164D-BAF9-A0EB-B8363D1B0E7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7A28EC0-1589-5401-2CBE-0296AA2AF8D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168A8B9-949C-0D4B-4A68-2ECA13C10E3C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5337FD8-3F76-BBDD-D3DB-1C7636114F4D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F8A5362-34FA-BE91-FB9A-AAECDC4D8440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DAE5E91-04A7-50E2-AE7A-BD383D7F724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8B19B63-502C-EC32-8037-9132D286D68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3D5BFA0-B8C9-6664-17B2-A104233847B9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4A3275E-FA23-E6ED-9C8F-6AE6BE8E5E49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46241B2-FE1E-BA94-A80E-D9428B2B6389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85B4EBD-2AA7-6B5D-6EFE-85660B16C195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59A356-5917-F7CA-7329-A3CB743962F9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7F879B6-9A53-679F-343C-BC89553DC63C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D92BE3-7302-350A-42A7-AE55AA1E7D83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C57ECC5-15DA-2354-8755-EA3E35622C8F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16558C9-0423-6948-259E-AA79E087B31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07964B7-9CF7-4DF6-3948-320B15E7D4EC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B1C415-44C0-35CF-CA97-8AEDFFAEE250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CACCC4-B9DD-A8C5-F989-3F84353947A3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A05B34-9685-8C20-007D-D0D10C504847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00AC53-A84D-6638-32C6-B6F185B0DFF7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83D35A-C54E-8E70-9B30-7D48DE430688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BC20FE-2BBA-3B07-9750-8EE9587BD2E8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FA4DC0-0317-DB32-2773-FC264C9A1B9F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3015CA-D94E-CE02-0326-49CE271F6AA9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6C3C7E-88C5-D2E9-BAC7-06653E9742AA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4DBBC8-7D3D-4020-C7A8-F2F7FEC23B10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A3E3DF-0134-1A4B-2776-9CE7B3255C2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C2BDE14-2C8C-7342-C488-C20EC7223D67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548B8C-A6A0-4431-138D-7B7FB98F9BC9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40E76D-077A-A336-E6EF-ED9A92CE773B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27E4AAC-D687-5FAE-6200-6A72AD460B48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C6CD6A7-FE9B-5CB8-0DEB-CED4A67948A4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BE94584-E035-7347-003A-DAE7F25AFF5D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70E852A-B0E0-91D5-1E2D-B17153E9D47C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938656-B087-C7C5-9E13-67A11104DD05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55AE2B-B52E-6DD2-31B4-54AD51EEC75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9ADCC6-3BBC-7F3E-AC36-4B1FA8A364DA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9ADCC6-3BBC-7F3E-AC36-4B1FA8A36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620B80-AC18-21A4-3174-8CD60DB4C210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620B80-AC18-21A4-3174-8CD60DB4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CB6AECD-E75A-2CA8-E7EF-D55241002E7E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CB6AECD-E75A-2CA8-E7EF-D55241002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4D04D9A-E848-ADF5-0877-DD3D0DA0323D}"/>
                  </a:ext>
                </a:extLst>
              </p:cNvPr>
              <p:cNvSpPr txBox="1"/>
              <p:nvPr/>
            </p:nvSpPr>
            <p:spPr>
              <a:xfrm>
                <a:off x="5196370" y="5337501"/>
                <a:ext cx="6794644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10+1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10+1</m:t>
                              </m:r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4D04D9A-E848-ADF5-0877-DD3D0DA03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337501"/>
                <a:ext cx="6794644" cy="576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9711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BF5A-FAAC-AEEC-1790-9B253C24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BA446B-C163-B92C-F4C3-445F7333DE0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E96AA-2491-848F-2D3C-D65C55A750A2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62CD3-F2BF-F8C7-443A-2270AD8E1537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A87A5-0CEA-16DC-A01E-B3A857D437D1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14534-6D2B-C32A-38DD-3E271F60A37C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2CA0C3-3ABB-2559-D066-4392A748C378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163FBC-A8B5-60FD-900B-0AD7E3A40027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5646F6-124A-F6A3-6090-2D3AABBBBA03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45CB7E-D7EC-EECB-95FB-0477E1EFDA29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43B2A1-8415-53DA-86A0-053A3A9E6C5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9618A-5193-68BF-44A2-E7D2A65D410D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0703C5-C30A-0525-E1DA-8A6FD18D8CE2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5E0747-7521-FBDF-996B-92F3AD482019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31E6FB-5F25-DA6E-3A82-0E2D802A028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6AEA22-1691-269F-038D-970AD845142D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ACA128-567F-7DAB-D22F-3BAC853B103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8CA4AE-D94E-253A-6C03-D73ED29E5DD8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0C7B03F-CCC0-ECFE-3C4E-34C5E043240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6816974-BA2C-18E6-6CA5-E801ED61E51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7D7A5D-FAE5-4149-33B6-40851AB725C7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0BB0B6B-508F-8332-8819-179685FEEBAC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0C6887-848B-B2A6-333D-3B7CAE5D3791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B303C9F-C133-7751-5883-8794667C439D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1F9F26-DCB4-9BD3-8D9C-C89111C2D3D1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C46785-9557-61D3-0F21-DFA1E4DD13D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789C64-0BDA-AB60-73F0-75A4FCA612F6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F461A9-467B-AABE-B4FD-D75B516923B4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553988-C7FE-C7A0-785B-8F5E887128BF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9B631D-B4C9-4C6B-5A10-1F4DEA60DDC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47DA6D-1344-B371-E7CC-4F9A8BE2F57F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A00289-2DF3-113F-2044-4312B0B7798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4DA7FF-70F4-0279-6A0F-645EA67927C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1051910-2745-C55D-2021-258F4501216C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2E107E-A1F1-29DE-A481-5C68AE187306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5F261B-7E25-AC44-37A5-E7F819DD9BF1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F61490-33C0-14B7-CA4B-B4CCCE3E5B44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5F5D53D-E7A1-8CCA-13B7-9281948E8D26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D363502-BB39-7A00-0AE8-39351FE1D17E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9A3A64-25D7-03F2-D3CE-739863A5EC7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D0A7CA2-76F5-B4B4-8AEA-AE3CF7CB4E35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26B8CE8-2350-149C-A2E6-99E87075D2FB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0C27CB-4C42-50C1-DAD1-7576981A7435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88E712D-2F9F-FA0D-A8F3-6DE82C4F4AE9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4A216EA-6C9F-89AB-780E-9AB42F0FCAAE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C2163BE-9FDD-AB0B-D637-E69510376611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A5C816-36C4-3DDC-843C-213A5CC40533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6D4EE6-6A76-D096-F800-37D49EA61ABC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F457831-817A-2094-4C91-3E76B5933D47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C58E77D-E785-11BF-27B4-1CEE2E4428CE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26948B-C7A9-D1E4-CA3F-F01BA8BC42EC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CB7D55-D0F9-FEF0-E993-3D9CDC48C80A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AFD2A4F-102D-B094-FE71-6FB0DD344763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06EC30-F14E-E55D-BFDE-2A23E95C1874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A6823E-71A5-0C7F-642F-F10C7E061165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E20CEB-120F-C397-D97A-2BB74925ADD6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967690-0979-310C-7241-8390E2116ED6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04E610-4B3F-6396-3F9F-AF6B5810CD4F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599C79-2E5F-0BE4-48D7-B75652AB0D72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0C6D89-CC9A-3FBA-DABE-7AE58A9559FC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1FEDA8-D8B0-BC46-05C0-3C77019FDDB8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9A2F84-1110-9748-FBEE-0EDFFBCF4A13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A861D7-11F5-501E-052A-3888E8BF94E6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09E596-BFDC-6AC8-52FE-44FCDAC92A14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30D50C-CDBE-D1AD-974A-D7ACCA35FDAA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A7B764-7055-B640-6AA4-40913AA44858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AE9BE8-F9F5-7D5F-B1AB-02397151558C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22D1901C-596B-BCE7-B115-D77178E7161E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AFB5204-62F8-BAF7-C6C3-717C12191550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B1A2DC3-34EE-7706-5777-D66898A2ECE6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DD44203-46A2-163D-F8E5-AA5DEFEAB48B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CEB09E-A6BA-D549-43E4-85C11FD22B15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351ED4-41B6-11E1-4183-2ED740EB202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8AEE6B-842F-1EBC-C1BB-7F70472E947A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68AEE6B-842F-1EBC-C1BB-7F70472E9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878902D-E444-FD67-1407-707FD74FBE08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878902D-E444-FD67-1407-707FD74FB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49CB6C-0945-7748-1A1A-DE1B88BE14BB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49CB6C-0945-7748-1A1A-DE1B88BE1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296A52B-2C28-FB4A-262F-E5BAEBD4FBE2}"/>
                  </a:ext>
                </a:extLst>
              </p:cNvPr>
              <p:cNvSpPr txBox="1"/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10+1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296A52B-2C28-FB4A-262F-E5BAEBD4F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666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1770-CB18-81FE-600D-0F59B639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67FD17-09AB-FA30-C187-9DCC4430C773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99D5E-3DCD-94C0-D682-88092AD4A14F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A80C5-B4DD-F6EB-812F-C8FFE33C1EC2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A4C03-2B06-5DC3-32E9-C6713A1BA550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B55EB-7704-94B0-1335-D6AA6DD85CEE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D68F3C-C932-086B-F2AD-EF6C1A646C7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1D7D86-CAD7-7EAD-0541-F1BC030AE902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2DB86B-7CE6-4DD7-4011-746BA59D57BF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E7B2D6-F113-1D1E-AE6C-9FD5972C8B6B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3EBF15-9672-E3AE-07D3-BEC3BBFE4343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E5F9D5-150E-DD8D-FCF2-D154F5AB822E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E0DDE8-C0CF-66C0-242C-9BDDF49046E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DC9175-BB32-3778-2237-A7D05EA48F1C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665B10-4B8E-6D7D-4127-3FC0B561F977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9887CB-EEF9-9923-C4B9-6F4AF440023D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B75C41-784F-9FB3-D560-B0367633C761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AED7F6-1EC7-A66F-6A60-2146173D059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A35576-36E7-7080-DB52-7B19B3DD9246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10FBB1-256B-A2AD-7A18-FF2C30B14AC0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4E6928-09D7-5F0C-447B-9F3168F1400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E4652A-D2C9-EBBA-82A0-FC7DBF0E80C3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8C6D9-65C7-823A-5F1E-46024C5E6BA9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3FA5DB-7585-BFA9-26C9-40C0489DDD7C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BAAAF90-4B96-45BD-2844-606EE8427289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CDF80A-4B0A-27AC-3990-BBA836D8711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ADDEF3-6C57-6321-0B40-DE01755A955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5BDF56-DB8B-D0DE-AAE2-3B75FA2EA02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BB0AC0-B04A-EB94-8F1E-D8FBF56C0546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757A2-5278-7095-29AD-FF797A93C0D8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69FB2-0654-BF51-5777-7259AB1F3D9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C40B5A-0977-6470-EA52-5DE994295C52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C472B5-873C-ACEB-0AE1-1C77C62ACDB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DF54569-1296-09EE-A8F0-F08EC754C7A5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8027FC1-FD24-B807-E7F9-E7A13F716840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4067135-0197-2249-3C35-F4F9291E4E2A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20D163-CAC2-A78F-2E52-876800801D8F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AE635D-4306-582F-8CC4-7B15DB6B4407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1660F3D-3E0B-D9F3-15E2-0D3D8362977C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C061E2-B306-8F6F-5EF9-B7F28BC3A956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1573AC0-E9EA-F9CF-E2BA-8C67AE042FB0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BB76509-557B-8FF3-C490-EAAF5229C055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FA081F-0DBF-DE2E-4415-BC738D26B9D1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04CD414-AF07-6B32-322D-4B4AFB5978C5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B689839-7B4C-5ECB-4CBB-D7589C34B5A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5E6AFF5-3448-2480-984B-D4C37A996551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3CE1684-7CA2-7D5B-0A4C-F66651E1CECC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B368549-129A-2D66-E4B6-A52252EE225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C9A2E37-5A9B-283A-60FE-40DBC159C160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CF2EDCA-F381-BEF6-8626-79BAF4386EB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022D7A-09B5-37A7-87BF-0560AD2BE5DB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F37C41-7763-A0C9-341D-E64AB9EB7383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153E005-B2AF-143F-2886-E0023028889A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13ED64-F548-8788-39F7-8F7DD515CD18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683B15-0788-4357-C613-1BFA932EFF81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1E4768-8D99-6793-3FA4-E184D326BD1E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EBDCDE-D9D4-3EC8-74BF-56E2B127511A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2B1F3C-8FFF-CCE5-3912-B4C4229C8594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870F64-1EFA-8044-7CB5-88191AFAEEDA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069A57-4BA5-3A75-FAFB-37AEC30D9DCA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982D5D-8422-03BE-E2D9-5BD354071515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1A26AC-CE9A-FEF5-2C89-7AF720E8E9A5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D629F4-C33D-6E6D-F5AE-C7F50209CED6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B5E9E7-0842-ED33-28E3-C1912BA3ABA2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AF41C3-3331-90A0-C4E5-3DD21D9F5532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579346-C588-6361-3CEA-E31E132925FD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61C619-1475-B134-CD66-DE9FBE75B37F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C1BC156-52CB-BEA4-D035-D128CE00C7A6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453481E-F6FD-DBD1-52F3-D987E3BC77E6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8285751-E3E5-B195-5F7B-9A5313D57CE4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5F6045D-F975-F866-9A94-9811BFC934E8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8B60C3-6A73-1C2B-ED03-37F6FF80DAB8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08DD74-FF86-F615-F1C9-ECA541EA4AB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755730-431F-E658-4888-0F540ADD7F08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755730-431F-E658-4888-0F540ADD7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8DA924B-4C5D-2D22-74F2-487BF3FE3B45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8DA924B-4C5D-2D22-74F2-487BF3FE3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CAE686E-AF8E-4B91-6FF0-E531C2913B75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CAE686E-AF8E-4B91-6FF0-E531C2913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F1B924C-3B0E-68BC-711D-3DD6AEE1714A}"/>
                  </a:ext>
                </a:extLst>
              </p:cNvPr>
              <p:cNvSpPr txBox="1"/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F1B924C-3B0E-68BC-711D-3DD6AEE17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3240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A79F-7D2F-4B18-8406-37C01358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ED6A98-F8F9-F033-49A6-1DFB94C50BA3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1F233-D83D-D383-67CE-A33840BEA0CB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B4192-8BF1-935D-9423-501754C35357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860B4-799A-37D7-22EE-2AB084DED97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66FB92-413B-8100-ECCC-ED4132B63861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523D9C-74B3-2DF6-A354-AA82A4E388F2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75669A-AF6E-904D-A9A7-D321794D52A5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430342-A0AA-EE74-3CFE-631E30CBAD4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E58660-6636-03E8-17BA-C7A650336D41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1FEA00-A955-8B91-0F89-E7A2BFB6E3AF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3E7960-BBD5-FD98-B0A3-B5404E61DD4B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9F16AC-CE6C-1E34-008E-CC53E55DF6D6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9B11F4-63DD-370E-30DD-69552543A704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ABFE1F-773E-8592-1BEF-62EAD1C9DBE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A62A2B-B2AF-4B97-9218-0D2E90673D6F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73B6A4-B814-FF42-88F2-25C9E05F48DA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B0B009-A90B-285A-3E85-BDE8773C39C8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5D3405-9D74-4343-3943-163DC0018211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5AD774B-F616-F017-9890-E71A3EEDA133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14B8F48-9C3E-C4C7-2B8C-5160F116C92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AA6A3C-D566-8640-5304-524F1CA4D6EB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FE19E40-F593-B868-9528-7023C9760BA4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815339-0131-24C4-0209-37BB3F2CCA66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B264895-DE74-20EF-E495-45BD7EABEA0F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41685-D658-B68D-701C-2A32B41EAEBE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AFC020-8D61-3289-C449-4037EC1B4A4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69F3A-1868-B393-7382-C05F0686460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19E97C-F8CA-E564-6C66-75EBB3235626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EEA72B-DDBC-A0A5-1CC0-8693E40F3D3A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29A91A-F5A3-27F8-3886-86E3781BE269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E492D0-1228-E556-50A7-256C45D5921A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76156F-552A-FC27-741C-89C8D4DDBEA7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64BD2D9-25D1-0491-1E58-C989173C8E0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2998367-7386-E0E0-73E6-68CE25B474AF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0F02C5-823D-801A-0527-8C86A5467A02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3AC1257-0A1E-EE3A-3717-A54C22ADFFDC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9376E6-2AF9-B44D-84E3-B8D1E013143C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A8EF83-5EA5-4048-C1CC-9D89CD9C3DF9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D88F99-6746-4A1F-F4B8-3F373FFF9635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0C0E0D-5D52-DBE9-8907-1C4A9592E82B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4AD0AA-8B66-DA49-CFD7-B840D550C6D9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D268D72-85EC-55A7-A091-0C72E55B5AE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60F3183-A16A-FED3-D402-89768C90A87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2DD28B3-DFB8-CDCC-CE8B-9C3D4E8192AD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E18E73A-A095-EB9B-CBB8-279BC746C6C5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E446CFC-CE4F-5AF3-B5E1-EBDD3F9CC5FA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8AA32CE-6770-4808-E1D9-5761FC45DBE0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0898FEB-29A8-147C-4B88-0CA34BE51C26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4862905-2995-4171-6C1B-F8C3A3537315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9AFFA0-A1DC-0C4B-276C-31FA33EE1A5A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E127852-E65D-4523-1792-35A0C5D95136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46B946F-6A4D-E4CF-133D-5768E4E54C95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0D861-09F4-19A3-7F40-B2F516D801CB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B16A8E-00CF-DA10-0965-2F86495776B4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11AB26-20E0-C5A6-2912-742C1F232A18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0ED741-E121-AD49-FAD6-F4235239AA4C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355584-5046-42DA-CFA8-7DA5EE07CBA7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D8B99D-ECDB-4277-984A-1DB52D75F897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CC30B4-5A07-F32C-8CB3-05E16A859B48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088D39-B65B-8621-0C1A-9C29406D75CF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D9003D-2AB9-0EE7-11CE-C68DDD03434D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7EB037-A774-B6CE-D0DD-CEA39F718B38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97926A-EE09-E254-0AD1-F880E4F78FC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00BE78-0C9F-0DF6-F07E-3994B20A8291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9D0F30-9400-68D6-566A-57C7D33D1500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EFEA77-1FE3-9D5A-0C5D-4B2EE453171C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986891A-B1BC-9B74-975D-F5D4DE7B514C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7335978-7D95-0A31-7052-A90BECABF347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36A7D8-BD2C-E693-3C91-D930025AC422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F13A90D-954A-9EF6-EB1F-27E74335537B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634B89-3AEC-D0D6-8AC9-5D1FC53A6ED7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A41BA0-2C5C-AC00-BBCC-2F13C7277D29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011B8AD-3EF0-5FB3-9E26-D938E13B3AB2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011B8AD-3EF0-5FB3-9E26-D938E13B3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B6FBE4-35E4-3128-80C4-DB668E1FC962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0B6FBE4-35E4-3128-80C4-DB668E1FC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DCCDD00-11FB-C536-7576-1C4D428662C2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DCCDD00-11FB-C536-7576-1C4D42866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27357A-B518-C527-C6D5-48269CD93905}"/>
                  </a:ext>
                </a:extLst>
              </p:cNvPr>
              <p:cNvSpPr txBox="1"/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A27357A-B518-C527-C6D5-48269CD93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532127-BB2D-1266-8806-4963290001CB}"/>
                  </a:ext>
                </a:extLst>
              </p:cNvPr>
              <p:cNvSpPr txBox="1"/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532127-BB2D-1266-8806-496329000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4802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07FFB-5218-BE79-D166-53C0795F1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300B60-0A40-EA84-B53F-830BC26365B1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46BD4-5737-C105-AD3E-2C6801644C0B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8B762-ECAC-F47F-351B-EF32385592B8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973F4-2CFE-54F1-0668-EB9BCEC87BC2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CCB038-AC54-0473-3E59-B41F88C75C0D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BCA7F7-A087-5A34-A50D-73C4DA47513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8C9731-2240-AFD4-AD70-84F1A687177A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10B02B-D2A8-ADE8-EDB4-DE7D7814BED8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6D8736-4240-81A7-2A88-D3D57386CB3B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A8029C-CF4B-2E4A-D72B-1DCE170F5AD6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C86143-2E46-ABF0-5744-52A11ED155B0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02134C-7CC2-3CE5-2338-C0DD1A71D3F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8895EA-5935-9661-B71E-B1241ED9CF82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D677E7-182E-A3CC-2A81-A243FBF2234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10C33E-C82B-DAC1-AB21-46F905450F70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497ED1-3E06-BD55-FFB0-D1646C903ADB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044418-678C-7D9B-2AE1-E1CBBF9464EC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C43F7B-68C5-32A8-AA05-6F5CA9324EF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EB5411-D893-7B34-2F5C-003D8E1B4E05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D9FAC2-998C-4E18-CF16-46B62D353308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106D7D-507D-E3A7-4105-463DAA2CA41E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DD2A5CD-DEEE-4AD9-6241-C5E43A695E8F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645A53-BD48-218D-48C1-F7163D771602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46FBFA-8BCE-2706-060A-D4021F2AE72E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63A0F7E-AC98-C87A-AAEA-F9B274F2F69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C11644-4A97-4EF9-F515-3EC6EBDDF0D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CD89FE-A9AD-4EDB-AAC4-B4BB9F18F5E9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25E5B8-5F58-1F9E-7B46-D66D4728155C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728088-2BE8-C15E-7450-C14CF27AC58E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805EE-362C-45EC-6F8D-12831BAE4275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F3C286-A761-AF1B-CE6D-8C80C4BCCA74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94E2FE-1F62-5357-8EB7-683F2006E7B9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AD5EAA-9EF5-3571-4B66-1FCEF9D50B5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35A43A-9D32-9745-48F2-9852602B40B7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7ED6A22-D649-3195-35F0-DC6AB6DF6791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ED8BA5-F1CE-551C-B7C9-7972224939C8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4F0500-3958-EE36-48E7-84B8EEC9F0F8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3CA1324-58D3-2985-D888-898EC8DCD51A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467C772-199D-CC51-80ED-ED2B35C0407B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6EB15D-6813-B482-8358-83D9A1A8AB24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7A1BA1-11F6-680D-2150-A3796D58E320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E5A19A-4262-AE2C-4D61-28BA0A92B04B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C1A8346-114C-3089-2A07-DB25A023BB0E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8B55126-4715-9EF8-0144-78A7BE4E8697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01F28F7-591F-CDA7-543F-9F944EB9C0BB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7967461-777B-2838-9299-929BA14F826E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C7BAFAE-2903-1E04-57D6-ED84665ED652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CE61806-47BF-1189-4EF3-BB1D374EC65B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379F64E-F36E-8CFA-041E-7818195230F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D68C2A1-EC97-BE0C-700B-D13E40410928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B702CF8-1954-72D8-D8C9-283EF016ED7B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D1E911F-A433-5544-BBF5-1FEE724FFEED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0AEEB5-B4CC-EC90-259A-168968EA451D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F6C3E5-EB41-B727-4820-96309BF722E5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9CF9C3-798D-1030-0008-CA9CF47A9BD2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E9A9F3-7282-CC9D-68F1-8975480A1C58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AA6225-8FE2-5A53-E1DB-016520FD8EDD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B183DC-DB26-995C-3903-10A268D97FF4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D713DE-AD51-CBCE-BC4E-8358AD37A7BF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CEC0EB-DF3B-A25A-5C3A-64280D58086E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2B734A-CD82-90FD-9323-FC4E13CC90D0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0BF2F-D2D4-994C-91B6-3D87E85ACFB1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10631C-6FE2-2619-F716-C336C943E972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868C0F-3428-02F7-34DB-BB631E39B253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5E2669-6B8A-DED5-4830-53D59472A48F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9365AB-F51E-AD50-E057-02480798F572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FBB2EB5-7BE5-C5C2-8FDD-C247DF7A7EA5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77BE870-DB24-3C97-6872-D620D83ABB80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B2EC603-5DE8-3279-09A3-591FA507D7B4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167F5F6-0F6F-035E-0878-0C311D30A7E2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2166F0-75D0-8C03-3866-31F2E0AC45DD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D51393-4664-F520-7290-55176289C4E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3DCD41-91EC-8F74-332B-0052D3F58FEE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C3DCD41-91EC-8F74-332B-0052D3F58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70CDAC7-2D2E-18A6-5840-E3C68BA1C908}"/>
                  </a:ext>
                </a:extLst>
              </p:cNvPr>
              <p:cNvSpPr txBox="1"/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70CDAC7-2D2E-18A6-5840-E3C68BA1C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439429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B5AB3C0-AB34-087A-90CF-EA017B63E1CA}"/>
                  </a:ext>
                </a:extLst>
              </p:cNvPr>
              <p:cNvSpPr txBox="1"/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B5AB3C0-AB34-087A-90CF-EA017B63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7905304" y="2015272"/>
                <a:ext cx="4106282" cy="923330"/>
              </a:xfrm>
              <a:prstGeom prst="rect">
                <a:avLst/>
              </a:prstGeom>
              <a:blipFill>
                <a:blip r:embed="rId4"/>
                <a:stretch>
                  <a:fillRect t="-1749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1BF72C1-9199-C749-2393-98733B5BF8A1}"/>
                  </a:ext>
                </a:extLst>
              </p:cNvPr>
              <p:cNvSpPr txBox="1"/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1BF72C1-9199-C749-2393-98733B5BF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5337501"/>
                <a:ext cx="6794644" cy="500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DC7C8C5-3CD5-A8C1-0A50-EE6C3854823B}"/>
                  </a:ext>
                </a:extLst>
              </p:cNvPr>
              <p:cNvSpPr txBox="1"/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DC7C8C5-3CD5-A8C1-0A50-EE6C38548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4162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49D2F-DBC8-A402-ABF6-69928496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D4CF8B-14B8-C1C3-4671-C2850991DC6E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F8F08-EA6C-26CD-BAE9-359269466966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10057-356D-5E69-8F04-9B2346402E8B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A0461-BBC6-C058-6F3B-720844B3B00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43765-3DA3-B47E-A1CE-B0D6AC6C9BA7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7E0D91-707A-38F4-D3EF-66D2E0C98F21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749DE7-8C6E-5B3F-7AE5-A3833A60BB3C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588AC9-8A1D-3F10-2002-B03DAF6FE02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BAC33B-8B91-5F42-6D9C-A513188BA826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AD9067-3398-7FB2-2F10-3728DC96E6E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6833A1-47DF-CF0B-9506-356F42E6706E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605D86-CFB1-814C-821B-8B43EE9D045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D87A48-8241-0411-8B11-A17E0077D7F4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A5B104-5848-BE0E-78C6-CA9435F028EF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0D29E7-8D05-7230-651E-823E8B3F3BD3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56A3AB-18A5-2449-99FE-66BDE27CB6A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492EF8-1102-24B8-8076-840D85589DC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AD9F3C-36D5-074E-60D5-03A3E5D78940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3583DB-0BDA-228E-D489-5526BAEE19F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50A793-B7EB-7B18-617C-F11741F52B6C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5EA104-8078-0A02-8C11-268046C3F91E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2613028-B613-305B-B75E-1C25473045D5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4F6049-F3D0-01BA-0C07-5493467C53FC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60F8BBC-8444-F3CA-39E4-64C7052C0CDA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0092D72-41D7-15F3-2747-85DB4EEAB923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DEF52D-4540-84BE-3A15-58ACE8309FE5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4D8671-7EC7-B1B3-BA7F-57F83AAAC91F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FC61EC-EBE7-84CC-090B-2F2638F93417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76C73F-503C-F5ED-1BBE-6487A3E18F4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9F1061-75E8-F130-7F32-627B69253DA7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69FE18-1924-5CF1-7F78-24A3EF503669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B65D04-D1CF-AAC5-7F29-5FD062B59356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CA80E59-4445-309C-98ED-6A0FF3DFDF7D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01B053-66A0-EFCE-297B-55A34A1AC72A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000058-A16F-080C-42E0-A33068ED2132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545A91-DD4E-625E-A1BD-27F4B5A6F09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78D979-F318-82F2-F3CB-81ED6E62ABFF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ADFD2CA-F119-8AE4-C816-7008809F9C8D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5DD6FA-7160-56A2-49A2-68817EA58C71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BAAA3A-8BA3-E043-5591-223CED04DD1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0B36B7-C99B-BF96-019F-E86B4E979B43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333DB1E-9517-0637-37C2-E7B338E0D92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F91B1EE-A9A7-3FE6-F890-B8D38D3850F5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67D1FB-640F-A4C3-0CDF-8D977D77BA49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4BE985-244F-4A6A-5D82-1837C8508745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BAE0239-CC0C-338B-D157-5B6B3984BC79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982C268-0D44-F547-7596-98FF716F93EF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9490D9-5F3A-07B7-E862-1BC64A0FEE3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6428247-82A3-978F-56F2-583EA0E213DF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7872A19-29B7-564D-E0D2-0D513DEF7F00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D1A5C98-6EE0-203C-453C-0DC114384C90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9F70205-88F4-CDB5-1F87-9999ECCA14C2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17565C-EB35-F371-448C-06549396312A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B04DCD-2712-6E54-DFBC-FDBD7BD0F4D2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E55EA2-5768-CDD3-F92F-7F847903DEB6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6A86B6-8EF1-A193-6C1E-5AF5AEFF5AC7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819B06-D69C-69C0-4029-DBC62823503C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21B3AF-2B1D-9A73-B7E9-0D453E871A9D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4E6517-B226-FE73-8B32-4AC806213E01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1C526B-427B-29FD-0597-A54B7A7FA64B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11FAF8-4DE8-71D0-9E1C-0B13B3B17DD5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54F024-B280-3E19-4774-211566A231DE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E631F5-756A-4055-4CFF-CBAA5AF64E51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8E1FC5-5818-ECDF-4C36-9399CD97178C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441B6B-FC17-D28D-7AAF-13A3FFD8D819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ED4D45-2DF5-3003-7550-94A9FC86A74D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6EBDB0A-9155-7044-B884-11AA97C0ED3C}"/>
              </a:ext>
            </a:extLst>
          </p:cNvPr>
          <p:cNvSpPr/>
          <p:nvPr/>
        </p:nvSpPr>
        <p:spPr>
          <a:xfrm>
            <a:off x="107160" y="1105375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A8C7A3A-5E0E-6402-614B-84793D2DCAB3}"/>
              </a:ext>
            </a:extLst>
          </p:cNvPr>
          <p:cNvSpPr/>
          <p:nvPr/>
        </p:nvSpPr>
        <p:spPr>
          <a:xfrm>
            <a:off x="2702727" y="4083722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A1FB089-0955-B832-7AAA-9BA33188AD75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814392" y="3047701"/>
            <a:ext cx="2595567" cy="1036021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95516A0-A10D-18E3-07A9-3834D3FA913C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4D4F6F-B702-1B2C-E7CA-50B4B3A6EE40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99A11B-6EF5-57B5-3FFB-A5617BD20A1B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 what conditions is </a:t>
            </a:r>
            <a:r>
              <a:rPr lang="en-US" i="1"/>
              <a:t>move</a:t>
            </a:r>
            <a:r>
              <a:rPr lang="en-US"/>
              <a:t> as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1411D-BBAE-4FE9-1DE7-77DC819DE0E6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FC1411D-BBAE-4FE9-1DE7-77DC819DE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3C9D7AE-FE66-E4F5-6E32-960C42C9D66B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3C9D7AE-FE66-E4F5-6E32-960C42C9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A5FFDB-16A1-68D4-01BF-90B74956B6FD}"/>
                  </a:ext>
                </a:extLst>
              </p:cNvPr>
              <p:cNvSpPr txBox="1"/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3A5FFDB-16A1-68D4-01BF-90B74956B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370" y="6210714"/>
                <a:ext cx="6794644" cy="500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191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6FF5-25C3-9524-00C8-FFBE5D60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A76AD5-4441-8261-E210-7D127D794E2D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D67B97-416F-DBBE-85B4-610F55757A2A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06364-B5EC-740C-A49F-8D24CC73A2B5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61190-9468-A6EB-6F11-B53F59518028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3BDE8-0C05-8989-9DFF-4B46E20F5068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5FE7DD-F5A0-2A61-1D3E-8BAFFC097A15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236F2D-4E05-E95F-A71D-35CD4FAE4362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781721-1F85-3F4F-908E-AC0827AB731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5E4F14-536E-1679-DE5A-C8FF35E7A5EC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ACB84F-235C-DE26-2CAA-713E0BECF395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E0BE55-9D72-19D8-5D8B-53CDAA298E74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A6E4BB-6DBC-4103-47EC-14033DA2A5FB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F8F52-95D0-5C06-2367-B4B53EE56EF8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251E588-CB0D-19EA-37C8-82F3BE70F009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B19B6F-CAFC-1FAF-A9F1-35860C7AA77B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F4D4F2-B2AF-30CD-73D3-09FB3C15847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459101-EB93-B029-97D9-DDCAEE84F293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3FAA4E-6A27-2BF5-8022-D6638D4B2ECA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B09834-22DC-48A8-92AC-9E06A900BB1A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1D21564-A39F-7720-9402-ED0938A1002E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91629F-4045-C242-E28D-1202C1450106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15D4A0C-6344-5124-5449-2D76E421253B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8B2EF6-89D6-8CA6-FC25-C0B61DB69CEE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B106EF9-051D-2B2F-3D71-54037502E476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02955EB-9E5F-7E05-3299-72A422144D1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C31473-17CB-0B46-1875-472CBAD0512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FB2A7A-9362-C714-D12D-9D390D8237A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3E5CF7-D543-395C-CE76-D2F2E24F7115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99FB32-EE28-5303-A5EB-7FEB7EB0BAFB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B2E922-EBB4-D907-BAD9-5AB765E1C5FE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D7C92-B787-38BF-29AA-D8A77C685BF8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5E33AE-5B0C-9AD4-D7B5-E23246CDD09B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51E73A-403B-18AE-746E-2938C8B469C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5E3F724-BDD0-C00A-327D-BBC64FDDCF7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33EFD45-2C82-3864-DA32-2AA80B0FEA08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A5BBF1-32DC-9D2A-28F9-745BE36329D2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751AEC-61FC-01DA-E610-ED6256E8E401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61DD70F-E8C8-61F4-6EA9-724EACA89CCE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CEF2B99-FD46-2165-A514-772BA6C29C79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6EE93B-5F0A-4A65-F290-7EDFFA69E57B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E7FFE17-1247-2C72-8150-1175FE2F56CF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924D93-DEC8-B52B-9A45-BD34C94C5CA7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3BF727E-F67C-2A72-B15B-A5B235AB372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DC34B6E-DCC1-AB5F-F894-C97296F6E421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CEE8416-8DE0-684E-4235-D1A337C52938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C658DD8-6460-4BD5-EAEC-794BCB33E34E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1AA7A7-F248-0915-69B4-2E7CD8852908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77DE375-230B-4994-D911-63DD7316D533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B39546E-AF9F-2F5B-1DFE-C0F05B5EC4FC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10F0ADF-1D75-956F-9B12-DDBB19D04CE1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EA5E51A-C200-BB7C-C8EF-522D9F2278E0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A976991-DDB1-9482-8809-2FDAFEB98689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6B02B4-3510-4EEC-AB02-5C6CE44EFEF2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9D5F18-708E-82BB-00DA-00EA34A2067B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5A6183-3D20-18C3-1A3D-32F66F98A84F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B027CC-159A-7158-C663-783B827F2FD2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46D673-32ED-C93C-4BC2-F4EC95B7964A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45EB24-4EAF-9F41-A4DF-E13A3F8A275B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55B1CE-86F7-14B1-FB75-AD6890E30B41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3C762B-A591-DE60-31EE-3226ED550F40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8849EAC-F59A-7800-9D71-D15CEE8EFE89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982875-E897-7D0D-E0D4-DEBFA36F1ED7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9F3D4B-2E50-8420-9149-25BD553E6A99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F531E3-CC5C-E5F0-D572-4DA24E5742B5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7E2057-A822-230F-DF97-160710650F45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A2257E-3358-3D2E-E2EE-79E1CBCC7105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2FF3A06-84E0-88E6-FC3B-997151D247A4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BA569A3-95E6-E793-D23B-5B97386CBEF8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3BED0BB-7A18-60AE-B2F4-D91733DD5423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401FC3-C14D-A272-D867-1F256207ACF2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5CF419-7E17-B122-9F57-020C0E64EA9F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C801686-DE2C-FD7A-9B86-117FF0BBF061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3A3BA3F-6F43-22DE-8DB6-A87A11589616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3A3BA3F-6F43-22DE-8DB6-A87A1158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A34B456-1024-E341-7EA1-296A85A6C8F4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A34B456-1024-E341-7EA1-296A85A6C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783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2A63-4568-671F-8D7D-85F88673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AFBF61-E6EF-9FF4-B380-5CF50A8B5343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9DAAA-F6DE-DCE8-8D13-E803A786CAD0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FA04F-55FE-A424-FA3D-763DE090B533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5CA44-D893-2A15-AFF1-5FB983F6BE9A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F328D-95F2-3918-9FD2-19E8101A40E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401B34-6B55-2672-5D9A-2997CFC4FE67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91C5ABF-EFB5-F26E-CB56-584461B473DE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5B4BCE-762D-626B-BC21-7BF96B8253D5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3151EF-2930-388F-2D74-EEAAB2E8318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83C097-9F79-182C-F230-2DC21823156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91F02B-6EF9-2F2E-6F51-FB8346606E7F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6C98B3-A776-92CC-A091-316C3A4D09F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729C77-32E3-CE92-62F7-229ABED5265B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2C0C3D-3043-F33B-4C32-F4D4C0E3B97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96FD7A-4B46-FEB2-A2DB-E621129034C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D9EF94-7C89-7D3D-AF8A-DA35F62D50E6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E3B015-C57B-2C5B-F634-603066CA8C1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EB2247-BBC3-6732-07E1-2A08A199B23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6F1B47-6E67-247E-61BF-7C161C28BD0C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FCEE22-2535-9E1E-1141-BB13284B3E7C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F7687B-26DB-EF51-281A-9FECC4ADCBC7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0325B4A-51B4-539A-7A42-A38AFBDAAD91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B25170-8391-FB04-786D-35B8A7EC573E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CC738FD-ECE0-53FF-E39C-1E9A273F6362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45BCA4-8557-916C-04DB-03872B36F58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32CECF-5014-D915-3E94-F574BA1354B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9F87F1-E07A-85FF-94FD-E8FA41032417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540669-B483-72B6-BD3B-B240828D1F7F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E58160-313E-3112-E323-3B0ACA94FF8B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6508DC-8A62-7788-72EB-E73134A822B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2BFB1D-55CF-8062-1A7D-4E0F04098458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D22C12-9636-750E-81F4-562499A17842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78BDEA-F2DD-28A6-C7CF-5D29EA739577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64435D-FFC0-483B-533D-D0D7D4E54B5A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D182CAE-609D-BC5A-526B-46FBA87CF2FF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CBFD5E-29C2-13E0-5CCD-FBD13A8C90EC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D34317F-3818-B34D-1D3E-42E12D0B274D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C8145E7-74D6-A466-B4BC-93C31E1095CF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8F18F5-A0DB-ADC4-EB8A-DBF498D23FC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CCE683C-71EA-C5A6-1FBA-A29FA49191A2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12FA92-93BA-FAF6-C95C-4D123D4BA2D3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BC46835-07FA-1682-1407-FF8AF893578B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7C6F9DA-A275-BDC6-FD9C-6B578A8EF842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276216D-E3AF-650D-D879-A2DC9D3C3D0A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943668-E112-10BC-54E8-D4916F74A086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A661CC1-AD47-3DC8-CA7F-8C897FA392A5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DBF04A1-9D29-3BF6-E503-5ADF7584A069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2EEE54-97D9-EE00-7E89-6D50D0B970A4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3EDE4F6-4872-DACD-BE1F-27C414E9D2CC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2485B9E-6C27-6B67-76ED-3C0DE5C1D593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4C06AB5-6D4C-F1DB-BF88-E28F100E72C6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34AAF02-634E-4AB4-406D-FE73FFA805F2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7C44B3-A1F4-BEC4-3F3F-D41D55E0330D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B0A728-D563-60AB-D0F4-E103840A3476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E89011-AAB1-72F0-2EC3-4EEB49877908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3FFBC0-1E66-11F2-D8C9-BED6AE0B5191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1B0E53-9E49-2308-88A7-7046D88B321B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67CADD-CDC7-258C-8C7E-1A56D411978E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9B4495-91EE-1769-0210-98248E45497E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AE7E60-F3BE-50D7-9A30-C383E7818F67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E07E1E-7D87-3709-C716-A82CE2533F1F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049E48-A323-2E15-2CC1-4749B5ADD7B9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0E040B-C179-79A6-8A55-3FE7B88A1160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D90969-6A7A-058B-C8A4-E697592E3F34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0C3004-AD7D-CC17-FBAB-D8737851DC97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56E8C7-07F1-340C-0566-FD917B4FEA0A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D4A776C-6CBC-4D51-D65C-A1797C110680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09DFCD8-14D4-B9A7-AD26-276F1B084C16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D65576A-5118-6D21-9FC6-ACA213B4BFEB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4D31D70-4A8E-8445-96C6-C7460C4CC9BD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93FF2B-A6C3-2A2E-29EA-BAE74C888946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0F1338-2396-DB0B-6E10-CA7FCAF68CC9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D23AD7-24A7-88FE-269A-BF2AE3318005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D23AD7-24A7-88FE-269A-BF2AE3318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A08C076-4056-57BD-0629-78CABB880C5A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A08C076-4056-57BD-0629-78CABB880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3A8F78C-C3EE-C6B2-09D4-271BE9381634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3A8F78C-C3EE-C6B2-09D4-271BE9381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5CD7F58-634D-E20D-3097-F8EE60EDDF6C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5CD7F58-634D-E20D-3097-F8EE60EDD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4771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E323-98C7-D871-59BA-254A3004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9081C-43BE-EB9C-6AED-E79C681FFCA5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102416-EC4B-1AB7-1B79-39B1B5EF6AE0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9A13AE-0276-635C-4140-5CA529BBD9FD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F0E7D-5840-AB08-9F6D-AA79D3C4CFD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805CF-52FC-B035-4584-7455AF413922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AC13B7-8010-E18E-6C0A-AD24561C522B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C17EC9-4619-CD28-86D0-A69ABBE41BF0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BC90E8-62B8-004A-D5D4-9AA53D1D87E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1DCA06-F0D5-6331-7F88-D97214AE0CCD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DF7E00-9970-1B59-5BA2-A29CDE514CD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C3B60D-F98F-F930-E45D-AB8D0604FD19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F3C5CE4-7CF8-ABDF-991B-2B8A2EB89DC7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31EC63-DA2F-76C4-4DE8-EC950DCB9A5F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084915-973C-9C81-BEE2-BF79860346B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E239F1-6E42-C46E-823A-DEB76BCBCD6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8D4300-B5B9-5B7B-3939-7AE76AC66BC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3A5DF6-39A0-0EAE-E76F-07BBEFF024BD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4DB70A-5AB0-8147-D7A6-4889EFA8393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BAEE9C-9E58-EA96-54E1-4373FC5D91DC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5824AB-91F4-EA95-B872-09ED4460CFAF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E08617-CA81-469A-6E3B-E99C83BBAF8E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8BB61D-7273-9D9C-EB6B-410AA04066AC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7E8AC1-86ED-F300-ECD3-ECA304482E6A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84355D-6F26-1ED3-306F-D9C23E243675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D1FFAB-BD80-FD2C-C5B8-57BF4C880B7B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F2E2AC-A00D-BDD5-CFBF-0164EB71C1F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59899E-2EE4-400A-3E03-F86B1782B798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FE1218-806F-429C-9C79-97B1460580FC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2B1D9E-F5A0-B14C-A0DE-714AD77FDB1C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BD9D76-18C6-D791-34B2-9F81FE2E2E3C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3438C3-21A0-9AC4-B98E-681B5FD6702A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F5DD0B-6543-594C-13B4-EEB66842C38C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C0575A7-1A49-DA48-8DA5-E3E025668AA7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1E002AF-68BB-2564-0EC1-B4E7D247374F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E6C7606-7F8C-2CE9-C794-5BD6BD30A7B0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03A1CC-0E2C-1DB9-726A-099199CB27BF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E42375-9F68-E165-FD07-8CAED8860386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33E0937-6BF8-1670-9DEE-4C57CDA3FA9A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3EB1D97-7F1B-F10D-1FCD-B0986A70B27E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7B71B3D-7E11-4D46-04F6-FD7E3370E7A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788F68F-03AE-452E-B898-D608BC218337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FCF5CA1-CDF5-CDC0-A3CE-6434D719CCA1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28E8397-4EF9-9482-62D5-6277713D6BD1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96F00E2-B206-B58E-B3ED-BE345DEE040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002BFC-7329-1564-E70F-E8CB2E3FC19F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22E538A-A119-1BEF-D9E1-A17C1298BAC9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8EC6E24-8365-42A8-8D94-909A87B894E6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2A36EE7-4944-27E3-FA58-B7477B3D95AF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F4E092-71EA-4B59-3669-A395D8F13992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6DF65DC-526F-3372-0F8C-C78537C7510C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DAFD7D-A4B4-6799-F81B-648C0FBF6540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19DBC2E-E6B7-4FF8-7434-3D0B22962969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45815C-3231-A52A-09D0-F8D5B72FC058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9EB47E-67A0-9E32-68E8-F8CF993F0FFF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D832F4-E8F7-3805-44E5-D77A587AB2CE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DA241A-54EB-3CBD-BA9F-0621F78BCEAD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D5561B-6562-43CD-8A7C-59D099586D2A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A8C2AF-3314-B966-F72F-47B35E6DE1BC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AFB684-F4C3-8D66-8DB1-3A63BD8D1444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754866-DF02-34F3-4815-72189468F5E4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2FAABF-CA20-8E8B-562F-BA53C4E78538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6EACBB-D6B6-49F2-077A-EC9FA1C0E201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1AA1F9-A79F-10C2-1DAE-BDAC0A2B0B0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24FCE5-EF63-522B-5555-FEECB8CC6F25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19E8F4-17C3-838C-4A15-6794A73EDFF8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33F1D4-A5A9-C5B9-1D2F-982A36937343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DFAFEE6-20B6-76F8-5226-CA392FC8714E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CC0A1F3-6887-8AA2-933E-56E257BA0989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67BD0FC-EB99-B001-7144-2C234B1E932A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433689C-E22F-4C18-BE7D-F0FD601F3315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0C2D4D-602F-1F3F-A852-4A7752300147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A794C7-7673-F388-2AB5-553F283230AC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D3C25A-56CB-4A28-C695-D68D45E7F5BF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D3C25A-56CB-4A28-C695-D68D45E7F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BC7F246-0203-8B5F-DFB1-49754F8A985C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BC7F246-0203-8B5F-DFB1-49754F8A9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F593DCC-5E1F-E264-4AB9-6CE136908FB0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F593DCC-5E1F-E264-4AB9-6CE136908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val 76">
            <a:extLst>
              <a:ext uri="{FF2B5EF4-FFF2-40B4-BE49-F238E27FC236}">
                <a16:creationId xmlns:a16="http://schemas.microsoft.com/office/drawing/2014/main" id="{0594A765-BF93-E07E-C2D5-FF6B668908E7}"/>
              </a:ext>
            </a:extLst>
          </p:cNvPr>
          <p:cNvSpPr/>
          <p:nvPr/>
        </p:nvSpPr>
        <p:spPr>
          <a:xfrm>
            <a:off x="6753234" y="4289939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3BC3736-AD9C-E137-1328-FFD944A14A09}"/>
              </a:ext>
            </a:extLst>
          </p:cNvPr>
          <p:cNvSpPr/>
          <p:nvPr/>
        </p:nvSpPr>
        <p:spPr>
          <a:xfrm>
            <a:off x="7322048" y="42852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73D5912-4C5E-D6A1-ECAE-3F30421BBD9A}"/>
              </a:ext>
            </a:extLst>
          </p:cNvPr>
          <p:cNvSpPr/>
          <p:nvPr/>
        </p:nvSpPr>
        <p:spPr>
          <a:xfrm>
            <a:off x="9960912" y="4270929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50B026F-E198-38AC-04C7-31C6B0005121}"/>
              </a:ext>
            </a:extLst>
          </p:cNvPr>
          <p:cNvSpPr/>
          <p:nvPr/>
        </p:nvSpPr>
        <p:spPr>
          <a:xfrm>
            <a:off x="10503122" y="428673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2E1C641-9FE7-DEFD-ED99-0B3B9F50E570}"/>
              </a:ext>
            </a:extLst>
          </p:cNvPr>
          <p:cNvSpPr/>
          <p:nvPr/>
        </p:nvSpPr>
        <p:spPr>
          <a:xfrm>
            <a:off x="7329502" y="5333532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B0B5B6F-FC5D-795A-7C19-C913522BF82A}"/>
              </a:ext>
            </a:extLst>
          </p:cNvPr>
          <p:cNvSpPr/>
          <p:nvPr/>
        </p:nvSpPr>
        <p:spPr>
          <a:xfrm>
            <a:off x="7905846" y="5326618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849F94D-7BF4-951A-75F6-22D94EAD8051}"/>
              </a:ext>
            </a:extLst>
          </p:cNvPr>
          <p:cNvSpPr/>
          <p:nvPr/>
        </p:nvSpPr>
        <p:spPr>
          <a:xfrm>
            <a:off x="9946476" y="535459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6193581-F40E-3CB7-8ED9-41D309046E4E}"/>
              </a:ext>
            </a:extLst>
          </p:cNvPr>
          <p:cNvSpPr/>
          <p:nvPr/>
        </p:nvSpPr>
        <p:spPr>
          <a:xfrm>
            <a:off x="10598938" y="54089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CF39F55-28B6-B9FD-47A6-15AF3597939D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CF39F55-28B6-B9FD-47A6-15AF35979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6588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1AD2-2464-C8DC-0D7E-CE17C981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89CA2-60CD-70AF-C5C3-6B6E6E9F7D9B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8A153-4620-5F0E-B6A4-452AD0E0BF31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2E2BC-CA46-AFDF-58E6-BBB66401411D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BACDB-2D8C-541A-F6C3-2AD5F648B478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C9075-6DA5-84C8-89D4-53F9863FBA40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10CC58-9E63-FEA2-16D2-99E853D4A153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7C837A-E2A5-D3A6-F77F-1349D2922DD4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32EEB1-C13B-0199-9DE0-3AE6E7661215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E28F9D-6D48-2754-CAC2-D3BD46AC62BF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6AA9E8-F3E0-1C69-27B8-37F0153161FA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75BBAE-F772-0776-56FB-0539A59E8133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CEC898-7F13-A240-C027-0636B24B692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AC1115-0DDC-4AB9-473F-4AE4F450BBE4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ECACE0-126D-3C6D-186C-456818AC7C4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3DD518-806C-6109-F68E-937FCA1EBDF1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FDFC5B-C92F-6F13-0A77-6FBA1A7E1358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06E4FF-59D9-2DC5-B22E-DE16D756CC4D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99B61F-EF82-FC83-B6E4-06AE9023C556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175BF2-E92A-37CC-DEC4-46B54187FEB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B4845C-0945-F679-2988-F6E8BB56E4ED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D5B893D-D916-A8C7-6353-1EFE933DFA74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D15911-F3DE-7D17-A9F0-1EE42C5708F7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B2326B-F9DC-C3EE-1972-B6B08923BE0F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0E113B-9BBF-3A90-2586-C3E4893542EC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EF4F4E-5E7E-7D9D-38C8-0B0BE9E26059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87B300-5889-9AB4-D70A-002928D0396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ACA98E-48C9-D6F3-D473-9D6B07263416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E0618-3382-11EC-56BA-BB8A570846A3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024683-5DB1-D6D3-4CFD-A92CB9AAA73E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AD2CB9-CABB-9A9A-CEF3-32F97D4DBBF8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47915A-9E85-E051-107A-1C6707C4F34E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3C4382-9ADA-A3BF-1CB6-74A5C70ED47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6A15AF5-60A1-4C1A-7629-0108E944BF5D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54A6B54-8386-6018-60B2-64CF0E41F8A6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BAC112A-A210-184D-B62C-2B15FB6F7ADE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BB7434-D135-7A35-670A-6ADEF64722BA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1656722-B5D9-2402-2F1D-B5E2218D36B2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D0E2761-EF08-B3F4-D5C5-6BB998D20B3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43E82F-AD9A-905D-A3BE-7309E65A30B6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9B3BD06-D496-169E-831C-0D673139C2CD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EE2D71-DFB3-6C42-E4BE-7ECBB88D7188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01BC1D-8B7A-2D4F-30F6-4D13654C79F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7A5434-AC43-C3FD-EEBE-CDBDC3D3BC65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F196BDD-E020-DB71-3884-68FD99444DA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D0744A3-221C-8A72-1683-22E748DF0F98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2BB7E1B-3F34-E650-8F32-31AE5EF6EE94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6EF268F-AAC5-2A32-1E74-60D93E8466B1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19ECF3-FF03-FFF8-B2D6-39BB00503758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043C686-1C94-D028-7247-D7C54EF056FC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E098B9F-2D5B-8F99-C11A-422C16371326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311747C-2516-2AD3-C187-7EDC70741B0E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7674EFB-B229-26CD-4322-936A60B51AB3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CF09CD-D94C-701D-0E75-3D0EE85D6BE6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52F690-8D21-0E26-5D6B-2D3AE60AC50E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C46D84-3B9F-6B36-993A-7E68C9F743DC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E3491F-A731-B4D9-BF4B-9D8FD956BCDC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7129C7-B2F1-FAC8-92ED-5585E16E544D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D8404F-32B1-883F-966D-0A7DC7C115B8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BF8E23-6290-E405-873B-DE42100F8ED9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133188-B9B7-31B8-54D7-8A97AD8E58F6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28A6ED-79DE-B65C-9587-AD04F8B0B783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F2B778-A47C-BE65-C34D-157E69BE2C19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205FDA-F236-62D0-3F39-B9A30D979611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A82518-DD0D-D3E5-13A8-0074C0FA83B2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47E4AC-3F9E-3331-E990-B978DE9F98A1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009255-D66D-BEC0-01B4-9154F56CDFB4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39A045A-211B-4FFF-9693-B651084940B7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B525BE7-2F0C-B945-C112-5B8C3964B372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7A24F40-044A-0138-8387-5DE5FAFF541D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1D4EC94-8216-AFC2-310D-112E15E037E6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AFD379-BF98-78F0-68D8-F8965AC900D9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DAD6BE-EF48-29C6-FF9B-364DE2AD85C4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B0E1E0-D945-A0AD-EA1F-9D266240208E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B0E1E0-D945-A0AD-EA1F-9D2662402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A6BA363-96E5-B183-AD84-FA8E3F3A344A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A6BA363-96E5-B183-AD84-FA8E3F3A3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098E332-EB9F-5BF4-3A01-0E55304CD517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098E332-EB9F-5BF4-3A01-0E55304CD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val 76">
            <a:extLst>
              <a:ext uri="{FF2B5EF4-FFF2-40B4-BE49-F238E27FC236}">
                <a16:creationId xmlns:a16="http://schemas.microsoft.com/office/drawing/2014/main" id="{5B2AE4D7-07AD-EE3B-9E00-6EF54833169E}"/>
              </a:ext>
            </a:extLst>
          </p:cNvPr>
          <p:cNvSpPr/>
          <p:nvPr/>
        </p:nvSpPr>
        <p:spPr>
          <a:xfrm>
            <a:off x="6714388" y="4303156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FBE5C58-2CF9-2284-B215-1ED2DE28C9BA}"/>
              </a:ext>
            </a:extLst>
          </p:cNvPr>
          <p:cNvSpPr/>
          <p:nvPr/>
        </p:nvSpPr>
        <p:spPr>
          <a:xfrm>
            <a:off x="7322048" y="42852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D6B1B38-4372-BF32-28F5-98BECC4E0255}"/>
              </a:ext>
            </a:extLst>
          </p:cNvPr>
          <p:cNvSpPr/>
          <p:nvPr/>
        </p:nvSpPr>
        <p:spPr>
          <a:xfrm>
            <a:off x="10080985" y="4269818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665BDAF-C59E-C4E5-246C-CA9F244E6578}"/>
              </a:ext>
            </a:extLst>
          </p:cNvPr>
          <p:cNvSpPr/>
          <p:nvPr/>
        </p:nvSpPr>
        <p:spPr>
          <a:xfrm>
            <a:off x="10715558" y="427603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D8D63FC-0118-1657-2994-D2509AFEA7E0}"/>
              </a:ext>
            </a:extLst>
          </p:cNvPr>
          <p:cNvSpPr/>
          <p:nvPr/>
        </p:nvSpPr>
        <p:spPr>
          <a:xfrm>
            <a:off x="7196301" y="5379032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40CD7F2-1A45-FB78-3B30-2E5C13AF7DA4}"/>
              </a:ext>
            </a:extLst>
          </p:cNvPr>
          <p:cNvSpPr/>
          <p:nvPr/>
        </p:nvSpPr>
        <p:spPr>
          <a:xfrm>
            <a:off x="7850428" y="5381940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BC9DBF7-878B-A023-BF14-2DE7142E3C20}"/>
              </a:ext>
            </a:extLst>
          </p:cNvPr>
          <p:cNvSpPr/>
          <p:nvPr/>
        </p:nvSpPr>
        <p:spPr>
          <a:xfrm>
            <a:off x="10066548" y="5406826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7A42F04-306E-F1A1-A3E2-A346BF400D87}"/>
              </a:ext>
            </a:extLst>
          </p:cNvPr>
          <p:cNvSpPr/>
          <p:nvPr/>
        </p:nvSpPr>
        <p:spPr>
          <a:xfrm>
            <a:off x="10714182" y="5391438"/>
            <a:ext cx="341809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F9EC0E-333B-E7A9-E376-DEC93E9BEBFA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0F9EC0E-333B-E7A9-E376-DEC93E9BE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5178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DE9E-5CF9-8A09-4B82-8D3C880B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D063EA-5BA7-9977-E1F4-699217EF291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EF092-751E-F857-5479-6CDAEEFD391E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BC9A2-06FA-BCE1-1BCD-0D4DAC6CC8D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87B08-48B4-5D5D-C57E-888EBCAE0F6A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DA945-9C49-D30B-F6E8-88B9238AAD27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644A6D-87E6-C6C3-94A4-B7AD8A177474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642062-24B9-FE20-66EF-E5366FC68895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5B210B-C03A-33A6-43E4-5758A9E9CEE9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BB2E18-3F94-04B7-D326-4DE3087E3BE7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A04AD9-B585-D740-F3AA-03B036E461A1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F79E11-C17F-49A4-A19E-70AFDFBFBB3E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40A29E-86FD-AAD7-1C26-D600D17024A5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AC9C32-A420-CFD3-7AA7-37338C128C4D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2B5E32-EE26-BE77-D908-CAA518BCF41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FD3D87-AAE3-4849-E716-234419991D4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7A39B65-851F-57C7-3562-38D8D2E9B720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2DFCFD-84F0-4535-CEA7-2C12259175D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192725-7853-2C74-4283-AC7061449E0C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D91FC2-C32E-27D9-158C-C74C233096E4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C694FE8-7C43-D75A-A951-EB71A9C68BB9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8B2FD6-E801-F3E5-0939-FFADF985CFD2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C92C2F-968A-F92E-1F4B-7096B1775467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19F2B2-CA70-42D8-F795-0026648E432C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10DAD8-78D3-CB02-3C6C-579C1B1C6F4A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D583430-7F24-6A94-B978-C590C9AEBEE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CC6C59-ADC6-1859-EAF1-3BC395950C2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B25F9A-6D8A-BA91-11A6-AD2EA68D2DD7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C4207D-9FAD-D948-C0A4-25AB11F3368A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50F860-CCF8-BA60-7D03-D636B612882A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6242FC-DAF7-020E-05F6-DD4AF6C26A93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221F93-C3B2-54CF-443C-7D5CD2D192D8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01855E-1F05-A631-7B89-FE714EB861DA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B76E30-999D-A6AC-33DD-23E373461990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5DC5B32-80CF-3722-F122-235DD4F22D3F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8AD68A-A975-2355-A907-412D96ABF606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68952F2-6C8A-0121-2F19-EC1A4FC4D844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FABAA6B-6996-DE63-ED8D-559FD6C21F8C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8C5D3E-85C1-1786-BE62-35E1685CE7C5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C3D58CF-AF65-3005-D74E-BEFCD03483FF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9CECE36-4D88-18AB-8248-36F2D7FD9778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3FADA75-1BB5-EF58-7C49-7F4792122AA0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FDD3055-5113-55E4-EC38-899DCC6A927A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B68EE01-DF1E-3A44-97BB-4152F6803279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E6D4994-7EF0-1DA0-4B97-4393E846F1A0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671073E-2461-6519-AD3D-0B2AAC51E8E8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00DE5B7-647F-ED32-3AF4-D8C027ABBA6A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6FAA7EF-20E4-3BD8-A58D-8BB137761E5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82156CC-DDD3-F075-D0E1-25205EC87F6A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2EF6415-29CA-B2F4-470B-9700FB1A9289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2C67AF8-8D6E-FB77-FA75-49CBE784E39B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4E9E0D3-A47D-8CD3-87FE-6920FCA58F71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04A933F-CEC3-7B5D-50DA-38BC90BCCD1F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9B4A1B-5E45-CC36-270D-3F3FCE2EFF9A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4FDFC9-FE7D-28C5-03B7-D7C0D1000A5F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FF3604-8390-2374-5874-96E31859FB9C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CB09C6-BEAE-CC5B-4141-A84B2C5E3E0F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982F5A-686B-1641-5786-40671D086B76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D438C8-D2A0-4C36-DDB2-C773E8F4682A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D9A89D-35C4-DCED-3C50-8C7C783EA6CA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57E02C-5640-B37E-2290-F6BACE20AD65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59707A-53D7-5F3C-033A-4F6FC460D1F3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36D1A7-FB40-D954-3DF8-C5BF4E11F42C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FD06CA-1B98-3E58-2172-05D2E91E887B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D10F05-9AB5-FABE-23FC-006F20659513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A5FB09-74A4-13AB-A8FF-2C52D313D278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D7AE0E-E711-2994-F750-C0D4A993A17C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2A8F84B-2B18-8A8F-21F8-BB436A96FDC5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852C647-F321-6462-3C1A-07006DAF9F71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F59EBE2-8C2B-0BE7-DC8C-0B3A80F19461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73B9907-9825-713C-48F6-6C44B4001DDE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165E37-274A-7AD9-6C02-4A1139599242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617BB7-AAA5-A83F-471B-56BD05935D54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557E6CD-063D-9E1A-0D92-7FD3BF66609E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557E6CD-063D-9E1A-0D92-7FD3BF666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E2E671-E80E-CD06-8D58-2FA1D635A4B1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E2E671-E80E-CD06-8D58-2FA1D635A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CD562F6-FCC9-54A6-CB36-971E08CB3954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=0,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CD562F6-FCC9-54A6-CB36-971E08CB3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560D296-2ED6-79CC-F140-0F1BD0C73296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560D296-2ED6-79CC-F140-0F1BD0C73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4351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4CBE-143A-ED88-D7DD-F08B65A7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CDC5C9-F1ED-A17D-45E2-37EBE2EFE9CD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3086B-F0DD-5374-AA35-C18589406C09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0856C-8823-9F05-BAA3-65E866C4489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0CE2DB-510B-6382-038C-88732DC1D7C8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5468A-430E-512A-375D-6DC55DCE470D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400250-E0B6-E9F8-F4DB-3CA8BD80FC61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52DCD0-3B07-15CB-53B2-F201E0A99B4F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D68C39-7992-799D-7A0E-5E9C7A591841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F705EC-F2F7-5425-4C48-FD6B0D5DDFC4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5FACA9-D0EB-EEEB-BD02-947FDFA72F2C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F6E492-495D-87B8-91AF-417FEA786E09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EA9EEB-4BE7-27C1-55F8-98D06D919600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224207-3F6A-56FF-2777-3F4D7F67AC2C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517952-964A-FEA2-BDD9-B98A96AC4CED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BEB999-BB13-BE76-F5F5-316BCE0FE60C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8E8EB9-5D22-B3D4-10CB-FC446AA0FD3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B47B25-A664-FE59-055B-AE5C5773A203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516C312-53BF-EAE1-0C68-F20DEC300068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2A7B00C-EADA-B7F0-18F4-D6B9481D971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B4EEFB-46C7-044B-D4D7-3FA81601625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6D0ACB-0D10-F795-4E52-8DB8432550F3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196FC2-46BD-2383-E2A6-354C284F66E6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B01EFB-55A1-AA79-BA9E-784884BDD309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1F24620-DE63-D33C-C846-F46D7F67731D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907600F-AC2E-46EA-BDC9-49D926BA8119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8BB01-69C4-A4B5-6F30-F2164A9BD0C5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8E1BEF-5D02-02A6-689B-3F5AC7015CD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BDF34A-4F02-99B6-0FDD-84949C82D8DB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594297-0231-330D-56D6-8E557BF496F6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B8D704-D5B3-962E-DEEC-94176B6FD67D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E145E4-7FBC-D068-17DD-DAF18568E496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F40912-3813-B656-41C6-0616C9BD8267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3804BE5-8781-20A7-A288-0C536F266D59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AF812D3-DAE2-D4FF-F02B-6D67D48B8EE6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8E873A4-3C20-DB54-E774-7BA139D730D4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FE84EAD-0602-AE21-18D6-CBBEFC6990FB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8E60BC5-6F9E-F9A3-DE7E-5EE019F114B8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731AE86-8D05-D74C-C25A-7A7AAD303A7F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703B4AD-1B6D-FB7A-C8AE-53343B7A4C1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775795E-4A5C-A73F-A9FF-28C9F3297DF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41FB5EE-ED65-14DB-974A-2246F3F77DE9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BE07B93-E308-EA8A-482C-1C0033D71F58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516A5CC-A2BE-A9B5-1493-7193E4F306E4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48B9E44-CA83-C658-DA48-346CB433728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EC136E7-0B68-76BD-3295-CB87CA2361E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659DB2E-8D99-B908-F63D-B53482D8E04E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1072126-5A76-D6EB-32F0-A3CC023C285E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2B05774-1864-A628-64F1-36A011A57C3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2271BB5-3ED1-F682-4D8E-3226A3775FF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4DAEE60-5A70-3C59-3FCB-93254EA409B1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1EA5271-2E28-0FA0-A2E2-3CA589086E6B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72D4BB5-0462-16F5-6734-B383DEC58645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BF5EA0-9BFF-41D2-509D-65757215B68E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D0F45C-521A-06D1-C267-0C9BCF9C6EA6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8342DC-1067-8A7A-4359-BDAF50F7CC36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148EE4-A614-A1E9-191B-4A0C9E0CB5D6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904492-2678-6C4D-C862-2FEA99813796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AA3AD1-6024-3B02-1C5A-D4009CA6FED9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8AD952-5385-8618-085A-5BD2F0D0C2BC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EA39BC-BDA8-448B-3858-F1A9D1446048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2F5254-F1FA-40D1-938F-D12A17B965C5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EF1549-A3F9-9422-8922-89EB62D2DC48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BAD3BC-6E3B-D645-DC9F-F6ADD9ADA674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6D3BD0-E705-62B9-7141-5304FE65DF28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DEE8BA-A780-FA2B-3393-CA42B74B69EA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A4056B-FF02-FCEE-DBFC-CDFB96D0E743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7EC8D18-2CC4-37B4-90B5-6FEDCF7716C5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C001EA6-751D-87A4-AD21-B0781FC09A0E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579FF4F-E7D4-84AF-F2A8-30E468CC26F9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5B9E54B-28DF-5A31-FD7C-B60E1FBFB483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023C7D-5F94-E6CD-3F2B-E01D1F5B9563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62909C-5CC7-80AC-B15C-AC900B542B2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FC11C36-2772-66E6-DAA1-1BB6E4944E47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FC11C36-2772-66E6-DAA1-1BB6E4944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BA651F1-24B6-A4B3-D5B3-C2A2DD12C3D2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BA651F1-24B6-A4B3-D5B3-C2A2DD12C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76D73DE-5981-A8B1-1E37-B839104EBD93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76D73DE-5981-A8B1-1E37-B839104EB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9A717F1-33DD-DA42-AF1F-3C03DB06FC62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9A717F1-33DD-DA42-AF1F-3C03DB06F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3639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59D7-75F7-4484-B6B5-1358D1E6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25AC32-4326-2BD0-032F-E10AB67B4904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B6B096-61E9-7A34-AFF9-49DAEA4752A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F370C-81E6-77FD-F1F9-0218F9C5816D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25B42C-A21E-A008-0F0B-BE8B180F354B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27F98E-9D81-88CE-2CDD-43B83B90370F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746524-28B5-8A8E-732A-03A3CD1500FE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EF4D0C-2EB1-E810-4AC6-48E582F3024A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AB4036-63BD-7D1D-1643-6F913FB2E224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B24CE6-EC9A-EECF-0750-0032CC6C46B1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5C2D49-C803-0E22-259C-2C80AB6B438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463FCC-2FBC-DEF0-29DC-051AC501688B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ED294-B7C5-F698-239B-8D2C36774CF8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170910-09B4-8047-CD78-B81F09BB553B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112EA5-3851-821F-FA1F-CD9D75DE8243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EC7A61-CBF5-3BA2-7029-2E082F2DCD12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6B9359-DCB5-C961-87A9-321E7FD4EAB1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A1F2E3-A553-CE1A-CAF4-2835F3A16DB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4D46417-37E9-111E-0433-3F13950BE0D8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050D78-6FBC-2978-CBCB-9414497FED70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0B7973-A620-438E-6219-637C0980A88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0AA55E-C17B-D374-B8A3-1F042E3D026F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83D596-CB65-50A2-7321-794A51321AC1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CDDCDA-2D24-84EC-44FB-6558CE5CB6D3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2CCE0AC-5D7A-8C7D-2E71-165276BD24C3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2AA7F20-8953-0AAD-BE69-2E8228265229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739DC7-ADBE-DA7C-709B-75B8C8F6BCC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59ACCC-A0CD-E11F-3954-A251AB9A02B7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4516AE-05D8-1E23-D916-3D21920D67ED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2EF41B-54C7-9F6A-F41B-F15A0E701743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B9DC2F-BD8F-4F11-FA1C-C8C66785763A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D8D8E-CBAC-DC4C-8110-E6A78605744D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4F9322-2699-BEC7-9361-EA607E0344D1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8B09E6-45A2-C5F6-7620-5952D0DFFCB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264A7C-B05A-3475-A717-4C7D59C36F29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72755CF-EA04-935B-F96C-AFC29F06FD02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22F5FF-3AFC-0D99-CBD0-A36F625AE039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2C2403-4B78-1BBC-3AF8-89A8836516EB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633642-09EA-94EA-1B72-9800B512E574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DF1AC83-1090-B792-9759-A74FFA077195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4A37C8-96E7-CD3A-365D-22E368C4D870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179FFAE-1BDD-2503-005C-E75A89AFFDBD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A00DA2D-B376-B614-38D5-4049C2AD283C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14B3302-C9FB-EA10-EA4E-0136227AD08D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0FDD144-0FF4-70B7-F5F1-413CE932782A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6A2A2C7-B9DA-894C-01C1-D22D7C23A964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AF5B2B1-D89A-D566-2EB1-8BE5368522F2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5CDE7AD-0325-7A7C-187E-B9D51F0C40E1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134F6F5-7149-2E0C-7069-5006AB1D8D7F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081BFF2-E49F-BF64-7CB1-B6960DEDC6DB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959C14F-DB35-A672-5567-F79E868DE110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F9F170A-E266-7B8A-0DD1-610ABAE5AC19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242929C-2865-8BE9-0E62-A1AB0BB76E9E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C4DAAC-92B9-AA6D-4383-B663D80E7E1E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BBB30-A439-08F7-9415-7D56109B4099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CE28A9-99F0-DE04-746D-455055F9795D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0982D9-210E-351F-521A-F91C35D705EE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66AF3C-DED8-ABF5-0544-5C35B51B630C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FEDEB0-536B-173E-3269-0BCB0B1DEC08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7DDEDD-C2CB-270E-903C-3172652F068E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589767-4F1F-B138-6ED3-A062EFE0F9E7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C90940-FA89-6D28-FC71-C26211C6C46D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53D22-86C4-0D91-B14F-5C79F5A82D5D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6F9FD1-C6C5-21ED-B459-25B20CCBA915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F9D699-39BF-6EEC-60BC-17B0839F3E4E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9DF30F-FB8A-599C-3CF0-5A721A98609E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1F92C6-5E67-2879-AAF3-C4FB312338F6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58DACB2-7592-023D-1155-316B296E7BA7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5A02102-0BC1-7D14-1C9D-EB6907988DBD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4E564D7-2F05-FA4F-6FF1-242604FBA2D6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841BED5-8D17-9484-6E29-E1BFE1940D3A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01403F-567A-FB6F-C645-D89D9C219928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DF7251-CA33-1BB9-C3D7-1CFFA434D1AA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B677AB-0632-E5E5-4BCF-541285B650F5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FB677AB-0632-E5E5-4BCF-541285B65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2FF84C0-4544-39CD-E184-769E082045CC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2FF84C0-4544-39CD-E184-769E08204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E36C117-3BF4-CF78-69C8-E5278B65863A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E36C117-3BF4-CF78-69C8-E5278B658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FA5EB42-E51C-6F4E-06FB-1069AC300607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FA5EB42-E51C-6F4E-06FB-1069AC300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060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FD67-1B2F-F857-0585-E7269180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2DA134-B3A0-2D4E-8409-954057815D00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6C3AF-E563-9068-A8CB-BF2C3ACFAC4E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91783-78A0-FE93-1631-F38A97D6A532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395DA-B1A8-6DEB-AA67-3AD2946ACDA7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D72BE-7B59-5F1F-2078-B185D17B2D52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48F9ED-484C-2A0D-9C46-E50A53F877B6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D87241-BB7B-6396-5844-38126225BF77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075066-503E-A7B7-2563-77BEA056474F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242EC6-0BF9-F55B-6DFA-10E4428EE592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500A5E-F062-123B-6040-92A7D4C09436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19D24D-52F6-7A98-B830-3684DF84A2E1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CFB9ED-E4C3-01AD-4A4F-AF7C419D9AE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BDA81B-5879-0038-30EB-8EAEAAB688E5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5A6342-B9E9-142A-BD09-D1F09D4CF48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428D1C-8C32-BA17-D643-D44704031636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549570-E73A-7C44-D8BD-3A22D7FA2F23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1007BF6-A694-08FC-2F20-129BC3BCE50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8210CD-A9D7-2FF9-120F-C4B221093A5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4F5CA72-56EE-4851-F3C7-45DEC4756F9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FFCE49-83FA-F99F-5E54-597C4839CDD9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1DCE03-F310-B0D7-4C02-2586CBF53A20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B2E212-35B6-9386-E5E2-A3FAA71F65F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430775-B450-C34A-EAFB-2EE796B3BA2F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CF6CE5-CF99-C746-5128-27B6F81D29D1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411CE39-8BDA-1D9B-1400-665DAA6EEB45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81AAE0-4F46-252C-6BD4-68CE596FB49F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8BB426-B6EF-2BB6-B420-E291BC39795B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05FF85-49ED-33E5-2334-87095671FB58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751CE4-360A-8B0F-4B98-D53D7F1845E9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878FC6-39C6-B6A9-4A51-067C724344E0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42E7B8-6403-AC93-E0A2-99DBCCDC7083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5C83F4-38E1-86DD-648C-F058F9C8531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4FA1FAA-E3D1-1DD2-837D-6927BB25355D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3207974-68B6-2A18-98EE-87A02FA658F9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2D5009-755D-9C90-5EC2-62D2B40EBF77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FD8E23-6172-0274-A041-F509FB5E6B7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3083C3-9B23-4D75-E097-C53D65A71B3D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176DCE-6283-436F-1535-F8F6A6A6588E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E35A00-0EF2-42BF-5D30-BD66EDD945F7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1A60834-94E3-FC0B-1BA4-44EF00C1D291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402B50B-AFD2-55A8-7127-BD16579ACDF9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73BAA72-ADB5-FCD1-49E5-D102D88D834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54CF003-4066-4D62-FDCA-843A1CEF9D3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975DAB4-D3D9-1F25-D005-EDBB0C4E5913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93ECAB-71B4-CE02-DE0F-5132A625956B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87C6BD-5AB9-29DA-89F0-3CCD1409EB25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AD98EC-5809-EFDB-1E52-ABD6B37CBAAC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ABD7B9E-BE56-ABD3-9556-5BC67E1FE894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A3D1142-1DF6-5DEA-40C5-89D6910FD5E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01A565A-50F7-5B77-CCEE-2A8A1717C553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E685F7C-511F-78D2-72C2-E2BF4A3DEE3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F02262-8471-3A77-7DD5-55026D3D7D7F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23E34A-2FB1-5D99-4179-CEE0D8DBB1CE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B50B63-9A98-76DF-D8FE-09B2E5DE6806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A1EB34-9603-C4A8-7CC4-8DCEAC7CC073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A1B1D8-C41B-A9DE-F5A5-FA7E1C36C4EA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ED1626-51AE-92D1-5FC3-3191B3C79BDD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5EF1C2-95F9-0A2D-22A3-57687BABB74F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B2F0F8-406B-76CC-7A3C-87CADD5E65A7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3E6943-E21A-6E54-1D9B-21A03C649170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5AE9A1-3008-7BC0-9EDB-0F5BF259F41F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1CC5C-5C15-D1FC-FB41-FAC208922F02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5B8642-8BF1-B181-F60D-628AAE0F217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E0A35C-24A8-91E7-C711-F8029EC59D9F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A80293-D7BF-76B2-BC21-13F267B8734E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731CB0-961F-A119-31D8-46E97EA01371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6C3CC47-6002-F527-4762-D09D17DEB173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105107E-8B5B-4E0C-129B-3B69C20FFFBB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7ADB745-9DEC-8CE5-9095-6090B9D33361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BF735C5-0EFE-6E03-B315-35DFB361E91C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2A40DF-83C9-77E5-4AE8-AD25990648A6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D2E541-AB3B-7109-6BCC-81E977D3CFDB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06169DB-9F32-5206-7301-656FB7DCBBD8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06169DB-9F32-5206-7301-656FB7DCB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B50CEEE-DC6B-396A-5D98-16B93C6B1A79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B50CEEE-DC6B-396A-5D98-16B93C6B1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C4E0047-E15B-9B24-CF03-AD840650B684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C4E0047-E15B-9B24-CF03-AD840650B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14CE799-C109-B078-4373-3B97109C166E}"/>
                  </a:ext>
                </a:extLst>
              </p:cNvPr>
              <p:cNvSpPr txBox="1"/>
              <p:nvPr/>
            </p:nvSpPr>
            <p:spPr>
              <a:xfrm>
                <a:off x="5381906" y="6210714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14CE799-C109-B078-4373-3B97109C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906" y="6210714"/>
                <a:ext cx="6794644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89BD08B-9426-8B88-582D-FAB4BB745F15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89BD08B-9426-8B88-582D-FAB4BB74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2341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8747-EE6E-128E-1BD3-21B33552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A22909-8351-10C5-156D-2886B8C6BF7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0590E-0E7C-4B3E-21F8-0171F2BEA032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9BE7C-7D1A-8281-1E05-EE37DFB5E438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4F6DD-91A8-337E-11F2-48593CC2FE0F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9F7D9-B48A-6A6C-E99E-C3917FC7ECBF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87CF8F-AD83-3521-8220-2F64B29CD99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692EC4-7CE9-F6EE-39EE-37F9ECDFFC55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699EBE-BB3A-7EA4-45D7-84E792F420CA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1F511A-064C-EC67-783A-B7412E26F227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4AD5E8-7BDF-ECE3-AA99-85934FE04F0F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4A8940-A39C-CFD0-59D4-D986D5132024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3B5BB4-56D6-D05D-42A5-CA6130C87B8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9DA333-9EFE-8668-B644-6D4743FB379A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371472-4F6C-4914-FC30-C950D5157918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62073B-E87B-A1E3-894C-EC61510E988D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D57C68-9B3D-09B8-7FCD-138C947C2B7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437407-E3A7-D61C-D84A-1FEBF025D098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A4DF1F-76B6-3AB9-CE40-251F72135000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F45E06F-AC48-7F42-E836-919711286635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1FCB07-7CD4-C2A6-C78D-D4BBE4D6CF21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E931C6-0678-2145-BCDA-3A22BAF99F00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4452BE-E98B-E5DF-F548-7BCD1F40919C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16A8BA-BA39-1098-9E22-5E4D1D92C773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0F819C-ADEB-62E9-A532-723143E2B292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961440-1F4B-345A-D5AA-A28B6F8C2D80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02964A-9DB5-8969-716A-2E98B82B08CE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C136E1-54B9-1FC9-C5D8-2BB797918492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17C80-E1FB-E593-3E6E-F492BE209682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72572E-74E3-D8BD-629E-F32BF4A320B4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E0ACCF-B67B-0F10-D860-46F727320344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58F1AF-4AC0-B750-CE57-C75874D70081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81B516-0D8C-FB73-39C5-90AE08254D34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9D09E2-A596-B3CC-EA68-3CE927E20A9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4473B1-634C-934D-EC35-C07BB209C0FE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9F98B6-2D66-1C77-D0FF-C3E904A3903B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D19FF8-5D4A-E700-B533-6278C01D809F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963220-B70F-F901-4158-45265B8E6F2E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609E348-6197-70B8-9A66-A334CE309E8D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E8E34E1-84A6-3848-F777-44FF0544EDA4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BB019A2-B40C-D64B-23F7-E43E86C56162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7507368-A543-2B20-23B2-583CC3B65C42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3546372-B7E4-1562-0946-576D6965552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E3251F-B421-12E6-6597-FB862DFC1705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A71B613-96D1-AFC1-97D9-7756663C6EC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E1EB408-7F66-E01E-6E2C-CCA586DA86D0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D46650D-1939-11FC-0940-0C6BF0B9A4A0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7B3FD39-A305-F125-3678-66DA545DD5C7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55BB01-8BE9-4013-6185-BF2574802F42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833A4AA-8F38-7CE8-B69C-CB11AF7D630D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0B1B76E-B6EF-C253-9B12-C4D112A9E879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67D6BD6-8AC3-0236-5BF2-15AFF9A756C9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1FFFC9E-33E2-7F02-797E-520450BA3422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D5A18D-F148-A9FA-FB92-12A16CAD1871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9175BA-4371-26F4-73BE-3164838B71A4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07CA2C-F038-7FBA-2760-B2B6AB087C44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9762B1-3F29-9A69-2C4A-53D66A34D68C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46EAB7-0905-C82A-5FF2-8C1C727438E4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CCFBAE-9725-73BE-092B-F11913CC2FDE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981641-EAE5-619E-5FDA-E3D920AAC218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10F39A-6F1F-57CC-A4D3-3A1BFE2865FC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921546-C4D2-6F2F-4B62-473F0C0536C4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B5D34-4F31-C38A-01F1-35E3470271A1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E78926-2A16-FF5A-FCFC-B26B3D371D4F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F59F31-A9F4-E03B-B943-3B13AE570040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95DFFE-FFF2-3100-151E-9DE5F0C7F399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35713D-9A46-DDAB-D8F1-A6643E6D1900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8DB225C-AC3D-7ED9-3BF3-08E9AB20B446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AF969BD-559C-4DF0-7015-100DC506CDEF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B88776F-047F-994B-19CF-1B23940D3794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9698770-244A-1D80-AF39-3D3F95484D37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5E0BBFA-9FFD-9A4F-DF50-DACA0B590967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2AE944F-B3D1-895B-3623-4DB50EFA92F4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F48C853-EEF1-0AB0-6E9D-36101FB43084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F48C853-EEF1-0AB0-6E9D-36101FB43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CF9A569-F2D2-DD55-B1D3-EB3ADF306EB8}"/>
                  </a:ext>
                </a:extLst>
              </p:cNvPr>
              <p:cNvSpPr txBox="1"/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CF9A569-F2D2-DD55-B1D3-EB3ADF306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953BFB-64DA-D1A5-F09B-70AA270E8948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953BFB-64DA-D1A5-F09B-70AA270E8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9627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2D57D-58B0-C1E0-1184-A84B5A4B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47A110-DC7A-B939-7B66-18FB8E10C32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4E28A-6E9D-65B8-C6A7-5C54646ECFFE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A956C-B006-5419-4873-D837B7056DF8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BCA89-7185-0F48-C7D0-4A30CC47FB23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2DC59-40F6-FBE4-29F0-A0D16F2E6DE8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FAE62B-0BDF-52AA-8FBB-B646EE0A5779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98D61B-9353-C76F-94BB-54CD4BB3A218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F5C13A-6D89-7CF4-769A-4A82DC33AE01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CD295A-E01F-D142-54D7-6BC6AADCF663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36141A-D701-7E6F-0EE0-6366DA2F4C3D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4E0560-0B6D-3F8F-A2F4-D9CDAD865534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8FEDDB-C1F5-A93A-A31F-DD11A1784DF7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0EA22C-33F8-679F-7102-995C903DB49A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3870D62-75EF-FD77-C93F-5B369B359CF0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4F37D1-453B-DF90-13EB-070B1233DBC2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87CC56-855A-34F2-3496-15ECCEF6D1BB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6DFCB4-4449-89D8-C1F0-A289D9999E3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ED50F8-42DA-173E-6905-A0FEDB7A3809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7BD08A-5610-9126-0AF2-C4C2D3E57457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FB7734-0C0F-0B3F-2E75-58F69BFBA7DD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3047B8-710A-AE82-4173-3D4565BC409C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25BF62-7177-192A-3D0F-6AA859BB826D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1A2CC8-CC51-DCB3-6398-934AE136FABC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6592288-E13B-2297-4A3C-077EE487162E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2C3E34-DE59-2136-EAEF-5462C032B2F7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A62DE6-A568-5DEC-533E-3CCAE4F2E64D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582BBD-0EB5-0B82-EE86-84741D3EDFC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5A016A-67DB-62C5-4200-856FFCC7E4D1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C4689A-BE38-3B03-0F44-2D0E1B660417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D18180-A32B-F471-4BF3-FCCA01125885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528F4A-6829-9597-F94D-865971079701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23D60C-12AC-CF2A-B3DB-083E68FC315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2A4226-04C0-173E-C758-7475A36A1A3E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4AB5B1-8506-5914-E60C-1EFD736B80ED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BF13690-9EA3-2E66-37AE-437577752F8E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E62B09B-366B-990D-416A-904F6E3DBCB8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BE0AC0-FA63-E8E7-B541-834B18FE7115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219AA3A-12F5-6337-4401-42A01D7DA503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91816B-CC06-9518-D771-A2844318A2E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C7F0E4-A988-F749-5237-6F0D0965EA2C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547F443-E527-FEB8-662B-0FD784412257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D58FFB-A522-7A7F-AF3D-FE3890494B60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3FBBB8-194E-C47C-A84B-7FF3A4661A09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9CE2FF9-4FA4-9AFB-CA95-433734561230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291A7D4-C599-0319-A05B-B1F67A580334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1287BCA-984A-D322-C574-CB8570E3444C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4F5E3E6-3C7F-D587-D66A-0AB37C91E4F4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DC33687-D214-4D1D-1810-6EFDE437AEFF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736DF17-EE2E-CE0A-1E0C-01F685414BB0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BEE4A4F-0E60-C0C9-6E4C-6D5B008BBE6D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9A9B1A0-4F89-6050-E067-473A12422CCD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E5D275-3BF6-0690-C395-CDA1AD976361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D712CE-A87E-7C8D-56DD-2A6EC6B944CA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584B68-37C2-7E6E-D090-BC727ADDDC21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6E0779-5D7C-137D-23B4-7AA60F3064AF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695010-C550-E9DE-4666-076FB7CFFA0B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4B9B0B-68D3-292D-C7F4-0EAC2C10409A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CDE160-CBB8-0D02-18B4-28FAAD6E1B1A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19C6D-7ABD-CB11-E48F-6E009AD7FAC5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EDB23A-8D50-D2F1-7743-C65B7E563E9F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DDC022-4A48-8A04-1FD5-3067548ABB69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4A69C6-B087-8083-A47D-D9117ECBB925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315330-0461-98F6-93D4-671C300E44CD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28E2D4-CACF-6387-0280-93A4F3E77961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F3CD6A-C852-81A3-C7F3-03D1EE7C1ADB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8E7EE1-0418-0123-2562-3C64C303D3B6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F74606F-8FB8-359E-E930-CB60149B4D39}"/>
              </a:ext>
            </a:extLst>
          </p:cNvPr>
          <p:cNvSpPr/>
          <p:nvPr/>
        </p:nvSpPr>
        <p:spPr>
          <a:xfrm>
            <a:off x="2630444" y="1293853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1C25706-1848-3B04-1842-14A8FFA63FA9}"/>
              </a:ext>
            </a:extLst>
          </p:cNvPr>
          <p:cNvSpPr/>
          <p:nvPr/>
        </p:nvSpPr>
        <p:spPr>
          <a:xfrm>
            <a:off x="2784119" y="4268388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15E3A8-D1E9-3DD3-342D-9F5540568B79}"/>
              </a:ext>
            </a:extLst>
          </p:cNvPr>
          <p:cNvCxnSpPr>
            <a:stCxn id="67" idx="4"/>
            <a:endCxn id="68" idx="0"/>
          </p:cNvCxnSpPr>
          <p:nvPr/>
        </p:nvCxnSpPr>
        <p:spPr>
          <a:xfrm>
            <a:off x="3337676" y="3236179"/>
            <a:ext cx="153675" cy="103220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3E69093-A94B-7160-C124-2E652C070EBB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EED819-FC8B-B2CA-12C2-C5553F8A3306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CA869D-207E-9EFF-C7FB-41262CE7BEE8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10B708A-4A69-2B61-5B79-231E7951D647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10B708A-4A69-2B61-5B79-231E7951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7043F3-8C76-2F7D-2383-775F4D9E696D}"/>
                  </a:ext>
                </a:extLst>
              </p:cNvPr>
              <p:cNvSpPr txBox="1"/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37043F3-8C76-2F7D-2383-775F4D9E6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DE514C-2299-0AE4-01D5-4383B6FCF6AD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DE514C-2299-0AE4-01D5-4383B6FCF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510BE932-2DF5-623B-5DD5-8D15EFFC9C3B}"/>
              </a:ext>
            </a:extLst>
          </p:cNvPr>
          <p:cNvSpPr txBox="1"/>
          <p:nvPr/>
        </p:nvSpPr>
        <p:spPr>
          <a:xfrm rot="20292026">
            <a:off x="3798632" y="3348252"/>
            <a:ext cx="6231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etc. etc. etc.....You should be able to finish the res!</a:t>
            </a:r>
          </a:p>
        </p:txBody>
      </p:sp>
    </p:spTree>
    <p:extLst>
      <p:ext uri="{BB962C8B-B14F-4D97-AF65-F5344CB8AC3E}">
        <p14:creationId xmlns:p14="http://schemas.microsoft.com/office/powerpoint/2010/main" val="42045023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72037-B94D-E796-547C-7EEC94F8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9728E4-0CC8-4927-4CC2-2D76A195875B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AB314C-6A43-B56B-8A1C-7B49BAC75C90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487B0-077E-504B-76F7-5A15937A4B41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BAE72-2060-9F59-EA7A-958DE0B4FAB3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765DC-474E-C6D9-DB02-7C272C960791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DC9A49-469A-6AFE-A2B8-C9100BC0E5F9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A9865B-0FFA-985A-7138-5BC48015F26D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6F6085-E6B5-4635-DEBC-F9C0891AFBC0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E654D8-0BAF-57CB-9767-2A10D2D45E76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C57B68-3D54-C0EE-92EB-BA0DA9A4AFE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66A766-4957-E486-FAFA-6D346CF3E827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FC9FE2E-AC78-6D32-A62F-ABBAF2CA6EB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474A2-356E-B43F-E41E-2F80FA953E90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8A438A-ABB0-D3E9-DDEC-0E7572D00D55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53601A-5336-F00E-D35D-D50BF3C9E176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A03566-42E8-2AC3-4B3C-6A505A3770C1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6A4039-C247-F519-3912-306BEFBDE5BB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6F8C39-546C-5349-8B11-989096C286E0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8D9B1D-8B75-6368-2AC9-F3BA3CE8E567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8847FB-2B88-EB34-56EC-F7CA0F52D665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1BBAC0-5839-2770-5E3A-3E7C35A4BB6A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AAE406-EF23-8752-A0FB-C87D5AD6B225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D7DC0-88E7-5411-8F6D-A32558DE6CA3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794F26-4734-7933-9B42-CE26F25DE63F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03298A-1424-DCCF-78FA-66540D364FB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1735A5-F487-8D5B-7FA8-E434966A734E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0DED7E-5436-2792-7C39-EA1A540299CF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03A0BD-F8CB-EB88-8D25-0DA5AA49394F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DD20A2-F350-E1A8-5795-DA6D934515A8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E6C18E-BC74-E98E-8BE6-3555AA426AB5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794863-2D1B-768C-39B2-FC072DD1752C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1D8960-A9A0-1732-D4B2-AF915F446ED2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A7F5585-85AE-7B39-EFF8-9D1C2F8ECBE6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09F901B-6ABF-3E4B-3190-320CE501F864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553AD8-131C-A382-62F9-2FD9EB13A0E1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BEF0B9C-A6FA-566F-57D5-FD068990C718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4C177E1-968E-F273-8AC3-41231CD65698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0BB89BE-D7E9-C7A0-90EB-443A57995C0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49DC7A-9559-94C1-FAAC-194029EBF9AF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19459C-A28B-8AD9-56AD-B9993DA87AC8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E90C23-3313-57F3-E84F-CF8D7C79210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EF7113F-52DC-3012-7DDF-A454BCADFC02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980D3AA-B6EE-9294-4E0F-23AE62088C0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4A1AA06-C4AB-4DB5-D55A-057DE0BF7700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F26CDD-9E36-A233-ED37-D062FC35529C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5A08CB6-AF2F-6E1B-35AD-93131A3AE732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F21FE3B-37C3-48FA-B128-7F091C6BB86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F0FC65-A607-4AB0-6772-4ECE52B0FB70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E1D92E3-9C3B-53BB-7381-198AEFCBD72F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743FEC-C3F0-209D-4AC9-52E2F4EE44B3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BAAF130-5235-B89C-141D-AB1EA030F71B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783302C-801D-0026-0672-A624B72E0F5D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5B0E5F-5E4A-48D3-108D-12E4DEA4AC3C}"/>
              </a:ext>
            </a:extLst>
          </p:cNvPr>
          <p:cNvSpPr txBox="1"/>
          <p:nvPr/>
        </p:nvSpPr>
        <p:spPr>
          <a:xfrm rot="19862885">
            <a:off x="285751" y="10547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9FEA7D-5263-8289-3A3D-43544F4D4B4D}"/>
              </a:ext>
            </a:extLst>
          </p:cNvPr>
          <p:cNvSpPr txBox="1"/>
          <p:nvPr/>
        </p:nvSpPr>
        <p:spPr>
          <a:xfrm rot="19862885">
            <a:off x="1130203" y="985836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FB6A94-4FCC-386C-98AA-26F9A22CD665}"/>
              </a:ext>
            </a:extLst>
          </p:cNvPr>
          <p:cNvSpPr txBox="1"/>
          <p:nvPr/>
        </p:nvSpPr>
        <p:spPr>
          <a:xfrm rot="19862885">
            <a:off x="-67752" y="2008127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507E9F-882B-D7AD-F847-29A8D2A899D3}"/>
              </a:ext>
            </a:extLst>
          </p:cNvPr>
          <p:cNvSpPr txBox="1"/>
          <p:nvPr/>
        </p:nvSpPr>
        <p:spPr>
          <a:xfrm rot="19862885">
            <a:off x="-10223" y="2791232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C5DC11-07F0-1A14-5543-E342A29C84F0}"/>
              </a:ext>
            </a:extLst>
          </p:cNvPr>
          <p:cNvSpPr txBox="1"/>
          <p:nvPr/>
        </p:nvSpPr>
        <p:spPr>
          <a:xfrm rot="19862885">
            <a:off x="649272" y="259394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move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7EBC4B-11CE-5A1C-6139-D938B1402961}"/>
              </a:ext>
            </a:extLst>
          </p:cNvPr>
          <p:cNvSpPr txBox="1"/>
          <p:nvPr/>
        </p:nvSpPr>
        <p:spPr>
          <a:xfrm rot="19862885">
            <a:off x="4864898" y="2559605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547FA6-A415-18C0-3105-5AE94F7DA803}"/>
              </a:ext>
            </a:extLst>
          </p:cNvPr>
          <p:cNvSpPr txBox="1"/>
          <p:nvPr/>
        </p:nvSpPr>
        <p:spPr>
          <a:xfrm rot="19862885">
            <a:off x="4350547" y="2046831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216E37-667C-BF57-3E49-806A9B9D64A6}"/>
              </a:ext>
            </a:extLst>
          </p:cNvPr>
          <p:cNvSpPr txBox="1"/>
          <p:nvPr/>
        </p:nvSpPr>
        <p:spPr>
          <a:xfrm rot="19862885">
            <a:off x="3897096" y="1448430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8548E6-B67A-7CC2-DF1A-2FB6413456E4}"/>
              </a:ext>
            </a:extLst>
          </p:cNvPr>
          <p:cNvSpPr txBox="1"/>
          <p:nvPr/>
        </p:nvSpPr>
        <p:spPr>
          <a:xfrm rot="19862885">
            <a:off x="4500351" y="1366174"/>
            <a:ext cx="77152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FA95BB-9C9B-AED1-C6A6-D6709000E674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15E9B7-EFE5-3529-4D98-C12434644103}"/>
              </a:ext>
            </a:extLst>
          </p:cNvPr>
          <p:cNvSpPr txBox="1"/>
          <p:nvPr/>
        </p:nvSpPr>
        <p:spPr>
          <a:xfrm>
            <a:off x="5743584" y="2155267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8B5372-BFB5-FFAD-B832-0EC46C0693E7}"/>
              </a:ext>
            </a:extLst>
          </p:cNvPr>
          <p:cNvSpPr txBox="1"/>
          <p:nvPr/>
        </p:nvSpPr>
        <p:spPr>
          <a:xfrm>
            <a:off x="5743584" y="265056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53D6EF-A292-7F3B-00BD-D0C6017AC8A5}"/>
              </a:ext>
            </a:extLst>
          </p:cNvPr>
          <p:cNvSpPr txBox="1"/>
          <p:nvPr/>
        </p:nvSpPr>
        <p:spPr>
          <a:xfrm>
            <a:off x="5743584" y="3152386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CA60AD-3414-C7C4-8D26-A62B7B60127E}"/>
              </a:ext>
            </a:extLst>
          </p:cNvPr>
          <p:cNvSpPr txBox="1"/>
          <p:nvPr/>
        </p:nvSpPr>
        <p:spPr>
          <a:xfrm>
            <a:off x="5743584" y="1646752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D51E291-ED4D-F66B-3F56-576228289A88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D51E291-ED4D-F66B-3F56-576228289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505AE74-B2F3-9B17-CCE2-C899AFDB5F07}"/>
                  </a:ext>
                </a:extLst>
              </p:cNvPr>
              <p:cNvSpPr txBox="1"/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505AE74-B2F3-9B17-CCE2-C899AFDB5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140" y="1568609"/>
                <a:ext cx="197975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D85E967-ADCD-51BA-8152-775ACF6295AA}"/>
                  </a:ext>
                </a:extLst>
              </p:cNvPr>
              <p:cNvSpPr txBox="1"/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D85E967-ADCD-51BA-8152-775ACF629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135" y="2117328"/>
                <a:ext cx="1443767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D8CC4C-299F-1AB1-F89C-73C65BB9FF5C}"/>
                  </a:ext>
                </a:extLst>
              </p:cNvPr>
              <p:cNvSpPr txBox="1"/>
              <p:nvPr/>
            </p:nvSpPr>
            <p:spPr>
              <a:xfrm>
                <a:off x="7502377" y="2569884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D8CC4C-299F-1AB1-F89C-73C65BB9F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377" y="2569884"/>
                <a:ext cx="197975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DB39C12-BDCC-17B6-3387-64D8A87E3EA9}"/>
                  </a:ext>
                </a:extLst>
              </p:cNvPr>
              <p:cNvSpPr txBox="1"/>
              <p:nvPr/>
            </p:nvSpPr>
            <p:spPr>
              <a:xfrm>
                <a:off x="7672674" y="3078959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DB39C12-BDCC-17B6-3387-64D8A87E3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674" y="3078959"/>
                <a:ext cx="1443767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0313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6E66B-D797-54A3-CACC-DA644453DF4D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E5A2B-E0C6-6325-3B86-D4FC858484C2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</p:spTree>
    <p:extLst>
      <p:ext uri="{BB962C8B-B14F-4D97-AF65-F5344CB8AC3E}">
        <p14:creationId xmlns:p14="http://schemas.microsoft.com/office/powerpoint/2010/main" val="2405685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9B0F-6A0C-3BC3-41D0-027F5D02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E96A39-C591-5C2A-414E-7E28663D001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7042B-06D5-D038-BDFA-83D166569973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08F3D6-EE66-47B4-92D5-96598FB62FCD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46531-E882-9AD7-C151-244900F0D0F7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46531-E882-9AD7-C151-244900F0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41D3EA-CEA9-5D4A-A409-89F4BC253AD0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E849DA-1038-0F86-6752-B18EF11F3F5B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E849DA-1038-0F86-6752-B18EF11F3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1120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1DCC6-5AFC-1092-25AC-DADA5CB4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A98E9A-1268-441F-0202-03AA68686A73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5EC1D-12F1-C19A-9AA6-C0BFEE301912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230067-B216-62E5-4101-9FEE90DE9199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CD35EA-17E2-DC96-276F-1CD80EF96B2C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CD35EA-17E2-DC96-276F-1CD80EF96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10ED02-0CF3-E645-2817-DCA89BF4DACD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4E54B5-19C5-365D-39C3-F0764BEE1CA8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4E54B5-19C5-365D-39C3-F0764BEE1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D11667-FB41-87F6-13B8-EC6109E2F8C6}"/>
              </a:ext>
            </a:extLst>
          </p:cNvPr>
          <p:cNvSpPr txBox="1"/>
          <p:nvPr/>
        </p:nvSpPr>
        <p:spPr>
          <a:xfrm>
            <a:off x="358784" y="1008290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629F3-0F86-9045-A691-E8BEDBFD3872}"/>
              </a:ext>
            </a:extLst>
          </p:cNvPr>
          <p:cNvSpPr txBox="1"/>
          <p:nvPr/>
        </p:nvSpPr>
        <p:spPr>
          <a:xfrm>
            <a:off x="358784" y="2510489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9F32CA-47AB-25AA-BE46-35FCEC4E1CED}"/>
              </a:ext>
            </a:extLst>
          </p:cNvPr>
          <p:cNvSpPr txBox="1"/>
          <p:nvPr/>
        </p:nvSpPr>
        <p:spPr>
          <a:xfrm>
            <a:off x="358784" y="3005790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5062D-C003-FFF8-E301-50BADD07E4AA}"/>
              </a:ext>
            </a:extLst>
          </p:cNvPr>
          <p:cNvSpPr txBox="1"/>
          <p:nvPr/>
        </p:nvSpPr>
        <p:spPr>
          <a:xfrm>
            <a:off x="358784" y="350760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9604B-30AF-ACE4-CC04-9B5AD67A2414}"/>
              </a:ext>
            </a:extLst>
          </p:cNvPr>
          <p:cNvSpPr txBox="1"/>
          <p:nvPr/>
        </p:nvSpPr>
        <p:spPr>
          <a:xfrm>
            <a:off x="358784" y="2001974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D6FD8A-809A-7872-116C-5C8EA9FABF03}"/>
                  </a:ext>
                </a:extLst>
              </p:cNvPr>
              <p:cNvSpPr txBox="1"/>
              <p:nvPr/>
            </p:nvSpPr>
            <p:spPr>
              <a:xfrm>
                <a:off x="2108339" y="1920716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D6FD8A-809A-7872-116C-5C8EA9FAB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339" y="1920716"/>
                <a:ext cx="197975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25249-7CC6-D67E-AFC9-83239E85AB6A}"/>
                  </a:ext>
                </a:extLst>
              </p:cNvPr>
              <p:cNvSpPr txBox="1"/>
              <p:nvPr/>
            </p:nvSpPr>
            <p:spPr>
              <a:xfrm>
                <a:off x="2159008" y="2937793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25249-7CC6-D67E-AFC9-83239E85A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8" y="2937793"/>
                <a:ext cx="197975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7D6B-29FB-ED29-779B-0C2F80A467CD}"/>
                  </a:ext>
                </a:extLst>
              </p:cNvPr>
              <p:cNvSpPr txBox="1"/>
              <p:nvPr/>
            </p:nvSpPr>
            <p:spPr>
              <a:xfrm>
                <a:off x="2376335" y="3452036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27D6B-29FB-ED29-779B-0C2F80A46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335" y="3452036"/>
                <a:ext cx="1443767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086214-2A7B-697D-BFA7-558225B34207}"/>
                  </a:ext>
                </a:extLst>
              </p:cNvPr>
              <p:cNvSpPr txBox="1"/>
              <p:nvPr/>
            </p:nvSpPr>
            <p:spPr>
              <a:xfrm>
                <a:off x="2376335" y="2457548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086214-2A7B-697D-BFA7-558225B34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335" y="2457548"/>
                <a:ext cx="1443767" cy="514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313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89CC-9880-55B9-6AF2-AD274E9E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935936-9407-8079-9760-D5D96CE17C9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23466-6706-C1B7-6283-B6952CF29155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CCB174-19EB-275D-4E75-9BB6F14024CA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5EA-0A97-3233-46EA-AFEB931451DB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5EA-0A97-3233-46EA-AFEB93145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46F30C-8EFB-EDF9-2F6B-867DE60DD7DF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77765-9C33-176D-CB57-6BA90DFD05E9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77765-9C33-176D-CB57-6BA90DFD0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5AEC92-C946-6465-DB93-B153CC826A2A}"/>
              </a:ext>
            </a:extLst>
          </p:cNvPr>
          <p:cNvCxnSpPr/>
          <p:nvPr/>
        </p:nvCxnSpPr>
        <p:spPr>
          <a:xfrm>
            <a:off x="9772073" y="4064092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6CA1F-DAFD-2FAE-DC9E-5DA1F2673FA8}"/>
                  </a:ext>
                </a:extLst>
              </p:cNvPr>
              <p:cNvSpPr txBox="1"/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6CA1F-DAFD-2FAE-DC9E-5DA1F2673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881C33-F1D6-4D79-5B20-0E8060622B79}"/>
              </a:ext>
            </a:extLst>
          </p:cNvPr>
          <p:cNvSpPr txBox="1"/>
          <p:nvPr/>
        </p:nvSpPr>
        <p:spPr>
          <a:xfrm>
            <a:off x="358784" y="1008290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Perfect Sorting</a:t>
            </a:r>
            <a:r>
              <a:rPr lang="en-US"/>
              <a:t>”: East is all-S, West is all-B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42A52-F049-2BA6-A1C4-DC86EAA07E18}"/>
              </a:ext>
            </a:extLst>
          </p:cNvPr>
          <p:cNvSpPr txBox="1"/>
          <p:nvPr/>
        </p:nvSpPr>
        <p:spPr>
          <a:xfrm>
            <a:off x="358784" y="2510489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stay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191C5-9CC5-83F9-2DDA-A2078AC4D201}"/>
              </a:ext>
            </a:extLst>
          </p:cNvPr>
          <p:cNvSpPr txBox="1"/>
          <p:nvPr/>
        </p:nvSpPr>
        <p:spPr>
          <a:xfrm>
            <a:off x="358784" y="3005790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move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84D1D-0CFD-B0EE-446A-0AFDE418FFD9}"/>
              </a:ext>
            </a:extLst>
          </p:cNvPr>
          <p:cNvSpPr txBox="1"/>
          <p:nvPr/>
        </p:nvSpPr>
        <p:spPr>
          <a:xfrm>
            <a:off x="358784" y="3507608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S types that stay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82C2E-B8F3-2169-CA08-89CDC3FF2E6A}"/>
              </a:ext>
            </a:extLst>
          </p:cNvPr>
          <p:cNvSpPr txBox="1"/>
          <p:nvPr/>
        </p:nvSpPr>
        <p:spPr>
          <a:xfrm>
            <a:off x="358784" y="2001974"/>
            <a:ext cx="2019300" cy="381001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B types that move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C2DC195D-2465-4FCE-49A7-D98E4411C4B1}"/>
              </a:ext>
            </a:extLst>
          </p:cNvPr>
          <p:cNvSpPr/>
          <p:nvPr/>
        </p:nvSpPr>
        <p:spPr>
          <a:xfrm rot="16200000">
            <a:off x="5449454" y="-286817"/>
            <a:ext cx="397163" cy="8248072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AB6C15-CB58-D130-C2D1-4009EE07A713}"/>
              </a:ext>
            </a:extLst>
          </p:cNvPr>
          <p:cNvSpPr txBox="1"/>
          <p:nvPr/>
        </p:nvSpPr>
        <p:spPr>
          <a:xfrm rot="18566918">
            <a:off x="4814659" y="2462202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a Nash Equilibrium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A793935-41F8-8692-5B0C-1667A87854B9}"/>
              </a:ext>
            </a:extLst>
          </p:cNvPr>
          <p:cNvSpPr/>
          <p:nvPr/>
        </p:nvSpPr>
        <p:spPr>
          <a:xfrm rot="16200000">
            <a:off x="10387807" y="3050712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02E8F6-0ECC-A4E5-30B6-C23D42CF6F82}"/>
              </a:ext>
            </a:extLst>
          </p:cNvPr>
          <p:cNvSpPr txBox="1"/>
          <p:nvPr/>
        </p:nvSpPr>
        <p:spPr>
          <a:xfrm rot="18566918">
            <a:off x="9723420" y="2345678"/>
            <a:ext cx="257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A5743F-2152-1CB5-E805-CEA06E1C8178}"/>
                  </a:ext>
                </a:extLst>
              </p:cNvPr>
              <p:cNvSpPr txBox="1"/>
              <p:nvPr/>
            </p:nvSpPr>
            <p:spPr>
              <a:xfrm>
                <a:off x="2108339" y="1920716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EA5743F-2152-1CB5-E805-CEA06E1C8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339" y="1920716"/>
                <a:ext cx="197975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36C911-D568-9EFE-ECB2-D5C6A12E0257}"/>
                  </a:ext>
                </a:extLst>
              </p:cNvPr>
              <p:cNvSpPr txBox="1"/>
              <p:nvPr/>
            </p:nvSpPr>
            <p:spPr>
              <a:xfrm>
                <a:off x="2159008" y="2937793"/>
                <a:ext cx="197975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36C911-D568-9EFE-ECB2-D5C6A12E0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8" y="2937793"/>
                <a:ext cx="1979758" cy="5142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55C97B-17E8-EAD8-9AE1-A915F3A31E0F}"/>
                  </a:ext>
                </a:extLst>
              </p:cNvPr>
              <p:cNvSpPr txBox="1"/>
              <p:nvPr/>
            </p:nvSpPr>
            <p:spPr>
              <a:xfrm>
                <a:off x="2376335" y="3452036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55C97B-17E8-EAD8-9AE1-A915F3A31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335" y="3452036"/>
                <a:ext cx="1443767" cy="514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293116-05AA-BAC3-7607-5207F999EB69}"/>
                  </a:ext>
                </a:extLst>
              </p:cNvPr>
              <p:cNvSpPr txBox="1"/>
              <p:nvPr/>
            </p:nvSpPr>
            <p:spPr>
              <a:xfrm>
                <a:off x="2376335" y="2457548"/>
                <a:ext cx="1443767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293116-05AA-BAC3-7607-5207F999E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335" y="2457548"/>
                <a:ext cx="1443767" cy="514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985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B5BC-EA98-4D36-5702-5FAE102E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AEFB66-5B2C-731B-9E2B-E2B798F26C67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3C341-B010-2412-5ACD-51F26E0771E9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6BD15F-363D-6092-747B-09D759E7D143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13FE15-5079-1511-48E5-0EB897A63180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13FE15-5079-1511-48E5-0EB897A63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6CDEED-AC2B-9475-A730-496F2EC89DD3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750B99-D3B3-5AFE-21F3-E40BF8A03432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750B99-D3B3-5AFE-21F3-E40BF8A03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83019F-BF28-25A3-2CEC-F7372C6C72CD}"/>
              </a:ext>
            </a:extLst>
          </p:cNvPr>
          <p:cNvCxnSpPr/>
          <p:nvPr/>
        </p:nvCxnSpPr>
        <p:spPr>
          <a:xfrm>
            <a:off x="9772073" y="4064092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55106308-C679-B185-1490-B4C22B7AE687}"/>
              </a:ext>
            </a:extLst>
          </p:cNvPr>
          <p:cNvSpPr/>
          <p:nvPr/>
        </p:nvSpPr>
        <p:spPr>
          <a:xfrm rot="16200000">
            <a:off x="5449454" y="-286817"/>
            <a:ext cx="397163" cy="8248072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816FF5-F145-9FA7-EDAB-FCB019AF273E}"/>
              </a:ext>
            </a:extLst>
          </p:cNvPr>
          <p:cNvSpPr txBox="1"/>
          <p:nvPr/>
        </p:nvSpPr>
        <p:spPr>
          <a:xfrm rot="18566918">
            <a:off x="4814659" y="2462202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a Nash Equilibrium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E061CA4-2BED-891E-1EB2-0FD5D8892F0A}"/>
              </a:ext>
            </a:extLst>
          </p:cNvPr>
          <p:cNvSpPr/>
          <p:nvPr/>
        </p:nvSpPr>
        <p:spPr>
          <a:xfrm rot="16200000">
            <a:off x="10387807" y="3050712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7D7BF-B6BE-C17F-164F-7984197A96FB}"/>
              </a:ext>
            </a:extLst>
          </p:cNvPr>
          <p:cNvSpPr txBox="1"/>
          <p:nvPr/>
        </p:nvSpPr>
        <p:spPr>
          <a:xfrm rot="18566918">
            <a:off x="9723420" y="2345678"/>
            <a:ext cx="257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D357A5-273D-01B5-F582-9571A72FACB7}"/>
                  </a:ext>
                </a:extLst>
              </p:cNvPr>
              <p:cNvSpPr txBox="1"/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D357A5-273D-01B5-F582-9571A72FA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386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E512-1311-23B5-42D0-3C738173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7646AD-3C58-8AD8-0AE8-E27D47129D5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28189-CB82-6B46-EC30-195266D6E207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F73F9-05AE-DD1D-56AF-C200EA13B2F6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C1CC6-59BE-1634-9339-3226F4C59AB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358343-5681-93D7-E20F-43F703BD6FC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AD739-9440-8872-65AA-ED323BF0CB4E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F51830-7203-E054-6848-27C8E4F31F14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30E258-9A44-FA5F-DD25-5B4768AD31D8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25988D-BAA4-03B2-28AB-CD7774C66CB2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FED413-4622-06E2-20D0-4197799C0315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943F05-B3DC-4864-9F75-087389FB99E6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7EFD3D-5C61-36BF-05A6-759963660109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05EABF-B032-BDF6-B53A-DC4665D90C50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5C00EC-FB5B-7EE7-2439-E4E280BBA971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256FE3-F290-48D2-269C-1D6E6D3E8D7E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C1C803-5344-D4A1-8541-7464EDAE3BC3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C3D5D7-697F-24F2-84F5-746E790ECE8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FC22712-EEDD-45B8-EB18-1AF2D248D80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89D65A-4C79-D51C-8BB1-443B3CE5997A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98777D-EBE5-C525-2097-CCD07D8F5FAA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A80BED-A009-79E4-95CC-8DCECE17E663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BEA43D-FE38-E277-5D56-7C98831FCF5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368D46-C003-16FF-E275-FE480D734DA5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3CFA62-A69C-7DD5-BB96-29C55F3E8825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E108DE-9A34-3ABD-D5D9-EFE12A2935AD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DC0188-06EF-DB95-D677-EE86B1E50BA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68B16E-C18C-D0A8-F827-EAB7837F747D}"/>
              </a:ext>
            </a:extLst>
          </p:cNvPr>
          <p:cNvSpPr txBox="1"/>
          <p:nvPr/>
        </p:nvSpPr>
        <p:spPr>
          <a:xfrm>
            <a:off x="7681910" y="1219497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Perfect Sorting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East is all-S, West is all-B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76071C-3B63-0420-46A5-0E54801B9440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9B3367-2A54-84E9-5C63-117C6EEA519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60B8A2-5C71-3287-CC2D-330B56D8146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7D9838-2610-5386-C7FF-79E4B0445A3A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9267B3-C5F3-43B3-637F-9DA51F09EA2A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7CD434-63AC-1BDF-9E8F-6B41711AF02D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CD01E3-3563-4CC9-D3CC-E06A909824CC}"/>
              </a:ext>
            </a:extLst>
          </p:cNvPr>
          <p:cNvSpPr/>
          <p:nvPr/>
        </p:nvSpPr>
        <p:spPr>
          <a:xfrm>
            <a:off x="1986256" y="437408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4A0453-6006-C8DD-B1FF-9E7BCC1F2229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5355BD-90FD-5A71-C7BE-7D5417FA2491}"/>
              </a:ext>
            </a:extLst>
          </p:cNvPr>
          <p:cNvSpPr/>
          <p:nvPr/>
        </p:nvSpPr>
        <p:spPr>
          <a:xfrm>
            <a:off x="822726" y="494489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33A628D-8543-B159-F834-E9D192BE91EC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EAA60CC-9DF4-937A-8586-AF8E1818DC0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34887BC-B864-C11D-A91C-C36B5F598506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6D5FF16-E35A-6640-84D2-6B7F9F0170BA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3EB417-1C61-5B00-3C57-1D72CBAD0E36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4C9EAC-5744-C116-3C41-C35404B8F11C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3862878-6585-246C-C862-695CCB0AD9E7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9A2186A-4B86-E4B4-D4D6-0F7C792332AF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0A71A2-3F88-CDBD-E99A-A6F7402A08C8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F0F0AD3-03E2-CAA5-2C20-629505988214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512C3E3-7583-BDFD-8293-08A581B8D686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089EE6-E702-9AFE-1BE3-B63D6BF813BE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BA91494-42B8-E050-B666-BF8809EC86C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ED31983-6AAE-4928-0FCC-73494CED7FFE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AD13D8F-045B-4F18-3D48-A7BAB8251AFE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88F268A-CFB4-0551-3672-1CBE0127FDB1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67FA5C-970A-3CCC-FB97-13FF9E6B8CCE}"/>
              </a:ext>
            </a:extLst>
          </p:cNvPr>
          <p:cNvSpPr txBox="1"/>
          <p:nvPr/>
        </p:nvSpPr>
        <p:spPr>
          <a:xfrm>
            <a:off x="7681910" y="2186671"/>
            <a:ext cx="3600449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“</a:t>
            </a:r>
            <a:r>
              <a:rPr lang="en-US" b="1">
                <a:solidFill>
                  <a:schemeClr val="bg2">
                    <a:lumMod val="20000"/>
                    <a:lumOff val="80000"/>
                  </a:schemeClr>
                </a:solidFill>
              </a:rPr>
              <a:t>No Movement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</a:rPr>
              <a:t>”: Everyone stays 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3D62FB-1EC6-4B52-ABC4-DCC309A95933}"/>
              </a:ext>
            </a:extLst>
          </p:cNvPr>
          <p:cNvSpPr txBox="1"/>
          <p:nvPr/>
        </p:nvSpPr>
        <p:spPr>
          <a:xfrm>
            <a:off x="7681910" y="3337650"/>
            <a:ext cx="360044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/>
              <a:t>“</a:t>
            </a:r>
            <a:r>
              <a:rPr lang="en-US" b="1"/>
              <a:t>Partial Sorting</a:t>
            </a:r>
            <a:r>
              <a:rPr lang="en-US"/>
              <a:t>”: 10 persons in each state, K S-types in East, K B-types in West, where 5 &lt; K &lt; 10.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1552BF-54CA-4AD1-BF8F-A8D6CE2448D7}"/>
              </a:ext>
            </a:extLst>
          </p:cNvPr>
          <p:cNvSpPr txBox="1"/>
          <p:nvPr/>
        </p:nvSpPr>
        <p:spPr>
          <a:xfrm>
            <a:off x="7185891" y="300334"/>
            <a:ext cx="418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We’ll Consider Three Different Outcomes as Possible Nash Equilibria</a:t>
            </a:r>
          </a:p>
        </p:txBody>
      </p:sp>
      <p:pic>
        <p:nvPicPr>
          <p:cNvPr id="66" name="Graphic 65" descr="Checkmark with solid fill">
            <a:extLst>
              <a:ext uri="{FF2B5EF4-FFF2-40B4-BE49-F238E27FC236}">
                <a16:creationId xmlns:a16="http://schemas.microsoft.com/office/drawing/2014/main" id="{4CE6F97A-5A60-B2D3-2DC9-2DC4EF10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9709" y="8318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427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092A-0301-1135-0802-FF28ABB1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A51C02-DB24-7BD4-7F0E-BB79782533D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AE2C52-681B-650B-4B24-324F8EAC731F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23CE7-4334-AAC5-1D10-50F4422644B9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08356-60D0-C8E1-DD17-922FD4B88C37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9FC43F-A4BA-5085-7AA7-82811C2B5C70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908F4A-6A1C-C602-081A-4C42D03CA593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25D643-24F4-AFC4-89C5-44692D14151B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A96E4B-3489-4E3F-2CCA-938E5569D13D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9D58CB-610E-4657-569B-B911B43C6273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7ED32-3287-18F9-F75D-9DBA663864AD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C8C605-0139-4684-E23C-67C6C7CC984A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0AE0C2-6960-B7E6-C3C9-9469DAF96A63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F49E17-1C97-35FA-086B-80E6E21C99E7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7323F7-14FF-45F1-CE14-3EC8ABAC3F32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0A4D39-212D-42DB-CA0D-AFB54F311BFC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0392EF-482E-35AD-8E62-29C67AFB0138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70B9CE-1562-FE99-F54E-5475C46BCDB2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E70895-3375-7C03-E9BB-356FB280EA08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2A0208-87E4-700F-8267-3E92C8695FED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5B26496-7E7D-E7F7-C282-B845FF78E248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958D90B-07C8-8209-BD01-7F9618E9C37F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71175E-5388-B89A-17F1-41F49AC981E7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A6B02A-9DF9-E757-B3E8-C0B60649FF75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123468-1781-ED94-F450-CE20FD5C3AC2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44BB48-D780-55BF-7E49-3768EF3DB878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777EE7-B3CA-49D1-05ED-5D723E36D09B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27F3B7-06F4-98B7-5952-36B6A7C1FAC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3B9490-DDF8-7655-E67B-FDA1C62DAA24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F771B-90D5-4592-410D-C739101BE84F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70525D-3933-D18B-6BA6-46A852696E2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AABD50-1403-7356-47B6-88FDD1F3E1A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B47778-2922-4082-D936-1BDE3E2E8A67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8046796-99C7-4B9E-5F06-09010D6BFD5F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88936F6-876B-7847-8C9A-78BB781BBE89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A993031-A232-E6DA-D4A6-33B42D51959D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FC35D8-FE05-AA8F-4D94-AC0F93C40654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89D966-8D43-2666-2474-C8244ABDA40B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2249D69-FAFB-5C77-A915-7C67A132D8AA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AE976F6-04C9-3129-6A7F-6ED781AA5428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6F97F5-3D8C-7E68-BB67-B9DE2FFCD543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F04EA59-C80C-00AB-5E13-2EDEFD23BC9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372607-34E0-FA39-4AD3-EF67298977F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333225B-0001-3C4B-4A2E-D05625993A53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E88F0A-62F9-6A75-5D22-6518D5A43C33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057F2A1-4FCA-937C-AE46-571A18709C50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5BC1A83-1804-E8EF-9600-38E508D2FA73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000C1C2-440E-D147-8A0E-3B3F9B496FAA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042C2B-E518-2713-D3C5-79068FC47E4A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6B3643-21CF-2E33-022B-9DE23B86DD4A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7799BDE-95E0-76BD-A675-396D5079F4F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60D3264-84AD-5B84-A51F-E3D7CF9627E1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F402505-B279-94CB-0699-228B8AB37E67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864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814E-12EE-CF25-C379-8953468F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F17BC5-D4A7-F172-CDCD-009AD017A9F8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E571C1-FF44-7514-B7A9-0CDF6DB66F09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2102C-90CA-F644-3B86-3A85E5D8E1E9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08910F-5BB5-EB0D-6629-A4079ECCE51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EDE994-1B0C-11B3-FF63-65A3E28FFB81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FA5BB3-11C6-CABF-AEBF-0C50456D938C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ED25A3-7C13-8D97-B137-DB1AC4EA0FE5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5F6EFA-E9B5-A9E9-96A1-96C376964C5F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CB6695-CE6B-2BF3-F15F-8D3672E8E4E0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380E68-21B7-F516-B511-94234D2636A3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ED530B-44FB-B63E-EE2E-74826D36C675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3675CC-96F5-D85E-1FA3-563AD35A7DB8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DEAE17-0BC7-81BD-E441-E8040CC6A6B2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FC178F-07B8-A6DA-D724-6D1BBDBEA05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6EB2EE2-1377-1AFF-C33F-73E16E94B8DC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AAE568-DF0F-68EA-3FE4-85F254330FAF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01E395-0BF0-B0A0-B424-51A66344D014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FBA1E37-2D0B-93F5-7671-BD3BF28B07A0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8C7F6C-4042-CF68-9A19-C9FEF7D8EEE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21912C-8885-31D3-979E-341AC483D8E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6288AB-8718-F8F6-AB3B-5EAE4A011707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8EAB7A-967A-85FE-B539-079036FBE6B9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8D7BDE-7EDB-F75E-614E-42FBAC62DA6B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F919CF4-9A27-7902-428E-E48DC84809EB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F0067A7-E629-CF24-AD5C-7668EE1935B4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ED0D92-C6A6-B22B-DA40-52C8FDF72659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65CC25-0B66-0DDF-B44B-4F0E78F8A67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EC0BE-43FD-AEFA-33CB-157A7D130921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42CD6-0794-859A-2381-2BB3A3558047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4ADDF3-5E6A-71D7-8D23-0BA359FB3041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CBE98C-AC12-50E4-0CEF-71DB9E8DC6AC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18D1E5-F999-CB22-B0CD-B622A35BFCBF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2B7A3FA-6375-6D66-A4F6-356FE83B055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41ED29-DCE7-2A98-6CEC-37E196E12455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7D886BB-4121-F6DC-029E-4EAD8544294D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61830F9-8596-013B-0D0D-42CD08B191CB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AB6C9D-C494-B1B4-DE92-CA77D57A14E1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746825-F704-88E6-D3E8-CF125B557B85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4C395A2-8AB4-5196-F602-6438F5352325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00BF5A5-06F0-C1B2-5169-DCDBA4DBCD37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990B0F3-101D-B140-EDA1-2A81E5A1268B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DC48719-DCBC-55BA-B8BD-1470C2F69B7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C6F7E4A-2A20-06A8-5188-3E32FA9A5C5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0237B84-2BB1-386C-AE29-0CB073C220C8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E1EDE8B-8339-68BC-E19A-C7DA79E24599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2A4FBE-01EB-2C40-DADD-29418C17B38C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9FCA9A-3904-CB13-1FD6-A4F5A1D56B86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D060FDB-8B4B-8963-A77D-02808160C3D4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A46F5B-2FC0-4238-A84C-D4574055B607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8919005-7F0A-143D-D752-DF727DD26AF2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FE93B60-623F-56A0-450F-00B2E6F1330C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E8B71C6-047A-924C-38C5-45221F259D8C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35DD2B-047C-B9BE-8F98-455B9AA6C6F4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DE6497-8840-BEDC-21AA-CABAE4861DA7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303112-EF68-8C46-A93E-981E74466F4E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F9C010-CBAC-FD48-C0BF-B24F58EC25B3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6388CD-703E-92B9-EA97-2D1F4FFD0BC3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</p:spTree>
    <p:extLst>
      <p:ext uri="{BB962C8B-B14F-4D97-AF65-F5344CB8AC3E}">
        <p14:creationId xmlns:p14="http://schemas.microsoft.com/office/powerpoint/2010/main" val="18564201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3EB8-B9B9-3806-0FF8-3C623ACB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3AA940-9B1E-33C4-41EF-0326F107EC9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D73C7-E3E2-59D4-F4B8-C59455C42DB5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4F331-FD75-6FB7-BC85-05B41CB6816A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2F04B-9FEB-DF4B-1AB0-0D62A189A540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B7B7B-00CF-F6F5-4C6C-ED52BE2133B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30132B-B508-B331-07B8-A5DBE340C3A1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CDF0D2-954A-8C16-600A-0B8546055A00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4E87EF-6895-9470-9383-8B0F4EC33747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5C0A37-3BE4-E417-DF2B-5EE8F5B45C23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EB351D-8520-61D8-47F7-D344C84D015C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ED036A-E9B6-0F3C-352F-B839BC4AC105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4385AC-943D-B283-F4FF-5113227E3F24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820F46-5EDF-D510-AA82-EBCA53D03947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5DB7E5-9B8C-E6DF-5E16-ACFE2366C56F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4AC5C3-EA45-AC1B-3282-9A37FF818217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D53760-2378-E516-FF33-8760AA013D0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7AECAE-548A-2E42-F83C-189FD57928F4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3E68994-08B7-ADC1-3E9A-6C5C00FDC662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0858D-6180-C52F-1200-B1CF2AB32F7B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0BF779-E4D1-5668-C8F7-C37E3E1E6BF3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DA2F41-BEB1-D956-DCE3-D15B4EB46BBA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C8A0C6-7657-EFBC-44E0-57386D28662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1F83F2-A300-84E6-1E92-FEB873055877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5312E7-9945-2EEE-E1B9-AD8FEF33605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41B5FC8-83D8-49BA-68F2-69DBB59ABBE3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DC8ED2-30C9-2AB5-A193-9040DC9701ED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600DD6-BF67-2D63-CBCC-50AABF97960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3921C8-88F4-C69F-A515-1C9A04308392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4771E6-853C-9298-1CC1-8F2BC167740D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ECFFC3-ADDF-D54F-C3E1-E778494DE932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70D292-23FD-4D43-5030-609C419FA43E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C5800B-6C5A-C173-8EBB-39F204A60436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BCABA07-C3AB-EF8F-37DE-44E9B7C27F60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23A255C-6C32-DC4F-F00E-889C2ABADBBA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1415248-7399-348B-E85B-043D1632F61D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CFA4230-BFFB-1389-C3B1-9A202BA31C0D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BF1476A-BE90-EDAA-C430-6F6683E36153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F986837-9CD1-AC6E-0402-C05ECD24FCDB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71F1BF0-41B0-436C-7DC6-9868D4A40771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1B62FAC-F9FA-4866-87C4-438ADA919E58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379ED8-6882-8B0C-1F5B-1961CFF0A545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5FFE3EC-A015-8EA0-33B1-3A18642EB5AF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FF0516-03D9-5280-1EE8-DBD55E2EEEB1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52E9F7E-B017-1796-BF9E-6FC7B6F5571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223F02F-1B19-3EBC-6E19-2E86E5C45F44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E194E89-0F90-4395-986C-3D90FC14B5D0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CC18368-4BD2-8403-7B95-770CE1023695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58C983F-F0DA-46DF-5472-B99D20F42A8B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8761A13-ACCF-722B-1602-C955533CDC6A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39F225B-BD44-E98E-81A6-C772F25A6DBF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BB4813C-AE8F-1AC2-B5DD-3B8BA1B44122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740F0C7-CF61-C1B1-6F66-998B5D32B9DA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CD1252-E472-5494-EFA3-4EBAC1829E12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B884C9-B65C-E16D-9ED2-22FEDBD546B6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244CC4A-B385-A428-F944-DF20CCC5D03F}"/>
              </a:ext>
            </a:extLst>
          </p:cNvPr>
          <p:cNvSpPr/>
          <p:nvPr/>
        </p:nvSpPr>
        <p:spPr>
          <a:xfrm>
            <a:off x="8467715" y="1689243"/>
            <a:ext cx="3052772" cy="174468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This is a Nash Equilibrium if and only if each type’s action is a best response to the expectation that everyone else acts as in this profile.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9A4EE4-9135-B8E3-7821-5015B4611A74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C4076D-6BE7-A583-51C6-30E6BED48EF8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059F72-9FA5-55B5-6F15-97C1851DB5CD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</p:spTree>
    <p:extLst>
      <p:ext uri="{BB962C8B-B14F-4D97-AF65-F5344CB8AC3E}">
        <p14:creationId xmlns:p14="http://schemas.microsoft.com/office/powerpoint/2010/main" val="10473011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073E-15F1-7C1B-1811-3D901FAA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C849A-E38F-1C04-0863-540975F00010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246D92-AAAA-43BC-CD28-99075042532C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5A947-1C0C-F10F-615E-8C4124148C32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FDB76B-A7C1-4A55-A083-D1F141309D2B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44B12-7E6C-2A37-54AD-DA793CBB8C8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747C83-703B-ADA7-CB21-A0508403BAE2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B9A75C-70CE-C9A8-3468-3B7A0F3CBBAF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76D9D9-9BDB-C910-7297-7082C90E1F65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7BE324-919A-E61D-2A03-B7F83CAEF16F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9809E0-D222-D377-9A60-369F3C8A285D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49913E-A83D-B382-93FD-357BAE4E4C19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741605-7A94-4A4A-F752-34EC87CB97AA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C245F0-EC59-4A85-5274-0ED54004DC75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D31969-14D9-60DA-B7D0-F051166D0FF3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8E14A6D-BA34-1B02-C458-4DDF27359216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D8BAE4-04F0-75F8-1B73-4470D22C50C9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6D841F-4CF6-9850-6807-28F37A59CCF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23E602-4AE4-03A5-E03F-AB2EE2CA7EEA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A8A01-E2AB-34EF-03C2-C2C03A741DD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23E2F1-D7D5-0609-DD2A-B60726E084AB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250A5-10DA-AC61-5A01-80FABD9A814B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69D00EC-69BF-9B4E-0013-9D3EC8A8AE31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0F10FE-F004-6D0E-CD24-EB803E3D0791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E5B87B4-98B7-41C0-F079-CFEA44C303C2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81DB1-749D-753C-B0D1-59A1213BAC51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77220B-043D-4EEB-5D19-6CAFC9E1513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A99E12-D0CD-78D8-5725-9E1472A082B1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4F4363-C722-AD73-0FF7-BB7732C21612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3B3830-451F-E6C6-E975-210E099F66C5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F65B1-18FA-17E5-F3D6-A745BB9B8980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B5304C-1469-C5CB-BF6B-5A52C16EA47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034CBD-65FB-BA14-3815-E1318640098B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EB0FB38-DC99-E991-5AA9-983ADA08019B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8C8105-C5E5-E11C-431F-040C41F4AA8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78D8042-D298-2B2D-8D75-7B9EC58C40F3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91B0F1-3622-6F7C-A257-C9167E84FEED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A36615F-E8DA-9452-2176-0C66CCE20D75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2AF824B-2399-368A-D1B1-9F2A70825F1A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7F7BBB-5D62-C020-4B37-AEDBE82FD118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445F2DB-4595-2D1A-CF25-5BA53A247A1F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2070D4A-4735-E76A-92CC-7E19B0FEDCA2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B1D04CC-CCDE-4009-5996-94F31FEAB7CC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AF671EC-538D-CE90-D715-6BE23E0C9D3E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7475DA-19E4-5C8D-6B92-52375F3206B1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98A1D9A-9ADF-3D6D-B3A3-996BBD806C12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F7C2C15-CDA5-C85F-98BD-9F78CB64E4EA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A5B36B-969E-AA04-AA0B-A6E7E70A1439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085871A-AA4E-6256-822B-898858765218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4AD5DB8-6E0E-22B8-5140-86A61F70463E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A177526-8733-9F02-7272-A6B9280656BC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DF1BCD6-C1EE-F30F-9743-0C5CC3CC56A3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C6CE1E9-5F5B-035E-0694-34C0E816119E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91CAF5-1C95-D889-861D-FDAD02D29214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1785D4-7482-5D3B-F2C6-13FA4A873EC3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1ECF00-16FA-7995-62A0-29357108CE6A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F8539B-37EA-FA30-B8DD-CE4A5ED484A0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4FE433-BEB6-8473-B79A-4B9EDBA809CD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16FBEF7-E82E-8A32-0004-1FD1A62ED14C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78DEA41-CC42-5F9E-52F9-E6DC5F48C658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E558144-0CC5-A649-6A69-593EC0D7C13B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C5F5EB8-36D6-3215-BC12-78A2F0BDC441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46B440-EA71-3ED8-F53A-6B460581D85F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2A5ECC-A042-3789-FABA-2D5A034900C1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</p:spTree>
    <p:extLst>
      <p:ext uri="{BB962C8B-B14F-4D97-AF65-F5344CB8AC3E}">
        <p14:creationId xmlns:p14="http://schemas.microsoft.com/office/powerpoint/2010/main" val="28424618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5136-2E59-1DDF-8E1F-F9268941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322FB4-D380-174B-327A-3797B00A80A1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C9EC5-B11B-9E75-24E8-76E8B8E63E63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3E4AB-928F-1AA3-C0FB-9BE2E84F3FF0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D9BE7-127F-BE6B-722D-87A84BEC2CB5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2DACB7-13E9-0FD9-3A66-928F03E9E60D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3CB06F-3919-3BA5-6817-CE34A39188B7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E409DA-4EAA-7857-4545-E90AF080F463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5B9FFF-BD3B-A745-2A3E-637FC0747FA2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A343F1-8228-5E36-B492-5E00BF0D2FA0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B83E9F-11D1-5FD1-01E5-7B3000642C3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42E7E9-3FD1-8D92-3353-AD4AABE1D3B2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3C5850-A6C4-A28B-0696-50E61819FC61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789C8A-8E7D-0EBA-3E4F-0FCE074D6D11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3BF56C-73CF-054C-229E-55341AF979DB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2CACCF-3979-9077-A206-224B750C0AD4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4B1A8C-137A-F75A-89D1-BFFC5C9A0F12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EF83C2-C850-231B-64AF-75A5FD1D4AE6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45793B8-EABF-9A73-CB67-AF0294998AA3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5FD089-C6D2-1C79-EB14-8B25C07F6FF3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978320-CDEC-19A9-D1BC-2A61BCBDEDB6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36B3B4-C78D-1AB3-2609-F91791610EE5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A0DBF3-12F6-D9A1-15FB-A559C93C6412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30D7F6-8654-1163-E679-F0278EA121D5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1E3DE3-D301-D4CE-924E-FF88F13BC71F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6F54DD-D760-079D-88CF-4778895C68B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ED84A-7CEF-A47D-7951-99AB5426F0DE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0268A2-B7B9-7C89-90B3-B7F5F4504BBF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B61CE9-98B7-9B42-823D-3EE28CD98D26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626DD4-8A6B-55A4-8618-EE2DC71882E1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691E58-71C4-EF24-B8E2-5DA61CB1ED1F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BB76DD-EBD3-7158-72AD-CDD9248A1E8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AA4105-FE28-8E37-F594-632ABC761B38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74A93AE-10B5-AE43-0AD5-560913531006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80D6A60-6EB7-EFD9-9516-256CBDA52CD0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AEBBAD9-2E26-56AA-3061-277DF590AD53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2205CEB-1E32-2169-5B57-5508DEED33DD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4472677-38A6-54AA-2263-BCFAADAAC4DE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25BC219-784C-73F2-6342-5333B591B879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91458A9-6A48-2CCB-3898-70596C57F51A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82070BF-271D-9049-C5E8-ACE134B526D9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AFF974-96D3-0AC7-AA7C-325876BEE75B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D1C28B9-5CA0-BDA4-85F2-48DD6190D554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20CF56D-75A1-0882-D01E-16F0AFBDB15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6C98C95-C816-35A9-F6FD-1ADE8F4F89E2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F704589-2B10-4FCB-3923-4A19D15B1C4C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E596F4C-F56D-B399-8E32-EC44A6BA1EB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D22B233-F335-0537-F80E-DE068C51F124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C9600C8-F67F-803B-7B3A-B6910DB97853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86ED73-823E-84E6-D9AA-F8B38B2ECD3B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8E70388-EEC5-0BC4-3B0D-47D402964F31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05CB599-8A47-9AE7-EEFE-0997D7D8C8D9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98CF424-8AA3-D37C-C2CB-360D4F5B30D5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6D6534-B957-5FBC-638B-E4B15D8322CE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A6ED59-02E1-0A82-E340-176AE5903395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5615A8-0B1E-7702-CDAA-E767DC765B89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948101-12C5-1209-5A7E-C7F5E131D08C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E8DC3F-1BE8-7356-5AC8-5CCA3D3B9A88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B06E188-344F-0B84-75AD-C05C6B0F1451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F8F7E68-10E7-62F1-D95E-2DF8D2ED2C29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ED8198-C0EF-DE05-CACC-04A8D24D2BEE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2C4E02B-22E5-1A55-EF56-008E5112B32A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EE4EDC-41EC-89F9-B714-69F08D004C3B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B44A90-FB39-B67D-8D3F-832EB7F23F67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ED2E32-DCBD-4910-6FFB-BE4550602873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ED2E32-DCBD-4910-6FFB-BE4550602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5BC6044-920E-7952-BDA4-BD6471AA8009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=?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5BC6044-920E-7952-BDA4-BD6471AA8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>
            <a:extLst>
              <a:ext uri="{FF2B5EF4-FFF2-40B4-BE49-F238E27FC236}">
                <a16:creationId xmlns:a16="http://schemas.microsoft.com/office/drawing/2014/main" id="{F4E437E8-F4DE-C0DF-3334-B590DBEF0131}"/>
              </a:ext>
            </a:extLst>
          </p:cNvPr>
          <p:cNvSpPr/>
          <p:nvPr/>
        </p:nvSpPr>
        <p:spPr>
          <a:xfrm>
            <a:off x="6753234" y="4289939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442161A-5C16-3D12-59ED-2F798BDAAAC5}"/>
              </a:ext>
            </a:extLst>
          </p:cNvPr>
          <p:cNvSpPr/>
          <p:nvPr/>
        </p:nvSpPr>
        <p:spPr>
          <a:xfrm>
            <a:off x="7322048" y="42852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B8FB519-DFB8-5BFD-BBCB-A59A3E2391F7}"/>
              </a:ext>
            </a:extLst>
          </p:cNvPr>
          <p:cNvSpPr/>
          <p:nvPr/>
        </p:nvSpPr>
        <p:spPr>
          <a:xfrm>
            <a:off x="9960912" y="4270929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54E9F48-BA52-B523-8D60-9CA479FDBCCE}"/>
              </a:ext>
            </a:extLst>
          </p:cNvPr>
          <p:cNvSpPr/>
          <p:nvPr/>
        </p:nvSpPr>
        <p:spPr>
          <a:xfrm>
            <a:off x="10503122" y="428673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251882F-20DD-9676-42BE-2BDA039D7CD4}"/>
              </a:ext>
            </a:extLst>
          </p:cNvPr>
          <p:cNvSpPr/>
          <p:nvPr/>
        </p:nvSpPr>
        <p:spPr>
          <a:xfrm>
            <a:off x="7329502" y="5333532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E7714C6-AAA1-F04D-352D-F6BB7CFBF386}"/>
              </a:ext>
            </a:extLst>
          </p:cNvPr>
          <p:cNvSpPr/>
          <p:nvPr/>
        </p:nvSpPr>
        <p:spPr>
          <a:xfrm>
            <a:off x="7905846" y="5326618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3CDF03B-88F2-EEE4-6800-1B4A304808FB}"/>
              </a:ext>
            </a:extLst>
          </p:cNvPr>
          <p:cNvSpPr/>
          <p:nvPr/>
        </p:nvSpPr>
        <p:spPr>
          <a:xfrm>
            <a:off x="9946476" y="535459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FABA530-EAF1-AA58-DAC0-27C07E718891}"/>
              </a:ext>
            </a:extLst>
          </p:cNvPr>
          <p:cNvSpPr/>
          <p:nvPr/>
        </p:nvSpPr>
        <p:spPr>
          <a:xfrm>
            <a:off x="10598938" y="54089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70C190A-8DD6-DED8-C62F-73A903300D4D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70C190A-8DD6-DED8-C62F-73A903300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4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B8F1A4-66F4-A5D5-4FF6-1445541806F3}"/>
                  </a:ext>
                </a:extLst>
              </p:cNvPr>
              <p:cNvSpPr txBox="1"/>
              <p:nvPr/>
            </p:nvSpPr>
            <p:spPr>
              <a:xfrm rot="1012362">
                <a:off x="8111462" y="1987818"/>
                <a:ext cx="4106282" cy="92333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FF00"/>
                    </a:solidFill>
                  </a:rPr>
                  <a:t>remember the expected utility formula?</a:t>
                </a:r>
              </a:p>
              <a:p>
                <a:endParaRPr lang="en-US" i="1" dirty="0">
                  <a:solidFill>
                    <a:srgbClr val="FFFF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1B8F1A4-66F4-A5D5-4FF6-144554180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12362">
                <a:off x="8111462" y="1987818"/>
                <a:ext cx="4106282" cy="923330"/>
              </a:xfrm>
              <a:prstGeom prst="rect">
                <a:avLst/>
              </a:prstGeom>
              <a:blipFill>
                <a:blip r:embed="rId5"/>
                <a:stretch>
                  <a:fillRect t="-1458"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8871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DC2A-41A7-31F1-05DC-574A13CD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94E947-7D8E-F57E-030C-CC106256AACB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44CB6-CAB4-BE63-7DBC-F66F73A0EFAD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FF56A-1E55-8F34-D3D0-D4CA5995D8DE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26CB07-FE7A-962F-A0BE-A73E3A262E5B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1BA3F-157E-8619-4DEC-DA5994BE727A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538C07-B54C-785E-4BF0-78197B56C620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3C3FBE-62E6-C843-667C-8A2F0155C818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5F63AF-F07F-C840-63FF-DE528871FC24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6D98C3-1C57-170C-155C-3D6879C1BF05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A68074-9174-91E4-1E04-6EB69FA16C10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B3D585-5C78-8E9C-2A13-6B53B5CF939E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CAA04-49C0-CF73-17FA-953F3091B4D8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767CCC-3D8C-2D2C-E4B5-513ECE6A3836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030464-A9D6-897D-6633-9132B33608DF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F00EF0-0DF0-60F7-F73A-A89469C28439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7CEEEB-3861-F3EE-4223-34C40AE37FF4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B0855F-6A0A-CE12-926B-C1B37C547E61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27C4A2-A8D5-D19A-83C3-B5953F65CB04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3F858F-2BBD-439E-8E85-8823B28BB2AD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F05DD0-A743-E07F-75A9-4B80F50A321E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072030-8F1F-AE29-524B-F2B10F2875D8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7CC424-C15B-7A18-103E-BFC74054447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07B1891-8442-D2CD-369A-04C84DBD1730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D4C7AE-4703-E58C-5CE2-3370FCC366C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FA89176-E8C1-A54B-361F-8544971753DB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E1A5F7-5884-E483-646E-BBC8A52F4490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B91F9-9B6E-E20A-3D93-D51CB28064F3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36891B-17D4-742D-F792-6DF81B97392F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566708-76B0-C5AC-F440-CCB1C7673442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A22DB3-1B39-FA90-13B6-E3BADEEDBD5C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4F92E1-1C8B-0F07-BE5B-6F30233B6F16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3AF208-7008-C3C8-DAD1-68E5E9151E54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60CE78E-D6F2-0C44-B4DF-83062BBD1BFF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F5C20B0-C276-85BA-91D0-B396D9528EC8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6E54CC-7791-877D-17EB-347A39B99B4B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A8E10AA-7CAD-4B49-DD09-B0A48965F9F4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4DC7DC-6ADE-05C3-5FDA-0075F8930A4A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0EE7B8-F691-F524-8AD5-2E284D89F942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A444C67-A07D-0F67-63C2-92E14C32EAEB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0607239-89A0-D7FA-53CF-10C3D289A816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385C878-EA51-4CD7-54BF-47B151462334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F9DAC0-B277-3F0B-37A8-1553B42D173C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82533B-EF8A-07B4-5E6C-AB9D4DDAAEA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8B9AD8-421F-9EE5-3284-2513D6CF05F4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715B2A1-FF2E-A823-2EED-756E50B4CE56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4293B0B-57DC-64F9-D493-15DBE834CB72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C71E858-4B1C-577E-53ED-3273635D1D21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C5EC7F-2F05-4083-7515-78176A8EF3B1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86290D7-C8D3-0E70-E4F6-18299B4C3BB8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80F780D-A671-A94C-F911-77FC76EEDE6E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766E53A-E09F-2C08-C4DC-DAB9CF5B96DE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4F71F06-CD5E-B851-C3E2-64E1EB85F73B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9F57F9-4E21-0E94-396B-DAB7C66318DC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FB7C44-E7E2-9B21-368D-07633B96435A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9D7DA8-257C-1CB9-CC0D-0E3F365701C5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6F7CD7-3DFB-30E5-3972-700DAA92B9F9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21A233-0968-89D4-E8DD-A15C73E77C7A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8728A4-A737-47CE-7D97-4F8D8497C0F9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571BFB7-1AEB-D783-91FA-D242EE514AC0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791209-244A-74EB-4D85-4414794FDA07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86349F1-33DD-76D0-48D5-250B1F567B25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BAE6C9-D753-29D1-09B7-D6B0EA56E29A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C5BAF7-1212-24A1-84B2-DB1BD45FC6BE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63EEE3-1A05-8F63-A77E-3FE6B43E871C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63EEE3-1A05-8F63-A77E-3FE6B43E8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0CDE26-47FF-4BCB-D5D9-38D729AD3CB6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𝐵𝑖𝑔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𝑆𝑚𝑎𝑙𝑙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𝐺𝑜𝑣</m:t>
                          </m:r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0CDE26-47FF-4BCB-D5D9-38D729AD3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>
            <a:extLst>
              <a:ext uri="{FF2B5EF4-FFF2-40B4-BE49-F238E27FC236}">
                <a16:creationId xmlns:a16="http://schemas.microsoft.com/office/drawing/2014/main" id="{1B4BFF8A-839B-5165-331D-F5ABD67774DD}"/>
              </a:ext>
            </a:extLst>
          </p:cNvPr>
          <p:cNvSpPr/>
          <p:nvPr/>
        </p:nvSpPr>
        <p:spPr>
          <a:xfrm>
            <a:off x="6753234" y="4289939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514BC44-9D70-A635-0E45-4879466D69D4}"/>
              </a:ext>
            </a:extLst>
          </p:cNvPr>
          <p:cNvSpPr/>
          <p:nvPr/>
        </p:nvSpPr>
        <p:spPr>
          <a:xfrm>
            <a:off x="7322048" y="428524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44F7C6A-8F22-A65C-6A43-308F3E662D67}"/>
              </a:ext>
            </a:extLst>
          </p:cNvPr>
          <p:cNvSpPr/>
          <p:nvPr/>
        </p:nvSpPr>
        <p:spPr>
          <a:xfrm>
            <a:off x="10025181" y="4269818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0341F5C-1F86-8D84-1069-5472F8E9FC96}"/>
              </a:ext>
            </a:extLst>
          </p:cNvPr>
          <p:cNvSpPr/>
          <p:nvPr/>
        </p:nvSpPr>
        <p:spPr>
          <a:xfrm>
            <a:off x="10567391" y="4285626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21D1A89-5D8D-623A-A653-2A6D108C981B}"/>
              </a:ext>
            </a:extLst>
          </p:cNvPr>
          <p:cNvSpPr/>
          <p:nvPr/>
        </p:nvSpPr>
        <p:spPr>
          <a:xfrm>
            <a:off x="7329502" y="5333532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2D6735D-9BC1-E2D3-2852-0C8463265887}"/>
              </a:ext>
            </a:extLst>
          </p:cNvPr>
          <p:cNvSpPr/>
          <p:nvPr/>
        </p:nvSpPr>
        <p:spPr>
          <a:xfrm>
            <a:off x="7905846" y="5326618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973089F-F661-285B-F307-D72F0207FE1A}"/>
              </a:ext>
            </a:extLst>
          </p:cNvPr>
          <p:cNvSpPr/>
          <p:nvPr/>
        </p:nvSpPr>
        <p:spPr>
          <a:xfrm>
            <a:off x="10048129" y="5379894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BD9FED7-033A-6D87-8C1F-36A83208390A}"/>
              </a:ext>
            </a:extLst>
          </p:cNvPr>
          <p:cNvSpPr/>
          <p:nvPr/>
        </p:nvSpPr>
        <p:spPr>
          <a:xfrm>
            <a:off x="10656388" y="5405437"/>
            <a:ext cx="266402" cy="46148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8809E6-62B8-CC47-01CE-3F5641D7D631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E8809E6-62B8-CC47-01CE-3F5641D7D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4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1110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B0E8-7F99-1467-6352-9A655FBD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7FF48D-A0AE-5E25-61BD-F01532768F6A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0D606-350C-3F17-AF39-ED685B8BD87B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1864F-4582-4953-6F5D-FD6A9190752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49630-7D56-031A-4599-59E1D7551EF7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C8CD95-39F0-984F-B78D-8E682E75C86F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A02049-C961-5FFC-2401-0B845EBA1924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A94DA5-D01F-FE06-624A-20E5ADED86EC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9685C0-7C3E-29A1-5DA2-91D3423F6198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526A63-B24A-A19A-FD62-9A3B3B122066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5FE6C9-7A14-CE66-CDB1-954D3D2B167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6E51DF-1824-E314-C214-D9390B5B72BA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0FA473-6ADC-D80C-318E-751118470F69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F67701-044F-D69F-234D-68852C883335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451F28-4FF9-BBC0-31ED-3AD15C89B72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6AFFC3-E16D-35D5-BB7E-4FF1A7B2E1EE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E1BEBB-6377-972E-CC3A-102ADA2FAF0C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11B223-67DE-4EAB-0155-962356FA0D48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95ACC9-2540-71AC-CC10-790B93D64D5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219EE0-DDB6-C4A8-90CA-19DFD20C77E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21BBC39-BED4-8E7D-5C4F-4447105CA827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FABD74-D8C9-87EE-15BC-F1CCDD996FC2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CD35BF-8147-AAAF-AB65-0DFC10B410A4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235BD9-16AB-3E18-3F18-E416A5C3928D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E6D1659-7F5D-2E5E-E3A1-75BB5176F03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EE9FE4-5793-B248-7270-DEEA480CD18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E7113B-BB80-9932-9164-5FB530FF17D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26E748-DC03-298E-E5A9-2A0DCA0BCAD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35EA0E-CD5D-F920-CC62-D61854405168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CE2D95-E1BD-A9A4-88BF-E72399A31BF1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D98EF-953D-C8AB-DBA5-F445107F1A94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E50C12-CC71-5E0F-8907-360188BE0EBC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E11DEB-6A95-411A-500B-582415A3C172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151A58-134B-ACD9-9778-D0D63106F0D1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B86209F-BF3C-1191-70F7-072882E137F4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00B5BC0-D565-FD74-C57D-DA242D70CA1E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AC85B3-C6EC-CDC9-8D4E-0ABC3C99517E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ABAEE86-5CB8-C712-F62F-ACDCFB4E7182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265C4D2-8F00-47D0-70F0-13FD346459B2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C0D4A4-2DED-F66C-399B-93841B48C030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C12CF40-DE25-F65E-1B94-AC992F0D0104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9055C2E-6860-A1F2-C477-4E29428FBAD0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51F292-1ADB-17BB-6725-E3C3E404265D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99E0D8F-CE25-D2AF-F766-73FE4BB0C22F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D8E46DE-8516-20B2-8991-354AB9AC2573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E119134-466B-44E7-F9A2-97D94A0A388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73E2465-E1B0-5344-FC3B-BB27F41BA59F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844AEB5-79CC-B8C1-135F-DE1745DB20C8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1935011-506C-F975-A0CF-65F07EA4252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545F68C-C0B3-20AC-D0A5-7688DC28BF72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B8B7B05-5EF0-CC20-0517-1FC60553FA98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062D24F-39D4-8CB7-561D-99A71458BCD0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ADE689D-6001-7D0C-CD5E-E541315D6AD0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28B1FC-8A9D-ECA4-A0BB-D49C1C02940D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750101-D198-F9C5-2F3C-C80C209AABB9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04187B-4F84-0AFF-BFC7-7F706D274048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959362-8CAF-CAC0-D358-9F739B71081C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EF1853-5FF8-5FD4-F46F-C47BE8E8A229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8B0864B-1868-4068-D431-E88AD14B61C7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7AF343D-4A95-B33C-2969-235363484FE4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91A7BA0-4EBB-DE06-0530-6255FECC5AED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E25AEDA-E594-78CB-BBC3-1F6C10E88570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CD1451-FAB1-3199-A94B-DA50D5D67502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0CB7FE-1883-F241-5247-0A3CF17876EB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7F99DE8-7B90-1B64-17FC-142974421A0E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×(1−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×(0 −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7F99DE8-7B90-1B64-17FC-142974421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5763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FA2E37D-4BCE-B99D-463D-D8A7E535B6AC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×1+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d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×0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FA2E37D-4BCE-B99D-463D-D8A7E535B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5C88B91-DAB0-005D-79A1-025DC3883269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5C88B91-DAB0-005D-79A1-025DC3883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4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4157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903F3-41BF-0E38-5DFE-7536C537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5469ED-9807-A5DC-3808-78C752315E67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5653A0-E8A5-E388-9B84-C7BD74D30EEE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D55EC-8F4A-4BF5-B660-AA1D15C688D7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2D8A5A-6D97-FF98-08FD-1798623E598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1B4EC-68B4-CBA4-FA8C-F0FE0EA9D16B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A7A44D-BAE8-9BA0-1358-681980D97C6D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29DBA6-716B-A153-4538-1130883A237E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923C98-0E89-8792-3BD3-1A770954759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218791-860D-EE9F-9FFC-7F73BE954493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BE8020-664E-45E8-0BCA-9A736425A7B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B996B2-303F-7FDB-E46A-80631C63FD47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EE4304-9D86-57A2-6496-2B0D706031A4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EB1772-7E98-CF7B-C22C-270AE635C61C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5DCD65-F375-9961-B58C-72ED388DA6F3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90C613-943F-0A91-5293-F00121109691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D18851-8097-CC01-4AB3-1DFD02552467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4C8E15-D4D9-83AB-5C2E-9EC1A8429D1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5CC5CB-425B-2F05-2F00-1F7B9D03729B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491A41-06EA-6379-6B8C-CDAE3069EBE6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829C13-8EBA-B802-CDA5-7E1879AFA469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C5F15B-9B12-BF93-352D-32533052FF56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83B780-3C79-FE32-8E93-9C239107DDFE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F515B36-0F34-8335-A776-E93675AD9780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F36057-E059-FF39-59E0-D5C05AFA3578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3181A77-E17D-26F4-76BB-1780F60E9BA2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5A2483-E0C5-CE8D-C2F9-68C3EBF5EA5F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3EE446-D677-E000-9C35-5EC0F8D71006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4FD346-5003-4D2B-FA25-5EF829B7883C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E815F8-E707-3E6C-B3A1-14BA9104BF62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E0D837-3525-6EF5-119C-DEC23B86B916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BB4EF9-FE04-D8AE-B19C-A7B8F249AAA8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D21999-5C62-BEFE-3FE1-0AD32247CC73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07A3B8-04A3-FD28-977A-F4379124EB63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DAC65E0-4D05-A386-B2DA-063185E9EE9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D3FDF7-7596-B8EE-FBC8-CE68F7DA8DFC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49CA624-6B9E-B0AF-F8E0-C3A337F9B165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B5FADDB-5802-7905-B141-5B9F45DAAE0E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D3D1F76-7BED-1948-ABEE-F4237C514AB8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498FDCB-AA08-CF3C-A414-96C44285B818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38815EF-C12C-CD31-56DA-111ABA037330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BCAA5F7-15FA-4477-D697-AAB6AFE347D9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7A59F57-380C-FDAD-6EB5-06E36AA8BBBE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1AFE8FB-EE93-6092-B44F-65275F07526D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7A254F4-7D3F-F69F-7A9E-ED6A2B196DC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785B2D1-FCB8-6467-9C47-4910CBAD0691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CC6536E-734A-347F-2E53-BE0C600B519F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5846E9D-D56B-64A8-20D2-09031E310DCA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DC8CFEB-137A-085E-6A70-AD1E94C36105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C59F3D-7FA8-DCEE-C8B7-B6FD83CBA79B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AF9216D-DC1E-D698-62BB-477D60849600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8C65E18-5616-9EEB-8474-35DEC50E3397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5041CD4-64A6-21A1-2E0A-C0836A3A5E48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D763C7-DB73-370E-D1F9-82CB2B9C3BD1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063379-AE0A-99A3-5F0D-6F1F50439BC8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F79FED-4317-BB85-51DE-6CE8854DCF4A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A23786-6568-0F76-CB55-C0A1ADE5F464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14793E-6D34-16D4-5D5E-42679AA9E487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3DF5AD0-B834-62E0-4279-0D6A0BE6E3CA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98C6694-B432-B94F-0806-0F8FABFF9249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E91D160-CD36-5AB0-F789-0FA8D70B1258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CEC260-06A4-6A5E-3D92-78BBC38F849D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652D21-27E0-6A01-B78D-7E80F662548F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DFDE15-15FF-C4A0-B280-4C347F625F5B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9D4A7A-C5AB-ED79-86FE-922C81557F6C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59D4A7A-C5AB-ED79-86FE-922C8155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8D5BF85-F6FD-25F3-BEF9-26A7560FB848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0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8D5BF85-F6FD-25F3-BEF9-26A7560FB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01419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D52B66-A0E1-3001-C92D-2EF0B5E65536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70D52B66-A0E1-3001-C92D-2EF0B5E65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4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2647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0409-480E-F531-14B9-CFDC77B4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9E0610-6AC9-7C72-146F-23E142C00246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F47AE-B305-0646-5976-FE102FBAE4C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AC302-3300-5A00-4B55-43E9B4CA22D9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BAB2E-E69C-1202-ADFB-EE2CD1C509CF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55AD4-5CE2-3500-3E35-966A0E7ACC1E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94CAEC-CA69-9435-AEB0-508FE34AD8EF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AF185D-26DC-30EB-5116-9DD93B5430E6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A06A5-E934-6C07-36AD-215A768E9F4F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EEF521-4991-8206-C5DB-70A19DD27956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4AEEC5-AA16-28BF-8F55-D59C2B651378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071035-21CF-5DC5-860D-00BC85CB6178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0568BA-DE33-1DF9-1119-2CA21F927C86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E80856-BFC5-C70B-F70B-EA1CCF4D6A71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0899D7-B01A-2D18-B562-4E8476C430A4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4DCB0FA-01CA-F385-1B26-805018E5A04F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4B927C-4134-E30F-64E1-B013F69AFC4E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9FC41E-D221-99C7-6994-8CB64BED0F09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6A85C4-05A6-3857-1024-0EF7853463DE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7A1FEC-06F4-A718-4C06-A8C175D7F68B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C458B0D-4CBC-A841-CAC1-0FB9F4E56461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FD5CD59-5C7A-5E49-915E-3510C3172A01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01A28E-1F75-5033-71CF-19CD922C3300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1F4B8E-0F16-BD7C-56C6-DCCF49BF257C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6698C2-D7F9-704A-2819-0CB1EB31140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1ABA10-B920-A2D5-13F3-4121D32D2CB7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BB5F6-723E-1139-6B08-508793AFA808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013FDA-10DF-C87C-8C45-E884A50DA436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C748C-8241-8139-77E5-BA527EC4A563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A72EC7-886D-07D9-A764-196053538853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BEC92D-2296-E996-3F47-034A4197D204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6BA239-6DFF-4F3B-8ED8-87D8B4FC18EA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3881AD-77D2-8709-5C18-9D41658B0E26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ADA5ACC-80BE-FEEE-0204-979E7E53D338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D6B9F62-B3E2-2D39-BB6D-BC93AC3C8C52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3D62E2-7013-30D2-C973-C50E361F8FF0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F145194-118E-7D08-7495-7ACBE0C9E5F6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8252286-20AE-EA9A-AA88-FCACAA73A81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7DC2B1F-2768-FCF5-1B0E-A85F2AD49751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E85010-6DEB-8C5E-CFE7-36A8DDB11C97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11F764D-8819-B093-4429-AD93E66FBB08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0045EF7-A3D0-BD0D-98C1-44BB39E00FF4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97DE7E1-1219-1C8F-1137-3FC22BEC648F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660840B-7C86-177C-CB9E-9B60497331DD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EB21F6A-54E3-2BFD-9443-FC1B3158CA9B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9641636-DC5A-B2FD-E08C-232621B99F4A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4F83A1A-A25B-86BE-A250-F38F7B53A51D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8F344A2-0E67-A384-E3DB-F564E6CEC562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85EB41-908E-2A88-D32B-E01E2A82B637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2BA71A7-17FC-06EF-063A-68C98E6CA4CA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33228F1-4421-4400-A9E3-A00820BE49BC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DE22158-B65D-CFC6-D29D-D1A3D977C694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636098-0881-395C-C88C-A75E86BE7768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A0427-5C00-21B0-DF55-718E10CB3FF2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817B58-F8DB-6A0E-7A7B-027788639024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1463E6-E72C-5CD6-8075-54A3D2EB9558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DEBFBA-9B06-1FC8-59BC-2FCF6449AC8B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68201E-50A6-27B8-589C-A370EBDAE8F2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9C5FCB3-B9B3-194D-5D15-B63651D89317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0D5D82-9D08-218E-952C-91C6C19A3A94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9A978C0-8971-FC41-3384-AF73A0DE3923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D71FFC3-1C10-F710-C7BA-96CDC44A8FD4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765F66-360C-8B0C-5720-7D720A8007D7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0260CA-FD1D-F986-B81B-47E7BC8D0604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95B773C-FA8B-D4B5-B878-696F79339085}"/>
                  </a:ext>
                </a:extLst>
              </p:cNvPr>
              <p:cNvSpPr txBox="1"/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95B773C-FA8B-D4B5-B878-696F79339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43" y="4366934"/>
                <a:ext cx="6794644" cy="49564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3341D03-9050-334D-CCF5-9158042ABC92}"/>
                  </a:ext>
                </a:extLst>
              </p:cNvPr>
              <p:cNvSpPr txBox="1"/>
              <p:nvPr/>
            </p:nvSpPr>
            <p:spPr>
              <a:xfrm>
                <a:off x="5250660" y="5450900"/>
                <a:ext cx="6794644" cy="50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3341D03-9050-334D-CCF5-9158042AB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5450900"/>
                <a:ext cx="6794644" cy="501419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DF0C4C2-0222-9972-8CA7-8737AD965576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DF0C4C2-0222-9972-8CA7-8737AD965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4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D9EE7F-CA47-442D-E6DA-F3F590E83C62}"/>
                  </a:ext>
                </a:extLst>
              </p:cNvPr>
              <p:cNvSpPr txBox="1"/>
              <p:nvPr/>
            </p:nvSpPr>
            <p:spPr>
              <a:xfrm>
                <a:off x="5250660" y="6212384"/>
                <a:ext cx="6794644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6D9EE7F-CA47-442D-E6DA-F3F590E83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660" y="6212384"/>
                <a:ext cx="6794644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4024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DE7-B299-329F-18AB-CE7C1D5A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03746C-3D9F-FFBA-ADE3-AEB07086B576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9A3094-A58A-F74C-DED7-F97E4C012E98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15BC2-003E-44AD-C131-BFA2EBCA216C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D6867-2606-3718-7197-C38076CB8047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C48EE4-D7F1-5CC1-8C26-1E5F1B62E415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0BE7B6-C85E-9121-4569-7D0BEC1A41D3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93E79B-75AB-380A-794F-354C04D505D6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9524FA-C18C-1DC8-AD94-F54695BED3E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4FCB0A-7C8F-251C-8DBA-B8ABAE897B40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AF8134-3433-3C48-1CFB-E3A07F944BAB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C45001-38EC-CA0D-53A7-CBAAEA8E4E9C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A3F5DB-85AC-5766-18BF-188F5E7ABC4F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E9081E-F655-711A-D2F9-BECB558381B2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5FEB24-6601-ACAA-F96A-84877DD2A18A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8795DE-9957-BF24-A7A1-9E0FD653A90D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D394FD-1516-F60E-F2CE-3E0261011AE1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932A80-D97D-238C-7CB1-2C39D029D1CE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795B84-105F-8CCD-93F2-31D7F53D6075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2C7D25-B84F-94B8-7D6F-8303B146DB2D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FD5C09-D931-354F-BAEA-E1F69889F50F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12CB08-7822-DBA7-C0DD-1A939A65B245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398A779-5106-6675-BAD5-692803E62A5D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87A9F6E-84CF-3CFC-1550-EA6090FCD0C2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80F26C-8DCB-5B42-DE20-54633C7E4EDC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C890F7-B9CB-5EDF-D27B-4B1FFD44AB32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8741B-CDB3-7F28-5065-B276652DA884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2D67A0-9E7E-A19C-AF0F-9D28657E90EA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BF977A-B357-D4D6-4692-91D6C5D0920A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BC37B7-4E00-7245-B556-4FF0B1EFE7C0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4D4B4D-B067-1AE9-52DE-F9437BF32557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D642E3-8C11-92FB-1DED-CD344795A7C5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C91413-EF2D-427C-FD18-4EA2453BCAC5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533A8EE-36AB-913A-1199-B8057B06E9A3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6A43687-424F-DBF8-EBDC-60413B4D3161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237D890-D7D0-B9CE-9B61-D25475B7730C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ED662C2-57CF-3F4B-370C-8970BF77E283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84B364B-6172-CC21-C766-29D55DA382F9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677DB2-1B56-5E1E-5DD4-21AB2855BBF5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D0E9262-7787-3B4D-A8EC-B27F89306803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19287EE-0E8F-91F7-125A-D0ADECEF81C1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60C92D3-70FF-525B-BB1C-21154E51F740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3DBFF7B-741D-3345-0B35-04D226BEEF27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88EF7FD-4BB4-D105-FAE5-AB2DF787E0D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5D8074-AD57-AB14-53A8-E1B5A14B4DD6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A44B56A-3E34-9923-5C1D-79E8340E3CCE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773FF2-9BF5-9E57-D73C-0B19698C351A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148177-189D-00F7-FB32-8EB941920997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352E801-3638-88EF-39F2-8D59524B7EB1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0916BD-29EF-FDFD-B941-6B8BFD3AFBF8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56D9E77-9180-BE04-9186-0C1779881B0F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02C28EE-20C0-2654-D5EF-31B25557806A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C460A72-AB04-DBCD-E712-F9E005289947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1D86C-EA44-5D4D-E24E-3E4EFF24DF69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CA6068-E6A0-85C8-4A6B-03F9DC52DEE1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37CEF0-AD25-1D73-565F-2B75266D45DC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1D5F32-F789-8991-E507-2FFCD39EE9CA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3C07B3-E935-E621-4EF2-A9ADA6821A7B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8A6720-6160-00CA-0DE8-DAD32C0DE4D0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E664C58-BAB9-081C-7F05-77CF9555012C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B8B32E-0C33-BA20-376C-AD8E93476CC9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68007E0-F2FD-D146-AB84-E19E228FD2FE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196DE6-00A8-036F-615F-D89C74880796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170D7-7AFD-C63E-BC3D-9CE8B879C688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59CE728-E5CB-A1D7-FDF6-8FF4E7D47983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59CE728-E5CB-A1D7-FDF6-8FF4E7D47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79DF279-7455-7030-02A5-83341F36F92D}"/>
                  </a:ext>
                </a:extLst>
              </p:cNvPr>
              <p:cNvSpPr txBox="1"/>
              <p:nvPr/>
            </p:nvSpPr>
            <p:spPr>
              <a:xfrm>
                <a:off x="8060535" y="1565694"/>
                <a:ext cx="1874040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79DF279-7455-7030-02A5-83341F36F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535" y="1565694"/>
                <a:ext cx="1874040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2922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A266-A69E-323B-DDE0-53F852DF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5C99D-5274-3991-8403-7E0F522E192F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6F764-84B1-61B9-B341-E2502CA2941A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C682F-7ABB-34A9-14F6-06BAD8769AA0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411472-808D-D488-8D00-AC1DE6819B8C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BE64A8-B1F9-7B24-5460-C8BEBE864E75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CFB299-9AF0-3710-4C90-960BAE8C4448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A6102C-C008-9C7F-9505-E5325E5E7814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D86ABE-6B12-1FD8-3121-3C7F16249F54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38973E-DF19-BB14-897A-BF11B6CAC520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F830A4-B98E-91E3-8321-2DF91C7D2FE9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6B9223-2130-A745-7933-8287269EA330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FD382C-F25B-4789-7C0D-4D5499A7E745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AF21F2-45DE-9C3A-D032-7CF871DE6E7E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3D3CF8-69B4-869D-5C9E-07D48CBA4C76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950986-6F9D-F30C-9DAA-B6338BB4676E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3E5927-3911-623C-2E11-33F349CC5F90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717653-B87A-BF4D-AA56-4F8189E9EAC5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00607D-C707-E8BD-B6EB-08C9A7894C93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CC51AF-90CE-1052-4E73-FCF18321E90D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25E97E-5A7A-A8BA-E528-6D1EB9CD78B8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A97BE5-B164-FA70-E992-F89F31F3FF80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758C70-45F8-CA59-A27F-9F67C9F83878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29D63A-9433-AB41-EF88-4E77D76AABA1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1264B8F-90EF-BC74-7FA8-BDB6FAA03B47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DA065C1-2ADE-AB53-2043-8D51EC2E0D4C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86F40B-9CAE-775E-9579-7157A94333EE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D5F778-4462-0B0C-D6E6-35D4D75C7E55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6AEF3E-FA23-5237-30E5-304ED26774D2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18CFEF-4DA3-5BF8-5879-A1A70B172BE3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1D6614-0883-CC18-DE26-91F30CF35428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B16FBD-0D7E-A07A-4DB5-74EB174F04CD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AC493F-1EBA-4289-80E3-C7BD2D2AB4F2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50A73E-4519-DD94-46F8-1029E0B07926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4D0C47E-BF4E-3403-AEB4-9B8C890BF01B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5E174B-5F03-D447-2E6C-3196FE55F81A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C1697C8-F484-6837-00A3-15D0BCA86857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C08EFC-9B05-6593-503D-76C8E4E0D80B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1E638C4-2294-2D06-E4B0-AB31DFB6AEF9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BBF695-AE02-DD4B-F775-2C981CBE9AF3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EBC6A2E-AB6C-C327-EC41-63015C1E80CD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7CDD66-E2F1-30A8-4833-891966AE6A40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E1DBD39-6E5D-3AFB-0DC2-E3677F9B6201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471626-33F3-539B-69FA-C56A7B31588C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3920923-09D3-A192-394D-75E238483A77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22C04AC-EDB1-0174-00BD-F81216395B50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ED7818B-5764-170D-1AA2-E816EDF2BC81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CB4032D-7159-59B4-7D07-B8CB5699DACA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901A168-C18F-9495-284C-8B51AC94AA79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1ABB0C6-07B2-BD38-E7EF-F1D810E49005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86C2DA3-6B06-9781-ABC2-072E416168E6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76C4F2D-29BA-5F1D-91D7-BAF01642ED15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F3DCB2F-91F3-06E1-FB25-D3121256A88C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E8452A-9519-4E91-22F8-71844CE0615B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5A49E9-A75B-C314-64F0-67B6006123FA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3A6001-4912-9CB7-4088-17A6838802CF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CC09CD-EE5F-D819-0550-2AE664693066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56F874-4D33-3E83-F7DD-51A1B2FF673D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76EF6A6-D305-F4FE-4E66-9BCDBCA1637F}"/>
              </a:ext>
            </a:extLst>
          </p:cNvPr>
          <p:cNvSpPr/>
          <p:nvPr/>
        </p:nvSpPr>
        <p:spPr>
          <a:xfrm>
            <a:off x="71252" y="127078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B5DBA7D-B178-EF4E-D3A4-8F8CA09704B5}"/>
              </a:ext>
            </a:extLst>
          </p:cNvPr>
          <p:cNvSpPr/>
          <p:nvPr/>
        </p:nvSpPr>
        <p:spPr>
          <a:xfrm>
            <a:off x="147820" y="4219240"/>
            <a:ext cx="1414464" cy="1942326"/>
          </a:xfrm>
          <a:prstGeom prst="ellipse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B102777-16CE-54FF-2FD7-FA73967992D9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>
            <a:off x="778484" y="3213106"/>
            <a:ext cx="76568" cy="100613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B5C5F65-6062-169F-E6C9-76DDA2B6FE77}"/>
              </a:ext>
            </a:extLst>
          </p:cNvPr>
          <p:cNvSpPr txBox="1"/>
          <p:nvPr/>
        </p:nvSpPr>
        <p:spPr>
          <a:xfrm>
            <a:off x="5553074" y="3643608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move</a:t>
            </a:r>
            <a:r>
              <a:rPr lang="en-US" dirty="0"/>
              <a:t>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5F90AB-28BD-3243-470A-B5FA7401964B}"/>
              </a:ext>
            </a:extLst>
          </p:cNvPr>
          <p:cNvSpPr txBox="1"/>
          <p:nvPr/>
        </p:nvSpPr>
        <p:spPr>
          <a:xfrm>
            <a:off x="5553073" y="4742495"/>
            <a:ext cx="6148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one of these expects others to act as in the profile, what is her expected utility from </a:t>
            </a:r>
            <a:r>
              <a:rPr lang="en-US" i="1" dirty="0">
                <a:solidFill>
                  <a:schemeClr val="accent3"/>
                </a:solidFill>
              </a:rPr>
              <a:t>stay</a:t>
            </a:r>
            <a:r>
              <a:rPr lang="en-US" dirty="0"/>
              <a:t>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6BBE71-703C-BE20-CA93-03B977A56E35}"/>
              </a:ext>
            </a:extLst>
          </p:cNvPr>
          <p:cNvSpPr txBox="1"/>
          <p:nvPr/>
        </p:nvSpPr>
        <p:spPr>
          <a:xfrm>
            <a:off x="5553072" y="5841382"/>
            <a:ext cx="614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what conditions is </a:t>
            </a:r>
            <a:r>
              <a:rPr lang="en-US" i="1" dirty="0"/>
              <a:t>stay </a:t>
            </a:r>
            <a:r>
              <a:rPr lang="en-US" dirty="0"/>
              <a:t>a Best Response?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5B4E92-FC44-92BC-5FB3-8C860761A96F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25B4E92-FC44-92BC-5FB3-8C860761A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829EF1F-C400-7D92-9CA2-AE58D47F847D}"/>
                  </a:ext>
                </a:extLst>
              </p:cNvPr>
              <p:cNvSpPr txBox="1"/>
              <p:nvPr/>
            </p:nvSpPr>
            <p:spPr>
              <a:xfrm>
                <a:off x="8316409" y="1558515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829EF1F-C400-7D92-9CA2-AE58D47F8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09" y="1558515"/>
                <a:ext cx="153590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4A3378E-1D0B-25FB-24D6-FBD431E68316}"/>
              </a:ext>
            </a:extLst>
          </p:cNvPr>
          <p:cNvSpPr txBox="1"/>
          <p:nvPr/>
        </p:nvSpPr>
        <p:spPr>
          <a:xfrm rot="20292026">
            <a:off x="3798632" y="3348252"/>
            <a:ext cx="623172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etc. etc. etc.....You should be able to finish the res!</a:t>
            </a:r>
          </a:p>
        </p:txBody>
      </p:sp>
    </p:spTree>
    <p:extLst>
      <p:ext uri="{BB962C8B-B14F-4D97-AF65-F5344CB8AC3E}">
        <p14:creationId xmlns:p14="http://schemas.microsoft.com/office/powerpoint/2010/main" val="26451443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D6C7-E21D-E87A-2C3B-6441BC53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3F706-4B49-E3E7-388A-0385FE5E7942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2FE68-4826-0355-34CA-875C5D677780}"/>
              </a:ext>
            </a:extLst>
          </p:cNvPr>
          <p:cNvSpPr txBox="1"/>
          <p:nvPr/>
        </p:nvSpPr>
        <p:spPr>
          <a:xfrm>
            <a:off x="490538" y="770751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1DBFF-FC23-D236-7F14-A6CD6548A493}"/>
              </a:ext>
            </a:extLst>
          </p:cNvPr>
          <p:cNvSpPr txBox="1"/>
          <p:nvPr/>
        </p:nvSpPr>
        <p:spPr>
          <a:xfrm>
            <a:off x="3119444" y="750927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3BB922-BEA3-D52D-B4DB-D4D506045A84}"/>
              </a:ext>
            </a:extLst>
          </p:cNvPr>
          <p:cNvSpPr/>
          <p:nvPr/>
        </p:nvSpPr>
        <p:spPr>
          <a:xfrm>
            <a:off x="95251" y="1209675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E84DDA-F59C-D7E1-7E1D-92DB0A3CA5E9}"/>
              </a:ext>
            </a:extLst>
          </p:cNvPr>
          <p:cNvSpPr/>
          <p:nvPr/>
        </p:nvSpPr>
        <p:spPr>
          <a:xfrm>
            <a:off x="2709865" y="1209675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89A91F-6348-E31D-5F0B-AAB67CDB3E59}"/>
              </a:ext>
            </a:extLst>
          </p:cNvPr>
          <p:cNvSpPr/>
          <p:nvPr/>
        </p:nvSpPr>
        <p:spPr>
          <a:xfrm>
            <a:off x="352426" y="1533525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DC4B79-8023-DBC0-A473-CEF22D03F29A}"/>
              </a:ext>
            </a:extLst>
          </p:cNvPr>
          <p:cNvSpPr/>
          <p:nvPr/>
        </p:nvSpPr>
        <p:spPr>
          <a:xfrm>
            <a:off x="671513" y="189916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6C4587-8F26-C2A5-336C-A0BAF65F2EBE}"/>
              </a:ext>
            </a:extLst>
          </p:cNvPr>
          <p:cNvSpPr/>
          <p:nvPr/>
        </p:nvSpPr>
        <p:spPr>
          <a:xfrm>
            <a:off x="1038226" y="14620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87A34F-92A7-17FD-4886-AD3F9C4FD3EC}"/>
              </a:ext>
            </a:extLst>
          </p:cNvPr>
          <p:cNvSpPr/>
          <p:nvPr/>
        </p:nvSpPr>
        <p:spPr>
          <a:xfrm>
            <a:off x="1185863" y="226695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AFA5C4-BB6C-A7CA-0D61-48CF5A98FFBA}"/>
              </a:ext>
            </a:extLst>
          </p:cNvPr>
          <p:cNvSpPr/>
          <p:nvPr/>
        </p:nvSpPr>
        <p:spPr>
          <a:xfrm>
            <a:off x="533401" y="243840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30C1C9-21AF-A98B-8329-1AA413F13F0D}"/>
              </a:ext>
            </a:extLst>
          </p:cNvPr>
          <p:cNvSpPr/>
          <p:nvPr/>
        </p:nvSpPr>
        <p:spPr>
          <a:xfrm>
            <a:off x="1328740" y="185154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F901A4-96E6-A0BC-E222-2AB95D46D04E}"/>
              </a:ext>
            </a:extLst>
          </p:cNvPr>
          <p:cNvSpPr/>
          <p:nvPr/>
        </p:nvSpPr>
        <p:spPr>
          <a:xfrm>
            <a:off x="1647827" y="221718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A4182A3-6210-569F-98DE-20E86278A81E}"/>
              </a:ext>
            </a:extLst>
          </p:cNvPr>
          <p:cNvSpPr/>
          <p:nvPr/>
        </p:nvSpPr>
        <p:spPr>
          <a:xfrm>
            <a:off x="2014540" y="178010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911B83-60F1-E80C-8027-2FE31506C367}"/>
              </a:ext>
            </a:extLst>
          </p:cNvPr>
          <p:cNvSpPr/>
          <p:nvPr/>
        </p:nvSpPr>
        <p:spPr>
          <a:xfrm>
            <a:off x="2162177" y="258496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59182F6-5251-FEB2-676C-E7671796D4C5}"/>
              </a:ext>
            </a:extLst>
          </p:cNvPr>
          <p:cNvSpPr/>
          <p:nvPr/>
        </p:nvSpPr>
        <p:spPr>
          <a:xfrm>
            <a:off x="1509715" y="275641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9B9929-F923-D9C3-951E-4BD188025EDF}"/>
              </a:ext>
            </a:extLst>
          </p:cNvPr>
          <p:cNvSpPr/>
          <p:nvPr/>
        </p:nvSpPr>
        <p:spPr>
          <a:xfrm>
            <a:off x="2857507" y="1500187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AB70F8-83D2-0D12-7DAE-546302C41037}"/>
              </a:ext>
            </a:extLst>
          </p:cNvPr>
          <p:cNvSpPr/>
          <p:nvPr/>
        </p:nvSpPr>
        <p:spPr>
          <a:xfrm>
            <a:off x="3176594" y="1865828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429A80C-A477-14D9-D2E5-69B2A78AA3A7}"/>
              </a:ext>
            </a:extLst>
          </p:cNvPr>
          <p:cNvSpPr/>
          <p:nvPr/>
        </p:nvSpPr>
        <p:spPr>
          <a:xfrm>
            <a:off x="3543307" y="142874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A6AAFA-DF20-4374-059D-94A22F1C0310}"/>
              </a:ext>
            </a:extLst>
          </p:cNvPr>
          <p:cNvSpPr/>
          <p:nvPr/>
        </p:nvSpPr>
        <p:spPr>
          <a:xfrm>
            <a:off x="3690944" y="223361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4C8E10-1AAB-D7CA-09DC-BC1164834904}"/>
              </a:ext>
            </a:extLst>
          </p:cNvPr>
          <p:cNvSpPr/>
          <p:nvPr/>
        </p:nvSpPr>
        <p:spPr>
          <a:xfrm>
            <a:off x="3038482" y="240506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3D81CD6-C74B-94AA-C3E5-73BA36C407D7}"/>
              </a:ext>
            </a:extLst>
          </p:cNvPr>
          <p:cNvSpPr/>
          <p:nvPr/>
        </p:nvSpPr>
        <p:spPr>
          <a:xfrm>
            <a:off x="3745712" y="18679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89802A-F4FF-D3A2-B405-F86B9EF10597}"/>
              </a:ext>
            </a:extLst>
          </p:cNvPr>
          <p:cNvSpPr/>
          <p:nvPr/>
        </p:nvSpPr>
        <p:spPr>
          <a:xfrm>
            <a:off x="4064799" y="2233612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5E71D-9E6A-8259-E517-AB4CF4FA34B8}"/>
              </a:ext>
            </a:extLst>
          </p:cNvPr>
          <p:cNvSpPr/>
          <p:nvPr/>
        </p:nvSpPr>
        <p:spPr>
          <a:xfrm>
            <a:off x="4431512" y="1796533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819F6F-BE67-EB6C-3E3F-BF77D12A5194}"/>
              </a:ext>
            </a:extLst>
          </p:cNvPr>
          <p:cNvSpPr/>
          <p:nvPr/>
        </p:nvSpPr>
        <p:spPr>
          <a:xfrm>
            <a:off x="4579149" y="257282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2342BC3-51EC-06DE-B348-087C7F6D84E9}"/>
              </a:ext>
            </a:extLst>
          </p:cNvPr>
          <p:cNvSpPr/>
          <p:nvPr/>
        </p:nvSpPr>
        <p:spPr>
          <a:xfrm>
            <a:off x="3926687" y="2744271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DEAAB3-75B5-1553-B50C-9C38FB91654C}"/>
              </a:ext>
            </a:extLst>
          </p:cNvPr>
          <p:cNvSpPr txBox="1"/>
          <p:nvPr/>
        </p:nvSpPr>
        <p:spPr>
          <a:xfrm>
            <a:off x="1257301" y="577333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STARTING STATE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A68001-F8AC-8F70-9517-39BB653905AB}"/>
              </a:ext>
            </a:extLst>
          </p:cNvPr>
          <p:cNvSpPr txBox="1"/>
          <p:nvPr/>
        </p:nvSpPr>
        <p:spPr>
          <a:xfrm>
            <a:off x="7672674" y="21737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4F6556-B4EE-4B72-2FB0-8D23AA081928}"/>
              </a:ext>
            </a:extLst>
          </p:cNvPr>
          <p:cNvSpPr txBox="1"/>
          <p:nvPr/>
        </p:nvSpPr>
        <p:spPr>
          <a:xfrm>
            <a:off x="490538" y="3680640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East Province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06EBE-204A-E6F5-C363-EF6FAEE3B2EE}"/>
              </a:ext>
            </a:extLst>
          </p:cNvPr>
          <p:cNvSpPr txBox="1"/>
          <p:nvPr/>
        </p:nvSpPr>
        <p:spPr>
          <a:xfrm>
            <a:off x="3119444" y="3660816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West Province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4BD8BD-B280-E159-A16D-D7622DEE0A24}"/>
              </a:ext>
            </a:extLst>
          </p:cNvPr>
          <p:cNvSpPr txBox="1"/>
          <p:nvPr/>
        </p:nvSpPr>
        <p:spPr>
          <a:xfrm>
            <a:off x="1257301" y="3487222"/>
            <a:ext cx="230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ENDING STATE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A5BB70-6DD9-68B7-659F-AD9DAA52F9E4}"/>
              </a:ext>
            </a:extLst>
          </p:cNvPr>
          <p:cNvSpPr/>
          <p:nvPr/>
        </p:nvSpPr>
        <p:spPr>
          <a:xfrm>
            <a:off x="178598" y="4164569"/>
            <a:ext cx="2428875" cy="2114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A625DFA-6152-C0A1-B3E8-56DE517603CE}"/>
              </a:ext>
            </a:extLst>
          </p:cNvPr>
          <p:cNvSpPr/>
          <p:nvPr/>
        </p:nvSpPr>
        <p:spPr>
          <a:xfrm>
            <a:off x="2793212" y="4164569"/>
            <a:ext cx="2457449" cy="2114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90B602-1419-89BC-44EB-8A20CAF89882}"/>
              </a:ext>
            </a:extLst>
          </p:cNvPr>
          <p:cNvSpPr/>
          <p:nvPr/>
        </p:nvSpPr>
        <p:spPr>
          <a:xfrm>
            <a:off x="435773" y="4488419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9D7D382-C830-314A-E908-16F195EA3FB9}"/>
              </a:ext>
            </a:extLst>
          </p:cNvPr>
          <p:cNvSpPr/>
          <p:nvPr/>
        </p:nvSpPr>
        <p:spPr>
          <a:xfrm>
            <a:off x="754860" y="4854060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0F9F69B-FE0B-9F15-A8A2-947F53071E70}"/>
              </a:ext>
            </a:extLst>
          </p:cNvPr>
          <p:cNvSpPr/>
          <p:nvPr/>
        </p:nvSpPr>
        <p:spPr>
          <a:xfrm>
            <a:off x="1121573" y="44169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EDAA0C5-B824-602F-8F5D-6AF457034EC8}"/>
              </a:ext>
            </a:extLst>
          </p:cNvPr>
          <p:cNvSpPr/>
          <p:nvPr/>
        </p:nvSpPr>
        <p:spPr>
          <a:xfrm>
            <a:off x="1269210" y="522184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14DDCBF-7229-67E5-BE3B-3612A6B70250}"/>
              </a:ext>
            </a:extLst>
          </p:cNvPr>
          <p:cNvSpPr/>
          <p:nvPr/>
        </p:nvSpPr>
        <p:spPr>
          <a:xfrm>
            <a:off x="616748" y="5393294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0437B6-038A-F5AE-54F5-7B68046AAC34}"/>
              </a:ext>
            </a:extLst>
          </p:cNvPr>
          <p:cNvSpPr/>
          <p:nvPr/>
        </p:nvSpPr>
        <p:spPr>
          <a:xfrm>
            <a:off x="1412087" y="480643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248C44-3DBD-AC7A-162C-3FAFF9A3FD92}"/>
              </a:ext>
            </a:extLst>
          </p:cNvPr>
          <p:cNvSpPr/>
          <p:nvPr/>
        </p:nvSpPr>
        <p:spPr>
          <a:xfrm>
            <a:off x="1731174" y="517207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886C46-0770-EE59-6ABD-3F84174BA934}"/>
              </a:ext>
            </a:extLst>
          </p:cNvPr>
          <p:cNvSpPr/>
          <p:nvPr/>
        </p:nvSpPr>
        <p:spPr>
          <a:xfrm>
            <a:off x="2097887" y="473499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6947E64-21FE-7D42-B79A-F825F8F998EC}"/>
              </a:ext>
            </a:extLst>
          </p:cNvPr>
          <p:cNvSpPr/>
          <p:nvPr/>
        </p:nvSpPr>
        <p:spPr>
          <a:xfrm>
            <a:off x="2245524" y="553986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484009-40D9-CA88-6660-84B02911FFC9}"/>
              </a:ext>
            </a:extLst>
          </p:cNvPr>
          <p:cNvSpPr/>
          <p:nvPr/>
        </p:nvSpPr>
        <p:spPr>
          <a:xfrm>
            <a:off x="1593062" y="5711310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6DEFEB3-3868-9AEC-0A95-5581F2EE16B8}"/>
              </a:ext>
            </a:extLst>
          </p:cNvPr>
          <p:cNvSpPr/>
          <p:nvPr/>
        </p:nvSpPr>
        <p:spPr>
          <a:xfrm>
            <a:off x="2940854" y="4455081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50B43C2-11C4-24F1-6F97-D1A5071A6904}"/>
              </a:ext>
            </a:extLst>
          </p:cNvPr>
          <p:cNvSpPr/>
          <p:nvPr/>
        </p:nvSpPr>
        <p:spPr>
          <a:xfrm>
            <a:off x="3259941" y="4820722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BBA3D52-F1B3-953E-F141-58DEC8865E75}"/>
              </a:ext>
            </a:extLst>
          </p:cNvPr>
          <p:cNvSpPr/>
          <p:nvPr/>
        </p:nvSpPr>
        <p:spPr>
          <a:xfrm>
            <a:off x="3626654" y="4383643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5735ED7-A1E1-927B-8305-73FE224E894E}"/>
              </a:ext>
            </a:extLst>
          </p:cNvPr>
          <p:cNvSpPr/>
          <p:nvPr/>
        </p:nvSpPr>
        <p:spPr>
          <a:xfrm>
            <a:off x="3774291" y="518850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1CDE9A-D619-CED1-0A63-D642CE949B40}"/>
              </a:ext>
            </a:extLst>
          </p:cNvPr>
          <p:cNvSpPr/>
          <p:nvPr/>
        </p:nvSpPr>
        <p:spPr>
          <a:xfrm>
            <a:off x="3121829" y="5359956"/>
            <a:ext cx="276225" cy="27622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3462212-1594-20A5-D14B-28859A7A46B8}"/>
              </a:ext>
            </a:extLst>
          </p:cNvPr>
          <p:cNvSpPr/>
          <p:nvPr/>
        </p:nvSpPr>
        <p:spPr>
          <a:xfrm>
            <a:off x="3829059" y="48228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B092D85-1AC4-D5EF-256C-89C6FAE06419}"/>
              </a:ext>
            </a:extLst>
          </p:cNvPr>
          <p:cNvSpPr/>
          <p:nvPr/>
        </p:nvSpPr>
        <p:spPr>
          <a:xfrm>
            <a:off x="4148146" y="5188506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DD6A3FA-932D-F6A0-3D65-9D796B954E99}"/>
              </a:ext>
            </a:extLst>
          </p:cNvPr>
          <p:cNvSpPr/>
          <p:nvPr/>
        </p:nvSpPr>
        <p:spPr>
          <a:xfrm>
            <a:off x="4514859" y="4751427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238CB2A-F978-2B23-BCDC-DF8F4BD85A41}"/>
              </a:ext>
            </a:extLst>
          </p:cNvPr>
          <p:cNvSpPr/>
          <p:nvPr/>
        </p:nvSpPr>
        <p:spPr>
          <a:xfrm>
            <a:off x="4662496" y="552771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7FB33FF-0BF0-E5E1-BA01-C7A8B4D34031}"/>
              </a:ext>
            </a:extLst>
          </p:cNvPr>
          <p:cNvSpPr/>
          <p:nvPr/>
        </p:nvSpPr>
        <p:spPr>
          <a:xfrm>
            <a:off x="4010034" y="5699165"/>
            <a:ext cx="276225" cy="27622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94932-D710-8765-C7A1-65D86CCA534A}"/>
              </a:ext>
            </a:extLst>
          </p:cNvPr>
          <p:cNvSpPr txBox="1"/>
          <p:nvPr/>
        </p:nvSpPr>
        <p:spPr>
          <a:xfrm>
            <a:off x="5719765" y="1164193"/>
            <a:ext cx="398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There are 4 “types” in this profile...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2B8597-6C3E-6FEB-3DB0-0C4032378A29}"/>
              </a:ext>
            </a:extLst>
          </p:cNvPr>
          <p:cNvSpPr txBox="1"/>
          <p:nvPr/>
        </p:nvSpPr>
        <p:spPr>
          <a:xfrm>
            <a:off x="5743584" y="1646752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D70938-7DE6-253D-FD6B-32180A00CF7A}"/>
              </a:ext>
            </a:extLst>
          </p:cNvPr>
          <p:cNvSpPr txBox="1"/>
          <p:nvPr/>
        </p:nvSpPr>
        <p:spPr>
          <a:xfrm>
            <a:off x="5743584" y="21240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FC71C4-DC76-913D-DF32-430C79D0ACD7}"/>
              </a:ext>
            </a:extLst>
          </p:cNvPr>
          <p:cNvSpPr txBox="1"/>
          <p:nvPr/>
        </p:nvSpPr>
        <p:spPr>
          <a:xfrm>
            <a:off x="5753695" y="260618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2B94CD-523B-12AB-A1A8-A31EBFC8507A}"/>
              </a:ext>
            </a:extLst>
          </p:cNvPr>
          <p:cNvSpPr txBox="1"/>
          <p:nvPr/>
        </p:nvSpPr>
        <p:spPr>
          <a:xfrm>
            <a:off x="5753695" y="3083503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386165D-FB89-316F-7375-5D3244829C9E}"/>
                  </a:ext>
                </a:extLst>
              </p:cNvPr>
              <p:cNvSpPr txBox="1"/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400"/>
                  <a:t>Each B-type’s utility level:</a:t>
                </a:r>
                <a:br>
                  <a:rPr lang="en-US" sz="1400"/>
                </a:br>
                <a:endParaRPr lang="en-US" sz="1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state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lives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the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end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adopts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Big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Gov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moves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he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400" b="0" i="0" smtClean="0">
                                    <a:latin typeface="Cambria Math" panose="02040503050406030204" pitchFamily="18" charset="0"/>
                                  </a:rPr>
                                  <m:t>stays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  <a:p>
                <a:endParaRPr lang="en-US" sz="1400"/>
              </a:p>
              <a:p>
                <a:r>
                  <a:rPr lang="en-US" sz="140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400"/>
                  <a:t> B types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1400"/>
                  <a:t> S types live in province, probability that province adopts Big Gov policy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400"/>
                  <a:t>.</a:t>
                </a: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386165D-FB89-316F-7375-5D3244829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2" y="58512"/>
                <a:ext cx="5734034" cy="1687963"/>
              </a:xfrm>
              <a:prstGeom prst="rect">
                <a:avLst/>
              </a:prstGeom>
              <a:blipFill>
                <a:blip r:embed="rId2"/>
                <a:stretch>
                  <a:fillRect l="-1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92A858-2E1E-39A8-6CCB-FBAAA9A08983}"/>
                  </a:ext>
                </a:extLst>
              </p:cNvPr>
              <p:cNvSpPr txBox="1"/>
              <p:nvPr/>
            </p:nvSpPr>
            <p:spPr>
              <a:xfrm>
                <a:off x="8316409" y="1558515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92A858-2E1E-39A8-6CCB-FBAAA9A08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09" y="1558515"/>
                <a:ext cx="153590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FB79539-1C8C-CE1C-A43E-71BAB7D2FEF6}"/>
                  </a:ext>
                </a:extLst>
              </p:cNvPr>
              <p:cNvSpPr txBox="1"/>
              <p:nvPr/>
            </p:nvSpPr>
            <p:spPr>
              <a:xfrm>
                <a:off x="8211143" y="2072758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FB79539-1C8C-CE1C-A43E-71BAB7D2F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143" y="2072758"/>
                <a:ext cx="1535908" cy="514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DCE194A-7770-A630-8FF2-82FDBFF99021}"/>
                  </a:ext>
                </a:extLst>
              </p:cNvPr>
              <p:cNvSpPr txBox="1"/>
              <p:nvPr/>
            </p:nvSpPr>
            <p:spPr>
              <a:xfrm>
                <a:off x="8211143" y="2596632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DCE194A-7770-A630-8FF2-82FDBFF99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143" y="2596632"/>
                <a:ext cx="153590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AE773F-81C7-AD2D-7DF1-827190568879}"/>
                  </a:ext>
                </a:extLst>
              </p:cNvPr>
              <p:cNvSpPr txBox="1"/>
              <p:nvPr/>
            </p:nvSpPr>
            <p:spPr>
              <a:xfrm>
                <a:off x="8151002" y="3082328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6AE773F-81C7-AD2D-7DF1-82719056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002" y="3082328"/>
                <a:ext cx="1535908" cy="514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5636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CE2A-429E-71B4-B9B0-5FA61C48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43F8C-7EA8-31AE-B2D6-5D14C6DE7B99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B16D6-39CE-FBF8-697A-B9821361F2E0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BD7B28-8A1A-B342-E1E2-F900549889BD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9D02EB-18A5-3737-6B26-5959BA31FB3F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9D02EB-18A5-3737-6B26-5959BA31F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4B2B3B-C934-138E-F21F-B0B20B8DB82E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6E0B8-690E-3BFF-82B7-74456AF9D2CE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56E0B8-690E-3BFF-82B7-74456AF9D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40D6BF-64F0-CB66-EE4E-81CA70F54A5C}"/>
              </a:ext>
            </a:extLst>
          </p:cNvPr>
          <p:cNvCxnSpPr/>
          <p:nvPr/>
        </p:nvCxnSpPr>
        <p:spPr>
          <a:xfrm>
            <a:off x="9772073" y="4064092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49E50118-2655-DA00-81CE-7E1A05627408}"/>
              </a:ext>
            </a:extLst>
          </p:cNvPr>
          <p:cNvSpPr/>
          <p:nvPr/>
        </p:nvSpPr>
        <p:spPr>
          <a:xfrm rot="16200000">
            <a:off x="5449454" y="-286817"/>
            <a:ext cx="397163" cy="8248072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3E655-625E-60E7-CF22-C80DDBC59553}"/>
              </a:ext>
            </a:extLst>
          </p:cNvPr>
          <p:cNvSpPr txBox="1"/>
          <p:nvPr/>
        </p:nvSpPr>
        <p:spPr>
          <a:xfrm rot="18566918">
            <a:off x="4814659" y="2462202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a Nash Equilibrium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6F6707B8-9D3B-BB5F-9E24-BC150F801462}"/>
              </a:ext>
            </a:extLst>
          </p:cNvPr>
          <p:cNvSpPr/>
          <p:nvPr/>
        </p:nvSpPr>
        <p:spPr>
          <a:xfrm rot="16200000">
            <a:off x="10387807" y="3050712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5BBC80-36E5-2704-9205-AE7B98EF8967}"/>
              </a:ext>
            </a:extLst>
          </p:cNvPr>
          <p:cNvSpPr txBox="1"/>
          <p:nvPr/>
        </p:nvSpPr>
        <p:spPr>
          <a:xfrm rot="18566918">
            <a:off x="9723420" y="2345678"/>
            <a:ext cx="257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E96030-6901-58B1-221D-BE67AA068992}"/>
                  </a:ext>
                </a:extLst>
              </p:cNvPr>
              <p:cNvSpPr txBox="1"/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E96030-6901-58B1-221D-BE67AA068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3986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FD65-2767-97BA-2284-5FAC3068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36FFD-D385-32D5-D009-FEC415BBAB2B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A4077-3CD6-17A1-5F20-E01F4EC46D3A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5E976B-7365-7F65-D920-3E1588852379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16D9F-9C4D-CDF1-4C19-1D25B6B7A4D8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16D9F-9C4D-CDF1-4C19-1D25B6B7A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4CD45E-7355-2EB5-3D9A-F80AAFD286EA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62B066-1AD9-F6CE-7975-F44575048092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62B066-1AD9-F6CE-7975-F44575048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3A9844-EE8B-6048-FC51-7817D9B37C33}"/>
              </a:ext>
            </a:extLst>
          </p:cNvPr>
          <p:cNvCxnSpPr/>
          <p:nvPr/>
        </p:nvCxnSpPr>
        <p:spPr>
          <a:xfrm>
            <a:off x="9772073" y="4064092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0C9434FE-C528-832D-C499-3FC921CAEEE0}"/>
              </a:ext>
            </a:extLst>
          </p:cNvPr>
          <p:cNvSpPr/>
          <p:nvPr/>
        </p:nvSpPr>
        <p:spPr>
          <a:xfrm rot="16200000">
            <a:off x="5449454" y="-286817"/>
            <a:ext cx="397163" cy="8248072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30FCC-4A86-C6CE-730A-654693269A49}"/>
              </a:ext>
            </a:extLst>
          </p:cNvPr>
          <p:cNvSpPr txBox="1"/>
          <p:nvPr/>
        </p:nvSpPr>
        <p:spPr>
          <a:xfrm rot="18566918">
            <a:off x="4814659" y="2462202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a Nash Equilibrium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BB56B8B-E276-5CE9-6E0A-DA6B9A986044}"/>
              </a:ext>
            </a:extLst>
          </p:cNvPr>
          <p:cNvSpPr/>
          <p:nvPr/>
        </p:nvSpPr>
        <p:spPr>
          <a:xfrm rot="16200000">
            <a:off x="10387807" y="3050712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00CEB-DD86-6E64-EEC0-4D7BC1F1C57E}"/>
              </a:ext>
            </a:extLst>
          </p:cNvPr>
          <p:cNvSpPr txBox="1"/>
          <p:nvPr/>
        </p:nvSpPr>
        <p:spPr>
          <a:xfrm rot="18566918">
            <a:off x="9723420" y="2345678"/>
            <a:ext cx="257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E122AC-3C93-0044-9AE1-B36613D3E37A}"/>
                  </a:ext>
                </a:extLst>
              </p:cNvPr>
              <p:cNvSpPr txBox="1"/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CE122AC-3C93-0044-9AE1-B36613D3E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C0575EA-0243-47AB-717F-305FB0193BDC}"/>
              </a:ext>
            </a:extLst>
          </p:cNvPr>
          <p:cNvSpPr txBox="1"/>
          <p:nvPr/>
        </p:nvSpPr>
        <p:spPr>
          <a:xfrm>
            <a:off x="175280" y="55641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A61CE-025E-DD7D-C7E6-6AE32832C39B}"/>
              </a:ext>
            </a:extLst>
          </p:cNvPr>
          <p:cNvSpPr txBox="1"/>
          <p:nvPr/>
        </p:nvSpPr>
        <p:spPr>
          <a:xfrm>
            <a:off x="165169" y="1542047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2523E-2DF8-52B3-6A5B-BF16190FF00C}"/>
              </a:ext>
            </a:extLst>
          </p:cNvPr>
          <p:cNvSpPr txBox="1"/>
          <p:nvPr/>
        </p:nvSpPr>
        <p:spPr>
          <a:xfrm>
            <a:off x="165169" y="201937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CCD233-146F-E4F9-1381-DE05B051CD11}"/>
              </a:ext>
            </a:extLst>
          </p:cNvPr>
          <p:cNvSpPr txBox="1"/>
          <p:nvPr/>
        </p:nvSpPr>
        <p:spPr>
          <a:xfrm>
            <a:off x="175280" y="25014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DD036-20AB-EBF7-CCA9-7BE00F2D6DAB}"/>
              </a:ext>
            </a:extLst>
          </p:cNvPr>
          <p:cNvSpPr txBox="1"/>
          <p:nvPr/>
        </p:nvSpPr>
        <p:spPr>
          <a:xfrm>
            <a:off x="175280" y="2978798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B699BB-635E-0A6A-E88B-0DCA3DE91BBF}"/>
                  </a:ext>
                </a:extLst>
              </p:cNvPr>
              <p:cNvSpPr txBox="1"/>
              <p:nvPr/>
            </p:nvSpPr>
            <p:spPr>
              <a:xfrm>
                <a:off x="2915500" y="2137468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B699BB-635E-0A6A-E88B-0DCA3DE91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00" y="2137468"/>
                <a:ext cx="153590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2F0A5BDD-DA5B-50DB-1153-6EA5E6510FFF}"/>
              </a:ext>
            </a:extLst>
          </p:cNvPr>
          <p:cNvSpPr/>
          <p:nvPr/>
        </p:nvSpPr>
        <p:spPr>
          <a:xfrm>
            <a:off x="2632728" y="1462156"/>
            <a:ext cx="413741" cy="1920361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371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03E4-ED11-DA56-2C23-A1E195B3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D4CE3-4708-58E7-BF00-208043A8ECF9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055FB-BA10-3FF8-2D0E-E0A706AEC7B6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1C36C8-C00E-3E30-DCB5-A838C9C1B552}"/>
              </a:ext>
            </a:extLst>
          </p:cNvPr>
          <p:cNvCxnSpPr/>
          <p:nvPr/>
        </p:nvCxnSpPr>
        <p:spPr>
          <a:xfrm>
            <a:off x="1524000" y="4341091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E4D73-57F5-996E-128B-6A0306AF6637}"/>
                  </a:ext>
                </a:extLst>
              </p:cNvPr>
              <p:cNvSpPr txBox="1"/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FE4D73-57F5-996E-128B-6A0306AF6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236" y="4156425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AD92F4-BDA7-D484-7628-E45AC0DB30F5}"/>
              </a:ext>
            </a:extLst>
          </p:cNvPr>
          <p:cNvCxnSpPr/>
          <p:nvPr/>
        </p:nvCxnSpPr>
        <p:spPr>
          <a:xfrm>
            <a:off x="1524000" y="4156425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2C8E06-828B-3AF6-AC78-A71231835652}"/>
                  </a:ext>
                </a:extLst>
              </p:cNvPr>
              <p:cNvSpPr txBox="1"/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2C8E06-828B-3AF6-AC78-A71231835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796" y="4525757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418DC-E8C9-759E-AD24-144E0AD8F894}"/>
              </a:ext>
            </a:extLst>
          </p:cNvPr>
          <p:cNvCxnSpPr/>
          <p:nvPr/>
        </p:nvCxnSpPr>
        <p:spPr>
          <a:xfrm>
            <a:off x="9772073" y="4064092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BAC9CB7-A511-5718-38BC-2FC56046F6D7}"/>
              </a:ext>
            </a:extLst>
          </p:cNvPr>
          <p:cNvSpPr/>
          <p:nvPr/>
        </p:nvSpPr>
        <p:spPr>
          <a:xfrm rot="16200000">
            <a:off x="5449454" y="-286817"/>
            <a:ext cx="397163" cy="8248072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27CEC-E479-D238-A0F3-C6723A59507F}"/>
              </a:ext>
            </a:extLst>
          </p:cNvPr>
          <p:cNvSpPr txBox="1"/>
          <p:nvPr/>
        </p:nvSpPr>
        <p:spPr>
          <a:xfrm rot="18566918">
            <a:off x="4814659" y="2462202"/>
            <a:ext cx="233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a Nash Equilibrium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FB251386-4D38-89D2-D8D0-D4A9F069ED1C}"/>
              </a:ext>
            </a:extLst>
          </p:cNvPr>
          <p:cNvSpPr/>
          <p:nvPr/>
        </p:nvSpPr>
        <p:spPr>
          <a:xfrm rot="16200000">
            <a:off x="10387807" y="3050712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B779E6-70B8-7450-5A9B-CD34FCC11029}"/>
              </a:ext>
            </a:extLst>
          </p:cNvPr>
          <p:cNvSpPr txBox="1"/>
          <p:nvPr/>
        </p:nvSpPr>
        <p:spPr>
          <a:xfrm rot="18566918">
            <a:off x="9723420" y="2345678"/>
            <a:ext cx="257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Nash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6FF7E1-7473-6BFD-23DB-8049117AC822}"/>
                  </a:ext>
                </a:extLst>
              </p:cNvPr>
              <p:cNvSpPr txBox="1"/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6FF7E1-7473-6BFD-23DB-8049117AC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527" y="4608577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AE52436-8FF5-7B04-310F-8927FBF31FB5}"/>
              </a:ext>
            </a:extLst>
          </p:cNvPr>
          <p:cNvSpPr txBox="1"/>
          <p:nvPr/>
        </p:nvSpPr>
        <p:spPr>
          <a:xfrm>
            <a:off x="175280" y="556411"/>
            <a:ext cx="3600449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No Movement</a:t>
            </a:r>
            <a:r>
              <a:rPr lang="en-US" dirty="0"/>
              <a:t>”: Everyone Stays 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F41F9-C735-C214-AF21-AC8117C26861}"/>
              </a:ext>
            </a:extLst>
          </p:cNvPr>
          <p:cNvSpPr txBox="1"/>
          <p:nvPr/>
        </p:nvSpPr>
        <p:spPr>
          <a:xfrm>
            <a:off x="165169" y="1542047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East-B types that stay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939486-FFA5-7BDC-33F3-99AE76CF923E}"/>
              </a:ext>
            </a:extLst>
          </p:cNvPr>
          <p:cNvSpPr txBox="1"/>
          <p:nvPr/>
        </p:nvSpPr>
        <p:spPr>
          <a:xfrm>
            <a:off x="165169" y="2019370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East-S types that stay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085EDD-07C1-43C1-39EF-A95178011F89}"/>
              </a:ext>
            </a:extLst>
          </p:cNvPr>
          <p:cNvSpPr txBox="1"/>
          <p:nvPr/>
        </p:nvSpPr>
        <p:spPr>
          <a:xfrm>
            <a:off x="175280" y="2501475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West-B types that stay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1F2A2-FB22-52EB-7F60-2A7D4A6F4EC3}"/>
              </a:ext>
            </a:extLst>
          </p:cNvPr>
          <p:cNvSpPr txBox="1"/>
          <p:nvPr/>
        </p:nvSpPr>
        <p:spPr>
          <a:xfrm>
            <a:off x="175280" y="2978798"/>
            <a:ext cx="2457448" cy="369332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West-S types that stay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602773-5275-696C-244C-ABA02F7844B4}"/>
                  </a:ext>
                </a:extLst>
              </p:cNvPr>
              <p:cNvSpPr txBox="1"/>
              <p:nvPr/>
            </p:nvSpPr>
            <p:spPr>
              <a:xfrm>
                <a:off x="2915500" y="2137468"/>
                <a:ext cx="1535908" cy="514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1400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602773-5275-696C-244C-ABA02F784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00" y="2137468"/>
                <a:ext cx="1535908" cy="5142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59B48AB4-EBCD-7E26-56EB-D4807D1E24A2}"/>
              </a:ext>
            </a:extLst>
          </p:cNvPr>
          <p:cNvSpPr/>
          <p:nvPr/>
        </p:nvSpPr>
        <p:spPr>
          <a:xfrm>
            <a:off x="2632728" y="1462156"/>
            <a:ext cx="413741" cy="1920361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C04C1E-62A8-9BAB-5059-6243294085BB}"/>
              </a:ext>
            </a:extLst>
          </p:cNvPr>
          <p:cNvCxnSpPr/>
          <p:nvPr/>
        </p:nvCxnSpPr>
        <p:spPr>
          <a:xfrm>
            <a:off x="3046469" y="4080833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E7C317-8C78-A99B-C049-83C77533619D}"/>
                  </a:ext>
                </a:extLst>
              </p:cNvPr>
              <p:cNvSpPr txBox="1"/>
              <p:nvPr/>
            </p:nvSpPr>
            <p:spPr>
              <a:xfrm>
                <a:off x="2212689" y="4661482"/>
                <a:ext cx="1535908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E7C317-8C78-A99B-C049-83C775336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689" y="4661482"/>
                <a:ext cx="1535908" cy="6165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3633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60FB-91CC-F8E6-AF2E-0ADA46E0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FD422A-3B21-C830-1367-72275D50D0AD}"/>
              </a:ext>
            </a:extLst>
          </p:cNvPr>
          <p:cNvSpPr txBox="1"/>
          <p:nvPr/>
        </p:nvSpPr>
        <p:spPr>
          <a:xfrm>
            <a:off x="95251" y="114300"/>
            <a:ext cx="116205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11FDC-C501-A1FD-E03D-F45BB15CFEAA}"/>
              </a:ext>
            </a:extLst>
          </p:cNvPr>
          <p:cNvSpPr txBox="1"/>
          <p:nvPr/>
        </p:nvSpPr>
        <p:spPr>
          <a:xfrm>
            <a:off x="3459018" y="203261"/>
            <a:ext cx="527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What We Know So Far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5C905-1F4A-895F-E42D-9A9BA8D6F6D6}"/>
              </a:ext>
            </a:extLst>
          </p:cNvPr>
          <p:cNvCxnSpPr/>
          <p:nvPr/>
        </p:nvCxnSpPr>
        <p:spPr>
          <a:xfrm>
            <a:off x="1519382" y="5765697"/>
            <a:ext cx="91532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452C0F-EA76-2FA4-7150-23EFE7403CCE}"/>
                  </a:ext>
                </a:extLst>
              </p:cNvPr>
              <p:cNvSpPr txBox="1"/>
              <p:nvPr/>
            </p:nvSpPr>
            <p:spPr>
              <a:xfrm>
                <a:off x="10672618" y="5581031"/>
                <a:ext cx="6280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452C0F-EA76-2FA4-7150-23EFE7403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2618" y="5581031"/>
                <a:ext cx="62807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C79140-1596-958B-B249-8429261CDC00}"/>
              </a:ext>
            </a:extLst>
          </p:cNvPr>
          <p:cNvCxnSpPr/>
          <p:nvPr/>
        </p:nvCxnSpPr>
        <p:spPr>
          <a:xfrm>
            <a:off x="1519382" y="5581031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98B93-AAF9-7F6D-64DA-EE1204F64962}"/>
                  </a:ext>
                </a:extLst>
              </p:cNvPr>
              <p:cNvSpPr txBox="1"/>
              <p:nvPr/>
            </p:nvSpPr>
            <p:spPr>
              <a:xfrm>
                <a:off x="1118178" y="5950363"/>
                <a:ext cx="802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98B93-AAF9-7F6D-64DA-EE1204F64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178" y="5950363"/>
                <a:ext cx="8024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AF262-1766-6D0D-AFF1-80A78ECE0CB4}"/>
              </a:ext>
            </a:extLst>
          </p:cNvPr>
          <p:cNvCxnSpPr/>
          <p:nvPr/>
        </p:nvCxnSpPr>
        <p:spPr>
          <a:xfrm>
            <a:off x="9767455" y="5488698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027DA516-740B-2020-2A9E-C52A7914740B}"/>
              </a:ext>
            </a:extLst>
          </p:cNvPr>
          <p:cNvSpPr/>
          <p:nvPr/>
        </p:nvSpPr>
        <p:spPr>
          <a:xfrm rot="16200000">
            <a:off x="6206071" y="1921539"/>
            <a:ext cx="397163" cy="6725601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1612E-6F4B-D3B8-C54E-6764474E097D}"/>
              </a:ext>
            </a:extLst>
          </p:cNvPr>
          <p:cNvSpPr txBox="1"/>
          <p:nvPr/>
        </p:nvSpPr>
        <p:spPr>
          <a:xfrm rot="18566918">
            <a:off x="5154925" y="3604711"/>
            <a:ext cx="233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</a:t>
            </a:r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”  AND “no movement” are Nash Equilibria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46CDFE80-52D2-B1C4-3804-3BD4FD2D09B0}"/>
              </a:ext>
            </a:extLst>
          </p:cNvPr>
          <p:cNvSpPr/>
          <p:nvPr/>
        </p:nvSpPr>
        <p:spPr>
          <a:xfrm rot="16200000">
            <a:off x="10383187" y="4491877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2AD2E-B9DC-A031-C4BB-DFED15E0B207}"/>
              </a:ext>
            </a:extLst>
          </p:cNvPr>
          <p:cNvSpPr txBox="1"/>
          <p:nvPr/>
        </p:nvSpPr>
        <p:spPr>
          <a:xfrm rot="18566918">
            <a:off x="9578526" y="3306520"/>
            <a:ext cx="2578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NOT a </a:t>
            </a:r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Nash Equilibrium,</a:t>
            </a:r>
          </a:p>
          <a:p>
            <a:pPr algn="ctr"/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“no movement” is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EE7C11-C0DA-15B4-8BBA-C8B00F196A93}"/>
                  </a:ext>
                </a:extLst>
              </p:cNvPr>
              <p:cNvSpPr txBox="1"/>
              <p:nvPr/>
            </p:nvSpPr>
            <p:spPr>
              <a:xfrm>
                <a:off x="9148909" y="6033183"/>
                <a:ext cx="123709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EE7C11-C0DA-15B4-8BBA-C8B00F196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909" y="6033183"/>
                <a:ext cx="1237091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2AFEF2-A6A7-8E69-924D-3689D85B17FE}"/>
              </a:ext>
            </a:extLst>
          </p:cNvPr>
          <p:cNvCxnSpPr/>
          <p:nvPr/>
        </p:nvCxnSpPr>
        <p:spPr>
          <a:xfrm>
            <a:off x="3041851" y="5505439"/>
            <a:ext cx="0" cy="535617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83C80F-6166-C45F-AD2E-0942824D3E40}"/>
                  </a:ext>
                </a:extLst>
              </p:cNvPr>
              <p:cNvSpPr txBox="1"/>
              <p:nvPr/>
            </p:nvSpPr>
            <p:spPr>
              <a:xfrm>
                <a:off x="2208071" y="6086088"/>
                <a:ext cx="1535908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3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3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accent3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83C80F-6166-C45F-AD2E-0942824D3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071" y="6086088"/>
                <a:ext cx="1535908" cy="616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>
            <a:extLst>
              <a:ext uri="{FF2B5EF4-FFF2-40B4-BE49-F238E27FC236}">
                <a16:creationId xmlns:a16="http://schemas.microsoft.com/office/drawing/2014/main" id="{1B96E422-149B-661B-9DCE-6C0E8B497EC8}"/>
              </a:ext>
            </a:extLst>
          </p:cNvPr>
          <p:cNvSpPr/>
          <p:nvPr/>
        </p:nvSpPr>
        <p:spPr>
          <a:xfrm rot="16200000">
            <a:off x="2056968" y="4484337"/>
            <a:ext cx="351971" cy="1583440"/>
          </a:xfrm>
          <a:prstGeom prst="rightBrac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57598-E4F9-88E9-7E95-B45244BB8863}"/>
              </a:ext>
            </a:extLst>
          </p:cNvPr>
          <p:cNvSpPr txBox="1"/>
          <p:nvPr/>
        </p:nvSpPr>
        <p:spPr>
          <a:xfrm rot="18566918">
            <a:off x="1252307" y="3298980"/>
            <a:ext cx="2578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“perfect sorting” is </a:t>
            </a:r>
            <a:b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a Nash Equilibrium,  Nash,</a:t>
            </a:r>
          </a:p>
          <a:p>
            <a:pPr algn="ctr"/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</a:rPr>
              <a:t>“no movement” is NOT</a:t>
            </a: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3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</TotalTime>
  <Words>7564</Words>
  <Application>Microsoft Office PowerPoint</Application>
  <PresentationFormat>Widescreen</PresentationFormat>
  <Paragraphs>1528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Aptos</vt:lpstr>
      <vt:lpstr>Aptos Display</vt:lpstr>
      <vt:lpstr>Arial</vt:lpstr>
      <vt:lpstr>Cambria Math</vt:lpstr>
      <vt:lpstr>Office Theme</vt:lpstr>
      <vt:lpstr>More fun with in-out games:  Jurisdictional Sorting</vt:lpstr>
      <vt:lpstr>Looking Ahead</vt:lpstr>
      <vt:lpstr>Application: Sorting Across Jurisdictions</vt:lpstr>
      <vt:lpstr>Application: Sorting Across Jurisdictions</vt:lpstr>
      <vt:lpstr>Application: Sorting Across Jurisdictions</vt:lpstr>
      <vt:lpstr>The Classic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Jordan, Stuart</dc:creator>
  <cp:lastModifiedBy>Jordan, Stuart</cp:lastModifiedBy>
  <cp:revision>1</cp:revision>
  <dcterms:created xsi:type="dcterms:W3CDTF">2025-04-22T14:05:42Z</dcterms:created>
  <dcterms:modified xsi:type="dcterms:W3CDTF">2026-04-23T14:54:15Z</dcterms:modified>
</cp:coreProperties>
</file>