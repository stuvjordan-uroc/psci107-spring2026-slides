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61" r:id="rId4"/>
    <p:sldId id="263" r:id="rId5"/>
    <p:sldId id="264" r:id="rId6"/>
    <p:sldId id="267" r:id="rId7"/>
    <p:sldId id="265" r:id="rId8"/>
    <p:sldId id="268" r:id="rId9"/>
    <p:sldId id="269" r:id="rId10"/>
    <p:sldId id="270" r:id="rId11"/>
    <p:sldId id="271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6" r:id="rId23"/>
    <p:sldId id="287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02399-3847-4C6F-83EB-BA35F09E8743}" v="490" dt="2026-03-26T16:03:3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, Stuart" userId="1bf9a496-f356-4f9c-b15f-a24cde0408c2" providerId="ADAL" clId="{D610E14A-756D-4778-AAB0-AFD182EFE9D3}"/>
    <pc:docChg chg="undo custSel addSld delSld modSld">
      <pc:chgData name="Jordan, Stuart" userId="1bf9a496-f356-4f9c-b15f-a24cde0408c2" providerId="ADAL" clId="{D610E14A-756D-4778-AAB0-AFD182EFE9D3}" dt="2026-03-26T16:04:55.152" v="3012" actId="20577"/>
      <pc:docMkLst>
        <pc:docMk/>
      </pc:docMkLst>
      <pc:sldChg chg="modSp new mod">
        <pc:chgData name="Jordan, Stuart" userId="1bf9a496-f356-4f9c-b15f-a24cde0408c2" providerId="ADAL" clId="{D610E14A-756D-4778-AAB0-AFD182EFE9D3}" dt="2026-03-26T15:19:06.206" v="199" actId="14100"/>
        <pc:sldMkLst>
          <pc:docMk/>
          <pc:sldMk cId="1217616745" sldId="256"/>
        </pc:sldMkLst>
        <pc:spChg chg="mod">
          <ac:chgData name="Jordan, Stuart" userId="1bf9a496-f356-4f9c-b15f-a24cde0408c2" providerId="ADAL" clId="{D610E14A-756D-4778-AAB0-AFD182EFE9D3}" dt="2026-03-26T15:19:01.206" v="197" actId="1076"/>
          <ac:spMkLst>
            <pc:docMk/>
            <pc:sldMk cId="1217616745" sldId="256"/>
            <ac:spMk id="2" creationId="{D7F59E73-282D-B398-2F1C-8D376ED7C8E8}"/>
          </ac:spMkLst>
        </pc:spChg>
        <pc:spChg chg="mod">
          <ac:chgData name="Jordan, Stuart" userId="1bf9a496-f356-4f9c-b15f-a24cde0408c2" providerId="ADAL" clId="{D610E14A-756D-4778-AAB0-AFD182EFE9D3}" dt="2026-03-26T15:19:06.206" v="199" actId="14100"/>
          <ac:spMkLst>
            <pc:docMk/>
            <pc:sldMk cId="1217616745" sldId="256"/>
            <ac:spMk id="3" creationId="{AE7CCC97-1CC6-8AAF-64C9-5FA8B05B3B23}"/>
          </ac:spMkLst>
        </pc:spChg>
      </pc:sldChg>
      <pc:sldChg chg="addSp delSp modSp new mod modClrScheme chgLayout">
        <pc:chgData name="Jordan, Stuart" userId="1bf9a496-f356-4f9c-b15f-a24cde0408c2" providerId="ADAL" clId="{D610E14A-756D-4778-AAB0-AFD182EFE9D3}" dt="2026-03-26T15:20:04.294" v="202"/>
        <pc:sldMkLst>
          <pc:docMk/>
          <pc:sldMk cId="4149518587" sldId="257"/>
        </pc:sldMkLst>
        <pc:spChg chg="del">
          <ac:chgData name="Jordan, Stuart" userId="1bf9a496-f356-4f9c-b15f-a24cde0408c2" providerId="ADAL" clId="{D610E14A-756D-4778-AAB0-AFD182EFE9D3}" dt="2026-03-26T15:20:02.972" v="201" actId="700"/>
          <ac:spMkLst>
            <pc:docMk/>
            <pc:sldMk cId="4149518587" sldId="257"/>
            <ac:spMk id="2" creationId="{426B1C96-99CE-3A03-EC2A-37F37F52F1B3}"/>
          </ac:spMkLst>
        </pc:spChg>
        <pc:spChg chg="del">
          <ac:chgData name="Jordan, Stuart" userId="1bf9a496-f356-4f9c-b15f-a24cde0408c2" providerId="ADAL" clId="{D610E14A-756D-4778-AAB0-AFD182EFE9D3}" dt="2026-03-26T15:20:02.972" v="201" actId="700"/>
          <ac:spMkLst>
            <pc:docMk/>
            <pc:sldMk cId="4149518587" sldId="257"/>
            <ac:spMk id="3" creationId="{434F10AF-4A7B-4D8E-3D17-8C130EE4605B}"/>
          </ac:spMkLst>
        </pc:spChg>
        <pc:spChg chg="add mod">
          <ac:chgData name="Jordan, Stuart" userId="1bf9a496-f356-4f9c-b15f-a24cde0408c2" providerId="ADAL" clId="{D610E14A-756D-4778-AAB0-AFD182EFE9D3}" dt="2026-03-26T15:20:04.294" v="202"/>
          <ac:spMkLst>
            <pc:docMk/>
            <pc:sldMk cId="4149518587" sldId="257"/>
            <ac:spMk id="4" creationId="{58384A75-BE6C-AB9D-48A9-464A096BC903}"/>
          </ac:spMkLst>
        </pc:spChg>
      </pc:sldChg>
      <pc:sldChg chg="modSp add mod">
        <pc:chgData name="Jordan, Stuart" userId="1bf9a496-f356-4f9c-b15f-a24cde0408c2" providerId="ADAL" clId="{D610E14A-756D-4778-AAB0-AFD182EFE9D3}" dt="2026-03-26T15:21:13.709" v="287" actId="1076"/>
        <pc:sldMkLst>
          <pc:docMk/>
          <pc:sldMk cId="3790450868" sldId="261"/>
        </pc:sldMkLst>
        <pc:spChg chg="mod">
          <ac:chgData name="Jordan, Stuart" userId="1bf9a496-f356-4f9c-b15f-a24cde0408c2" providerId="ADAL" clId="{D610E14A-756D-4778-AAB0-AFD182EFE9D3}" dt="2026-03-26T15:21:13.709" v="287" actId="1076"/>
          <ac:spMkLst>
            <pc:docMk/>
            <pc:sldMk cId="3790450868" sldId="261"/>
            <ac:spMk id="3" creationId="{B253C114-88C0-EFAC-073B-5BACCC9BB2D4}"/>
          </ac:spMkLst>
        </pc:spChg>
      </pc:sldChg>
      <pc:sldChg chg="addSp delSp modSp add del mod">
        <pc:chgData name="Jordan, Stuart" userId="1bf9a496-f356-4f9c-b15f-a24cde0408c2" providerId="ADAL" clId="{D610E14A-756D-4778-AAB0-AFD182EFE9D3}" dt="2026-03-26T15:22:08.987" v="370" actId="47"/>
        <pc:sldMkLst>
          <pc:docMk/>
          <pc:sldMk cId="554261685" sldId="262"/>
        </pc:sldMkLst>
        <pc:spChg chg="del">
          <ac:chgData name="Jordan, Stuart" userId="1bf9a496-f356-4f9c-b15f-a24cde0408c2" providerId="ADAL" clId="{D610E14A-756D-4778-AAB0-AFD182EFE9D3}" dt="2026-03-26T15:21:25.961" v="288" actId="478"/>
          <ac:spMkLst>
            <pc:docMk/>
            <pc:sldMk cId="554261685" sldId="262"/>
            <ac:spMk id="3" creationId="{5391EFCB-2ACE-A62B-5FC5-9367A32A41D7}"/>
          </ac:spMkLst>
        </pc:spChg>
        <pc:spChg chg="mod">
          <ac:chgData name="Jordan, Stuart" userId="1bf9a496-f356-4f9c-b15f-a24cde0408c2" providerId="ADAL" clId="{D610E14A-756D-4778-AAB0-AFD182EFE9D3}" dt="2026-03-26T15:22:02.060" v="369" actId="20577"/>
          <ac:spMkLst>
            <pc:docMk/>
            <pc:sldMk cId="554261685" sldId="262"/>
            <ac:spMk id="4" creationId="{DDA76D51-0268-A782-486B-C1866B5BBF81}"/>
          </ac:spMkLst>
        </pc:spChg>
        <pc:spChg chg="add mod">
          <ac:chgData name="Jordan, Stuart" userId="1bf9a496-f356-4f9c-b15f-a24cde0408c2" providerId="ADAL" clId="{D610E14A-756D-4778-AAB0-AFD182EFE9D3}" dt="2026-03-26T15:21:28.705" v="289"/>
          <ac:spMkLst>
            <pc:docMk/>
            <pc:sldMk cId="554261685" sldId="262"/>
            <ac:spMk id="50" creationId="{80E0E1E0-AFC4-557D-71B0-32E1767A1C81}"/>
          </ac:spMkLst>
        </pc:spChg>
      </pc:sldChg>
      <pc:sldChg chg="addSp delSp modSp add mod">
        <pc:chgData name="Jordan, Stuart" userId="1bf9a496-f356-4f9c-b15f-a24cde0408c2" providerId="ADAL" clId="{D610E14A-756D-4778-AAB0-AFD182EFE9D3}" dt="2026-03-26T15:22:40.976" v="448" actId="20577"/>
        <pc:sldMkLst>
          <pc:docMk/>
          <pc:sldMk cId="418719520" sldId="263"/>
        </pc:sldMkLst>
        <pc:spChg chg="del">
          <ac:chgData name="Jordan, Stuart" userId="1bf9a496-f356-4f9c-b15f-a24cde0408c2" providerId="ADAL" clId="{D610E14A-756D-4778-AAB0-AFD182EFE9D3}" dt="2026-03-26T15:22:22.434" v="371" actId="478"/>
          <ac:spMkLst>
            <pc:docMk/>
            <pc:sldMk cId="418719520" sldId="263"/>
            <ac:spMk id="3" creationId="{2778C264-9424-3E69-3713-5976C9FA4BCF}"/>
          </ac:spMkLst>
        </pc:spChg>
        <pc:spChg chg="mod">
          <ac:chgData name="Jordan, Stuart" userId="1bf9a496-f356-4f9c-b15f-a24cde0408c2" providerId="ADAL" clId="{D610E14A-756D-4778-AAB0-AFD182EFE9D3}" dt="2026-03-26T15:22:40.976" v="448" actId="20577"/>
          <ac:spMkLst>
            <pc:docMk/>
            <pc:sldMk cId="418719520" sldId="263"/>
            <ac:spMk id="4" creationId="{18F26308-1FDB-6FFA-D39E-7E1782958DF9}"/>
          </ac:spMkLst>
        </pc:spChg>
        <pc:spChg chg="add mod">
          <ac:chgData name="Jordan, Stuart" userId="1bf9a496-f356-4f9c-b15f-a24cde0408c2" providerId="ADAL" clId="{D610E14A-756D-4778-AAB0-AFD182EFE9D3}" dt="2026-03-26T15:22:22.886" v="372"/>
          <ac:spMkLst>
            <pc:docMk/>
            <pc:sldMk cId="418719520" sldId="263"/>
            <ac:spMk id="50" creationId="{1676258D-A24A-E99C-7532-BFF610B338CF}"/>
          </ac:spMkLst>
        </pc:spChg>
      </pc:sldChg>
      <pc:sldChg chg="addSp delSp modSp add mod">
        <pc:chgData name="Jordan, Stuart" userId="1bf9a496-f356-4f9c-b15f-a24cde0408c2" providerId="ADAL" clId="{D610E14A-756D-4778-AAB0-AFD182EFE9D3}" dt="2026-03-26T15:23:13.152" v="492" actId="20577"/>
        <pc:sldMkLst>
          <pc:docMk/>
          <pc:sldMk cId="2564663145" sldId="264"/>
        </pc:sldMkLst>
        <pc:spChg chg="del">
          <ac:chgData name="Jordan, Stuart" userId="1bf9a496-f356-4f9c-b15f-a24cde0408c2" providerId="ADAL" clId="{D610E14A-756D-4778-AAB0-AFD182EFE9D3}" dt="2026-03-26T15:22:59.457" v="449" actId="478"/>
          <ac:spMkLst>
            <pc:docMk/>
            <pc:sldMk cId="2564663145" sldId="264"/>
            <ac:spMk id="3" creationId="{2C55E172-C9D1-881C-0862-8F8473E46D09}"/>
          </ac:spMkLst>
        </pc:spChg>
        <pc:spChg chg="mod">
          <ac:chgData name="Jordan, Stuart" userId="1bf9a496-f356-4f9c-b15f-a24cde0408c2" providerId="ADAL" clId="{D610E14A-756D-4778-AAB0-AFD182EFE9D3}" dt="2026-03-26T15:23:13.152" v="492" actId="20577"/>
          <ac:spMkLst>
            <pc:docMk/>
            <pc:sldMk cId="2564663145" sldId="264"/>
            <ac:spMk id="4" creationId="{4C0DC6B0-7FDC-4D5F-52E6-D74BCFFB67EE}"/>
          </ac:spMkLst>
        </pc:spChg>
        <pc:spChg chg="add mod">
          <ac:chgData name="Jordan, Stuart" userId="1bf9a496-f356-4f9c-b15f-a24cde0408c2" providerId="ADAL" clId="{D610E14A-756D-4778-AAB0-AFD182EFE9D3}" dt="2026-03-26T15:22:59.925" v="450"/>
          <ac:spMkLst>
            <pc:docMk/>
            <pc:sldMk cId="2564663145" sldId="264"/>
            <ac:spMk id="50" creationId="{BE898D77-31D1-2F25-75B0-870BB955B84B}"/>
          </ac:spMkLst>
        </pc:spChg>
      </pc:sldChg>
      <pc:sldChg chg="addSp delSp modSp add mod">
        <pc:chgData name="Jordan, Stuart" userId="1bf9a496-f356-4f9c-b15f-a24cde0408c2" providerId="ADAL" clId="{D610E14A-756D-4778-AAB0-AFD182EFE9D3}" dt="2026-03-26T15:25:46.248" v="846" actId="207"/>
        <pc:sldMkLst>
          <pc:docMk/>
          <pc:sldMk cId="2161603771" sldId="265"/>
        </pc:sldMkLst>
        <pc:spChg chg="del">
          <ac:chgData name="Jordan, Stuart" userId="1bf9a496-f356-4f9c-b15f-a24cde0408c2" providerId="ADAL" clId="{D610E14A-756D-4778-AAB0-AFD182EFE9D3}" dt="2026-03-26T15:25:04.171" v="651" actId="478"/>
          <ac:spMkLst>
            <pc:docMk/>
            <pc:sldMk cId="2161603771" sldId="265"/>
            <ac:spMk id="3" creationId="{B130402F-B131-F99A-55E3-6299AB2644F5}"/>
          </ac:spMkLst>
        </pc:spChg>
        <pc:spChg chg="mod">
          <ac:chgData name="Jordan, Stuart" userId="1bf9a496-f356-4f9c-b15f-a24cde0408c2" providerId="ADAL" clId="{D610E14A-756D-4778-AAB0-AFD182EFE9D3}" dt="2026-03-26T15:25:37.944" v="845" actId="20577"/>
          <ac:spMkLst>
            <pc:docMk/>
            <pc:sldMk cId="2161603771" sldId="265"/>
            <ac:spMk id="4" creationId="{C2C9897E-460B-2374-322B-2E5B858B1816}"/>
          </ac:spMkLst>
        </pc:spChg>
        <pc:spChg chg="add mod">
          <ac:chgData name="Jordan, Stuart" userId="1bf9a496-f356-4f9c-b15f-a24cde0408c2" providerId="ADAL" clId="{D610E14A-756D-4778-AAB0-AFD182EFE9D3}" dt="2026-03-26T15:25:04.704" v="652"/>
          <ac:spMkLst>
            <pc:docMk/>
            <pc:sldMk cId="2161603771" sldId="265"/>
            <ac:spMk id="50" creationId="{DE8015EC-440F-5793-002B-9B769941236B}"/>
          </ac:spMkLst>
        </pc:spChg>
        <pc:picChg chg="mod">
          <ac:chgData name="Jordan, Stuart" userId="1bf9a496-f356-4f9c-b15f-a24cde0408c2" providerId="ADAL" clId="{D610E14A-756D-4778-AAB0-AFD182EFE9D3}" dt="2026-03-26T15:25:46.248" v="846" actId="207"/>
          <ac:picMkLst>
            <pc:docMk/>
            <pc:sldMk cId="2161603771" sldId="265"/>
            <ac:picMk id="51" creationId="{648A0A8E-E3AC-EEED-3620-A13ABA2AD867}"/>
          </ac:picMkLst>
        </pc:picChg>
        <pc:picChg chg="mod">
          <ac:chgData name="Jordan, Stuart" userId="1bf9a496-f356-4f9c-b15f-a24cde0408c2" providerId="ADAL" clId="{D610E14A-756D-4778-AAB0-AFD182EFE9D3}" dt="2026-03-26T15:25:46.248" v="846" actId="207"/>
          <ac:picMkLst>
            <pc:docMk/>
            <pc:sldMk cId="2161603771" sldId="265"/>
            <ac:picMk id="52" creationId="{10AF72C7-D4C5-840F-13DE-8CB820960064}"/>
          </ac:picMkLst>
        </pc:picChg>
        <pc:picChg chg="mod">
          <ac:chgData name="Jordan, Stuart" userId="1bf9a496-f356-4f9c-b15f-a24cde0408c2" providerId="ADAL" clId="{D610E14A-756D-4778-AAB0-AFD182EFE9D3}" dt="2026-03-26T15:25:46.248" v="846" actId="207"/>
          <ac:picMkLst>
            <pc:docMk/>
            <pc:sldMk cId="2161603771" sldId="265"/>
            <ac:picMk id="53" creationId="{820E8563-7563-7409-B02E-6284E3D05400}"/>
          </ac:picMkLst>
        </pc:picChg>
        <pc:picChg chg="mod">
          <ac:chgData name="Jordan, Stuart" userId="1bf9a496-f356-4f9c-b15f-a24cde0408c2" providerId="ADAL" clId="{D610E14A-756D-4778-AAB0-AFD182EFE9D3}" dt="2026-03-26T15:25:46.248" v="846" actId="207"/>
          <ac:picMkLst>
            <pc:docMk/>
            <pc:sldMk cId="2161603771" sldId="265"/>
            <ac:picMk id="54" creationId="{16C02607-BF35-C56B-0A74-AC5B9735B094}"/>
          </ac:picMkLst>
        </pc:picChg>
        <pc:picChg chg="mod">
          <ac:chgData name="Jordan, Stuart" userId="1bf9a496-f356-4f9c-b15f-a24cde0408c2" providerId="ADAL" clId="{D610E14A-756D-4778-AAB0-AFD182EFE9D3}" dt="2026-03-26T15:25:46.248" v="846" actId="207"/>
          <ac:picMkLst>
            <pc:docMk/>
            <pc:sldMk cId="2161603771" sldId="265"/>
            <ac:picMk id="55" creationId="{654B8252-98CF-B10D-6680-F14CD9B79C2A}"/>
          </ac:picMkLst>
        </pc:picChg>
      </pc:sldChg>
      <pc:sldChg chg="add del">
        <pc:chgData name="Jordan, Stuart" userId="1bf9a496-f356-4f9c-b15f-a24cde0408c2" providerId="ADAL" clId="{D610E14A-756D-4778-AAB0-AFD182EFE9D3}" dt="2026-03-26T15:25:52.137" v="847" actId="47"/>
        <pc:sldMkLst>
          <pc:docMk/>
          <pc:sldMk cId="3185588166" sldId="266"/>
        </pc:sldMkLst>
      </pc:sldChg>
      <pc:sldChg chg="modSp add mod">
        <pc:chgData name="Jordan, Stuart" userId="1bf9a496-f356-4f9c-b15f-a24cde0408c2" providerId="ADAL" clId="{D610E14A-756D-4778-AAB0-AFD182EFE9D3}" dt="2026-03-26T15:24:37.067" v="650" actId="20577"/>
        <pc:sldMkLst>
          <pc:docMk/>
          <pc:sldMk cId="4007027824" sldId="267"/>
        </pc:sldMkLst>
        <pc:spChg chg="mod">
          <ac:chgData name="Jordan, Stuart" userId="1bf9a496-f356-4f9c-b15f-a24cde0408c2" providerId="ADAL" clId="{D610E14A-756D-4778-AAB0-AFD182EFE9D3}" dt="2026-03-26T15:24:37.067" v="650" actId="20577"/>
          <ac:spMkLst>
            <pc:docMk/>
            <pc:sldMk cId="4007027824" sldId="267"/>
            <ac:spMk id="4" creationId="{A05BE841-F56D-6947-BB5A-BBA55F897FE6}"/>
          </ac:spMkLst>
        </pc:spChg>
      </pc:sldChg>
      <pc:sldChg chg="addSp modSp new mod">
        <pc:chgData name="Jordan, Stuart" userId="1bf9a496-f356-4f9c-b15f-a24cde0408c2" providerId="ADAL" clId="{D610E14A-756D-4778-AAB0-AFD182EFE9D3}" dt="2026-03-26T15:26:27.476" v="924" actId="1076"/>
        <pc:sldMkLst>
          <pc:docMk/>
          <pc:sldMk cId="2558840664" sldId="268"/>
        </pc:sldMkLst>
        <pc:spChg chg="add mod">
          <ac:chgData name="Jordan, Stuart" userId="1bf9a496-f356-4f9c-b15f-a24cde0408c2" providerId="ADAL" clId="{D610E14A-756D-4778-AAB0-AFD182EFE9D3}" dt="2026-03-26T15:26:27.476" v="924" actId="1076"/>
          <ac:spMkLst>
            <pc:docMk/>
            <pc:sldMk cId="2558840664" sldId="268"/>
            <ac:spMk id="2" creationId="{74965FD1-D4C5-D762-1BAB-52DA2C5189D6}"/>
          </ac:spMkLst>
        </pc:spChg>
      </pc:sldChg>
      <pc:sldChg chg="addSp delSp modSp add mod">
        <pc:chgData name="Jordan, Stuart" userId="1bf9a496-f356-4f9c-b15f-a24cde0408c2" providerId="ADAL" clId="{D610E14A-756D-4778-AAB0-AFD182EFE9D3}" dt="2026-03-26T15:30:34.959" v="1153" actId="478"/>
        <pc:sldMkLst>
          <pc:docMk/>
          <pc:sldMk cId="312978219" sldId="269"/>
        </pc:sldMkLst>
        <pc:spChg chg="mod">
          <ac:chgData name="Jordan, Stuart" userId="1bf9a496-f356-4f9c-b15f-a24cde0408c2" providerId="ADAL" clId="{D610E14A-756D-4778-AAB0-AFD182EFE9D3}" dt="2026-03-26T15:28:01.336" v="1053" actId="20577"/>
          <ac:spMkLst>
            <pc:docMk/>
            <pc:sldMk cId="312978219" sldId="269"/>
            <ac:spMk id="2" creationId="{E478C270-8D0F-1C10-1970-7568880717A3}"/>
          </ac:spMkLst>
        </pc:spChg>
        <pc:spChg chg="add mod">
          <ac:chgData name="Jordan, Stuart" userId="1bf9a496-f356-4f9c-b15f-a24cde0408c2" providerId="ADAL" clId="{D610E14A-756D-4778-AAB0-AFD182EFE9D3}" dt="2026-03-26T15:27:42.026" v="1032" actId="1076"/>
          <ac:spMkLst>
            <pc:docMk/>
            <pc:sldMk cId="312978219" sldId="269"/>
            <ac:spMk id="3" creationId="{B93FCE1A-857F-C213-9DBC-F5CC3843FFCB}"/>
          </ac:spMkLst>
        </pc:spChg>
        <pc:spChg chg="add mod">
          <ac:chgData name="Jordan, Stuart" userId="1bf9a496-f356-4f9c-b15f-a24cde0408c2" providerId="ADAL" clId="{D610E14A-756D-4778-AAB0-AFD182EFE9D3}" dt="2026-03-26T15:28:41.718" v="1113" actId="1076"/>
          <ac:spMkLst>
            <pc:docMk/>
            <pc:sldMk cId="312978219" sldId="269"/>
            <ac:spMk id="4" creationId="{BFB655DC-7059-5343-F982-49BE4CFB5D03}"/>
          </ac:spMkLst>
        </pc:spChg>
        <pc:spChg chg="add mod">
          <ac:chgData name="Jordan, Stuart" userId="1bf9a496-f356-4f9c-b15f-a24cde0408c2" providerId="ADAL" clId="{D610E14A-756D-4778-AAB0-AFD182EFE9D3}" dt="2026-03-26T15:28:38.038" v="1112" actId="1076"/>
          <ac:spMkLst>
            <pc:docMk/>
            <pc:sldMk cId="312978219" sldId="269"/>
            <ac:spMk id="5" creationId="{463FB4C1-78AA-186B-D124-64A969E52308}"/>
          </ac:spMkLst>
        </pc:spChg>
        <pc:spChg chg="add del mod">
          <ac:chgData name="Jordan, Stuart" userId="1bf9a496-f356-4f9c-b15f-a24cde0408c2" providerId="ADAL" clId="{D610E14A-756D-4778-AAB0-AFD182EFE9D3}" dt="2026-03-26T15:30:31.358" v="1150" actId="478"/>
          <ac:spMkLst>
            <pc:docMk/>
            <pc:sldMk cId="312978219" sldId="269"/>
            <ac:spMk id="9" creationId="{236FAFBF-EA06-EEC5-8FA6-093AB8EFCFE0}"/>
          </ac:spMkLst>
        </pc:spChg>
        <pc:spChg chg="add del mod">
          <ac:chgData name="Jordan, Stuart" userId="1bf9a496-f356-4f9c-b15f-a24cde0408c2" providerId="ADAL" clId="{D610E14A-756D-4778-AAB0-AFD182EFE9D3}" dt="2026-03-26T15:30:32.892" v="1151" actId="478"/>
          <ac:spMkLst>
            <pc:docMk/>
            <pc:sldMk cId="312978219" sldId="269"/>
            <ac:spMk id="10" creationId="{C7D7C365-766F-F961-EACA-018ABBB4C519}"/>
          </ac:spMkLst>
        </pc:spChg>
        <pc:spChg chg="add del mod">
          <ac:chgData name="Jordan, Stuart" userId="1bf9a496-f356-4f9c-b15f-a24cde0408c2" providerId="ADAL" clId="{D610E14A-756D-4778-AAB0-AFD182EFE9D3}" dt="2026-03-26T15:30:34.959" v="1153" actId="478"/>
          <ac:spMkLst>
            <pc:docMk/>
            <pc:sldMk cId="312978219" sldId="269"/>
            <ac:spMk id="11" creationId="{AE228E8F-046D-ACC8-3E80-6EF54AD2EFDC}"/>
          </ac:spMkLst>
        </pc:spChg>
        <pc:spChg chg="add del mod">
          <ac:chgData name="Jordan, Stuart" userId="1bf9a496-f356-4f9c-b15f-a24cde0408c2" providerId="ADAL" clId="{D610E14A-756D-4778-AAB0-AFD182EFE9D3}" dt="2026-03-26T15:30:33.854" v="1152" actId="478"/>
          <ac:spMkLst>
            <pc:docMk/>
            <pc:sldMk cId="312978219" sldId="269"/>
            <ac:spMk id="12" creationId="{1D0D1150-DA59-730E-C46E-D6CFE60D0A8E}"/>
          </ac:spMkLst>
        </pc:spChg>
        <pc:cxnChg chg="add mod">
          <ac:chgData name="Jordan, Stuart" userId="1bf9a496-f356-4f9c-b15f-a24cde0408c2" providerId="ADAL" clId="{D610E14A-756D-4778-AAB0-AFD182EFE9D3}" dt="2026-03-26T15:29:04.534" v="1117" actId="14100"/>
          <ac:cxnSpMkLst>
            <pc:docMk/>
            <pc:sldMk cId="312978219" sldId="269"/>
            <ac:cxnSpMk id="7" creationId="{B615F149-6F5A-6EF7-68FF-904A99FAEDEF}"/>
          </ac:cxnSpMkLst>
        </pc:cxnChg>
      </pc:sldChg>
      <pc:sldChg chg="add">
        <pc:chgData name="Jordan, Stuart" userId="1bf9a496-f356-4f9c-b15f-a24cde0408c2" providerId="ADAL" clId="{D610E14A-756D-4778-AAB0-AFD182EFE9D3}" dt="2026-03-26T15:30:23.180" v="1149" actId="2890"/>
        <pc:sldMkLst>
          <pc:docMk/>
          <pc:sldMk cId="879684046" sldId="270"/>
        </pc:sldMkLst>
      </pc:sldChg>
      <pc:sldChg chg="addSp modSp add mod">
        <pc:chgData name="Jordan, Stuart" userId="1bf9a496-f356-4f9c-b15f-a24cde0408c2" providerId="ADAL" clId="{D610E14A-756D-4778-AAB0-AFD182EFE9D3}" dt="2026-03-26T15:31:56.135" v="1290" actId="1076"/>
        <pc:sldMkLst>
          <pc:docMk/>
          <pc:sldMk cId="3149032196" sldId="271"/>
        </pc:sldMkLst>
        <pc:spChg chg="add mod">
          <ac:chgData name="Jordan, Stuart" userId="1bf9a496-f356-4f9c-b15f-a24cde0408c2" providerId="ADAL" clId="{D610E14A-756D-4778-AAB0-AFD182EFE9D3}" dt="2026-03-26T15:31:56.135" v="1290" actId="1076"/>
          <ac:spMkLst>
            <pc:docMk/>
            <pc:sldMk cId="3149032196" sldId="271"/>
            <ac:spMk id="6" creationId="{6837AA1D-43D6-50A3-C930-CD85D09CD588}"/>
          </ac:spMkLst>
        </pc:spChg>
      </pc:sldChg>
      <pc:sldChg chg="addSp modSp add del mod">
        <pc:chgData name="Jordan, Stuart" userId="1bf9a496-f356-4f9c-b15f-a24cde0408c2" providerId="ADAL" clId="{D610E14A-756D-4778-AAB0-AFD182EFE9D3}" dt="2026-03-26T15:45:17.123" v="1870" actId="47"/>
        <pc:sldMkLst>
          <pc:docMk/>
          <pc:sldMk cId="569248723" sldId="272"/>
        </pc:sldMkLst>
        <pc:spChg chg="mod">
          <ac:chgData name="Jordan, Stuart" userId="1bf9a496-f356-4f9c-b15f-a24cde0408c2" providerId="ADAL" clId="{D610E14A-756D-4778-AAB0-AFD182EFE9D3}" dt="2026-03-26T15:34:45.898" v="1334" actId="1076"/>
          <ac:spMkLst>
            <pc:docMk/>
            <pc:sldMk cId="569248723" sldId="272"/>
            <ac:spMk id="3" creationId="{A96379A0-1954-A22F-32D7-7495805486D5}"/>
          </ac:spMkLst>
        </pc:spChg>
        <pc:spChg chg="mod">
          <ac:chgData name="Jordan, Stuart" userId="1bf9a496-f356-4f9c-b15f-a24cde0408c2" providerId="ADAL" clId="{D610E14A-756D-4778-AAB0-AFD182EFE9D3}" dt="2026-03-26T15:33:29.003" v="1315" actId="1076"/>
          <ac:spMkLst>
            <pc:docMk/>
            <pc:sldMk cId="569248723" sldId="272"/>
            <ac:spMk id="10" creationId="{F9B21890-1FFF-3183-B2BB-D5F458852953}"/>
          </ac:spMkLst>
        </pc:spChg>
        <pc:spChg chg="add mod">
          <ac:chgData name="Jordan, Stuart" userId="1bf9a496-f356-4f9c-b15f-a24cde0408c2" providerId="ADAL" clId="{D610E14A-756D-4778-AAB0-AFD182EFE9D3}" dt="2026-03-26T15:32:56.759" v="1313" actId="1076"/>
          <ac:spMkLst>
            <pc:docMk/>
            <pc:sldMk cId="569248723" sldId="272"/>
            <ac:spMk id="14" creationId="{99B361C5-28EC-589A-AF5D-58E2E1D65827}"/>
          </ac:spMkLst>
        </pc:spChg>
        <pc:spChg chg="add mod">
          <ac:chgData name="Jordan, Stuart" userId="1bf9a496-f356-4f9c-b15f-a24cde0408c2" providerId="ADAL" clId="{D610E14A-756D-4778-AAB0-AFD182EFE9D3}" dt="2026-03-26T15:34:02.627" v="1323" actId="20577"/>
          <ac:spMkLst>
            <pc:docMk/>
            <pc:sldMk cId="569248723" sldId="272"/>
            <ac:spMk id="15" creationId="{82EC8B54-3F30-3D38-5A94-C710DB33A1AB}"/>
          </ac:spMkLst>
        </pc:spChg>
        <pc:spChg chg="add mod">
          <ac:chgData name="Jordan, Stuart" userId="1bf9a496-f356-4f9c-b15f-a24cde0408c2" providerId="ADAL" clId="{D610E14A-756D-4778-AAB0-AFD182EFE9D3}" dt="2026-03-26T15:35:24.640" v="1341" actId="1076"/>
          <ac:spMkLst>
            <pc:docMk/>
            <pc:sldMk cId="569248723" sldId="272"/>
            <ac:spMk id="16" creationId="{AB709E53-E927-C510-DB49-4842EE3D5BC2}"/>
          </ac:spMkLst>
        </pc:spChg>
        <pc:spChg chg="add mod">
          <ac:chgData name="Jordan, Stuart" userId="1bf9a496-f356-4f9c-b15f-a24cde0408c2" providerId="ADAL" clId="{D610E14A-756D-4778-AAB0-AFD182EFE9D3}" dt="2026-03-26T15:34:46.962" v="1335"/>
          <ac:spMkLst>
            <pc:docMk/>
            <pc:sldMk cId="569248723" sldId="272"/>
            <ac:spMk id="17" creationId="{77DBCD9B-134C-398C-70D2-7D47498C81AD}"/>
          </ac:spMkLst>
        </pc:spChg>
        <pc:spChg chg="add mod">
          <ac:chgData name="Jordan, Stuart" userId="1bf9a496-f356-4f9c-b15f-a24cde0408c2" providerId="ADAL" clId="{D610E14A-756D-4778-AAB0-AFD182EFE9D3}" dt="2026-03-26T15:34:59.319" v="1337" actId="1076"/>
          <ac:spMkLst>
            <pc:docMk/>
            <pc:sldMk cId="569248723" sldId="272"/>
            <ac:spMk id="18" creationId="{ACB4CE3B-B9AD-BEB3-3D9A-F2402B126ECA}"/>
          </ac:spMkLst>
        </pc:spChg>
        <pc:spChg chg="add mod">
          <ac:chgData name="Jordan, Stuart" userId="1bf9a496-f356-4f9c-b15f-a24cde0408c2" providerId="ADAL" clId="{D610E14A-756D-4778-AAB0-AFD182EFE9D3}" dt="2026-03-26T15:44:05.918" v="1862"/>
          <ac:spMkLst>
            <pc:docMk/>
            <pc:sldMk cId="569248723" sldId="272"/>
            <ac:spMk id="21" creationId="{66EDCFCE-0E44-A5A8-2078-DCD807AE3005}"/>
          </ac:spMkLst>
        </pc:spChg>
        <pc:cxnChg chg="add mod">
          <ac:chgData name="Jordan, Stuart" userId="1bf9a496-f356-4f9c-b15f-a24cde0408c2" providerId="ADAL" clId="{D610E14A-756D-4778-AAB0-AFD182EFE9D3}" dt="2026-03-26T15:32:25.587" v="1293" actId="208"/>
          <ac:cxnSpMkLst>
            <pc:docMk/>
            <pc:sldMk cId="569248723" sldId="272"/>
            <ac:cxnSpMk id="13" creationId="{B1F2B59F-AC35-9C07-BEF9-B1CFE637E0FD}"/>
          </ac:cxnSpMkLst>
        </pc:cxnChg>
        <pc:cxnChg chg="add mod">
          <ac:chgData name="Jordan, Stuart" userId="1bf9a496-f356-4f9c-b15f-a24cde0408c2" providerId="ADAL" clId="{D610E14A-756D-4778-AAB0-AFD182EFE9D3}" dt="2026-03-26T15:35:18.464" v="1340" actId="14100"/>
          <ac:cxnSpMkLst>
            <pc:docMk/>
            <pc:sldMk cId="569248723" sldId="272"/>
            <ac:cxnSpMk id="19" creationId="{79CD4385-A61A-8776-342D-92C23F434417}"/>
          </ac:cxnSpMkLst>
        </pc:cxnChg>
      </pc:sldChg>
      <pc:sldChg chg="addSp modSp add del mod">
        <pc:chgData name="Jordan, Stuart" userId="1bf9a496-f356-4f9c-b15f-a24cde0408c2" providerId="ADAL" clId="{D610E14A-756D-4778-AAB0-AFD182EFE9D3}" dt="2026-03-26T15:45:17.123" v="1870" actId="47"/>
        <pc:sldMkLst>
          <pc:docMk/>
          <pc:sldMk cId="3107365313" sldId="273"/>
        </pc:sldMkLst>
        <pc:spChg chg="add mod">
          <ac:chgData name="Jordan, Stuart" userId="1bf9a496-f356-4f9c-b15f-a24cde0408c2" providerId="ADAL" clId="{D610E14A-756D-4778-AAB0-AFD182EFE9D3}" dt="2026-03-26T15:36:38.834" v="1471" actId="20577"/>
          <ac:spMkLst>
            <pc:docMk/>
            <pc:sldMk cId="3107365313" sldId="273"/>
            <ac:spMk id="8" creationId="{3A5054F8-E56C-6FAA-4129-D83DC5298437}"/>
          </ac:spMkLst>
        </pc:spChg>
      </pc:sldChg>
      <pc:sldChg chg="add del">
        <pc:chgData name="Jordan, Stuart" userId="1bf9a496-f356-4f9c-b15f-a24cde0408c2" providerId="ADAL" clId="{D610E14A-756D-4778-AAB0-AFD182EFE9D3}" dt="2026-03-26T15:45:21.985" v="1871" actId="47"/>
        <pc:sldMkLst>
          <pc:docMk/>
          <pc:sldMk cId="4104238516" sldId="274"/>
        </pc:sldMkLst>
      </pc:sldChg>
      <pc:sldChg chg="addSp modSp add mod">
        <pc:chgData name="Jordan, Stuart" userId="1bf9a496-f356-4f9c-b15f-a24cde0408c2" providerId="ADAL" clId="{D610E14A-756D-4778-AAB0-AFD182EFE9D3}" dt="2026-03-26T15:38:36.241" v="1516" actId="1076"/>
        <pc:sldMkLst>
          <pc:docMk/>
          <pc:sldMk cId="4175311348" sldId="275"/>
        </pc:sldMkLst>
        <pc:spChg chg="mod">
          <ac:chgData name="Jordan, Stuart" userId="1bf9a496-f356-4f9c-b15f-a24cde0408c2" providerId="ADAL" clId="{D610E14A-756D-4778-AAB0-AFD182EFE9D3}" dt="2026-03-26T15:38:03.135" v="1483" actId="1076"/>
          <ac:spMkLst>
            <pc:docMk/>
            <pc:sldMk cId="4175311348" sldId="275"/>
            <ac:spMk id="3" creationId="{D6779B6E-CAD8-53AE-8FAE-CBEECD6BA445}"/>
          </ac:spMkLst>
        </pc:spChg>
        <pc:spChg chg="add mod">
          <ac:chgData name="Jordan, Stuart" userId="1bf9a496-f356-4f9c-b15f-a24cde0408c2" providerId="ADAL" clId="{D610E14A-756D-4778-AAB0-AFD182EFE9D3}" dt="2026-03-26T15:37:26.237" v="1474"/>
          <ac:spMkLst>
            <pc:docMk/>
            <pc:sldMk cId="4175311348" sldId="275"/>
            <ac:spMk id="8" creationId="{31D83CF4-4866-6618-5117-9B3533824204}"/>
          </ac:spMkLst>
        </pc:spChg>
        <pc:spChg chg="add mod">
          <ac:chgData name="Jordan, Stuart" userId="1bf9a496-f356-4f9c-b15f-a24cde0408c2" providerId="ADAL" clId="{D610E14A-756D-4778-AAB0-AFD182EFE9D3}" dt="2026-03-26T15:37:26.237" v="1474"/>
          <ac:spMkLst>
            <pc:docMk/>
            <pc:sldMk cId="4175311348" sldId="275"/>
            <ac:spMk id="13" creationId="{7EB91F02-9D51-48C6-B0C5-E0C382912A8E}"/>
          </ac:spMkLst>
        </pc:spChg>
        <pc:spChg chg="add mod">
          <ac:chgData name="Jordan, Stuart" userId="1bf9a496-f356-4f9c-b15f-a24cde0408c2" providerId="ADAL" clId="{D610E14A-756D-4778-AAB0-AFD182EFE9D3}" dt="2026-03-26T15:37:49.480" v="1480" actId="20577"/>
          <ac:spMkLst>
            <pc:docMk/>
            <pc:sldMk cId="4175311348" sldId="275"/>
            <ac:spMk id="16" creationId="{31C62C6A-60EE-5E61-B6EB-7A2181F1A83C}"/>
          </ac:spMkLst>
        </pc:spChg>
        <pc:spChg chg="add mod">
          <ac:chgData name="Jordan, Stuart" userId="1bf9a496-f356-4f9c-b15f-a24cde0408c2" providerId="ADAL" clId="{D610E14A-756D-4778-AAB0-AFD182EFE9D3}" dt="2026-03-26T15:38:18.609" v="1498" actId="1076"/>
          <ac:spMkLst>
            <pc:docMk/>
            <pc:sldMk cId="4175311348" sldId="275"/>
            <ac:spMk id="17" creationId="{769675C8-5506-0709-FC48-0B69A6A3A8CB}"/>
          </ac:spMkLst>
        </pc:spChg>
        <pc:spChg chg="add mod">
          <ac:chgData name="Jordan, Stuart" userId="1bf9a496-f356-4f9c-b15f-a24cde0408c2" providerId="ADAL" clId="{D610E14A-756D-4778-AAB0-AFD182EFE9D3}" dt="2026-03-26T15:38:29.421" v="1514" actId="20577"/>
          <ac:spMkLst>
            <pc:docMk/>
            <pc:sldMk cId="4175311348" sldId="275"/>
            <ac:spMk id="18" creationId="{E064BE50-6D9F-57C3-2003-0925A430E118}"/>
          </ac:spMkLst>
        </pc:spChg>
        <pc:spChg chg="add mod">
          <ac:chgData name="Jordan, Stuart" userId="1bf9a496-f356-4f9c-b15f-a24cde0408c2" providerId="ADAL" clId="{D610E14A-756D-4778-AAB0-AFD182EFE9D3}" dt="2026-03-26T15:38:36.241" v="1516" actId="1076"/>
          <ac:spMkLst>
            <pc:docMk/>
            <pc:sldMk cId="4175311348" sldId="275"/>
            <ac:spMk id="19" creationId="{D8841746-8C11-8ECC-C948-FE4501C86EAB}"/>
          </ac:spMkLst>
        </pc:spChg>
        <pc:cxnChg chg="add mod">
          <ac:chgData name="Jordan, Stuart" userId="1bf9a496-f356-4f9c-b15f-a24cde0408c2" providerId="ADAL" clId="{D610E14A-756D-4778-AAB0-AFD182EFE9D3}" dt="2026-03-26T15:37:26.237" v="1474"/>
          <ac:cxnSpMkLst>
            <pc:docMk/>
            <pc:sldMk cId="4175311348" sldId="275"/>
            <ac:cxnSpMk id="14" creationId="{89638553-B169-0DCA-D864-560245C71E6A}"/>
          </ac:cxnSpMkLst>
        </pc:cxnChg>
        <pc:cxnChg chg="add mod">
          <ac:chgData name="Jordan, Stuart" userId="1bf9a496-f356-4f9c-b15f-a24cde0408c2" providerId="ADAL" clId="{D610E14A-756D-4778-AAB0-AFD182EFE9D3}" dt="2026-03-26T15:37:38.276" v="1476" actId="1076"/>
          <ac:cxnSpMkLst>
            <pc:docMk/>
            <pc:sldMk cId="4175311348" sldId="275"/>
            <ac:cxnSpMk id="15" creationId="{CE633C54-F8B2-41F6-7EB1-755071F7F6DB}"/>
          </ac:cxnSpMkLst>
        </pc:cxnChg>
      </pc:sldChg>
      <pc:sldChg chg="addSp modSp add mod">
        <pc:chgData name="Jordan, Stuart" userId="1bf9a496-f356-4f9c-b15f-a24cde0408c2" providerId="ADAL" clId="{D610E14A-756D-4778-AAB0-AFD182EFE9D3}" dt="2026-03-26T15:40:30.714" v="1578"/>
        <pc:sldMkLst>
          <pc:docMk/>
          <pc:sldMk cId="3521729091" sldId="276"/>
        </pc:sldMkLst>
        <pc:spChg chg="add mod">
          <ac:chgData name="Jordan, Stuart" userId="1bf9a496-f356-4f9c-b15f-a24cde0408c2" providerId="ADAL" clId="{D610E14A-756D-4778-AAB0-AFD182EFE9D3}" dt="2026-03-26T15:40:16.011" v="1575"/>
          <ac:spMkLst>
            <pc:docMk/>
            <pc:sldMk cId="3521729091" sldId="276"/>
            <ac:spMk id="20" creationId="{3C9D832E-2542-0A3D-B5D3-60BD760C5154}"/>
          </ac:spMkLst>
        </pc:spChg>
        <pc:spChg chg="add mod">
          <ac:chgData name="Jordan, Stuart" userId="1bf9a496-f356-4f9c-b15f-a24cde0408c2" providerId="ADAL" clId="{D610E14A-756D-4778-AAB0-AFD182EFE9D3}" dt="2026-03-26T15:40:30.714" v="1578"/>
          <ac:spMkLst>
            <pc:docMk/>
            <pc:sldMk cId="3521729091" sldId="276"/>
            <ac:spMk id="21" creationId="{783FF982-A53C-29EA-8AF9-93BA9EB4A9C3}"/>
          </ac:spMkLst>
        </pc:spChg>
      </pc:sldChg>
      <pc:sldChg chg="addSp modSp add mod">
        <pc:chgData name="Jordan, Stuart" userId="1bf9a496-f356-4f9c-b15f-a24cde0408c2" providerId="ADAL" clId="{D610E14A-756D-4778-AAB0-AFD182EFE9D3}" dt="2026-03-26T15:42:22.127" v="1765" actId="20577"/>
        <pc:sldMkLst>
          <pc:docMk/>
          <pc:sldMk cId="3555435229" sldId="277"/>
        </pc:sldMkLst>
        <pc:spChg chg="add mod">
          <ac:chgData name="Jordan, Stuart" userId="1bf9a496-f356-4f9c-b15f-a24cde0408c2" providerId="ADAL" clId="{D610E14A-756D-4778-AAB0-AFD182EFE9D3}" dt="2026-03-26T15:42:22.127" v="1765" actId="20577"/>
          <ac:spMkLst>
            <pc:docMk/>
            <pc:sldMk cId="3555435229" sldId="277"/>
            <ac:spMk id="22" creationId="{57276B3B-BCE4-E63F-DE90-C1D990DAA855}"/>
          </ac:spMkLst>
        </pc:spChg>
      </pc:sldChg>
      <pc:sldChg chg="modSp add mod">
        <pc:chgData name="Jordan, Stuart" userId="1bf9a496-f356-4f9c-b15f-a24cde0408c2" providerId="ADAL" clId="{D610E14A-756D-4778-AAB0-AFD182EFE9D3}" dt="2026-03-26T15:43:01.166" v="1855" actId="20577"/>
        <pc:sldMkLst>
          <pc:docMk/>
          <pc:sldMk cId="2949142693" sldId="278"/>
        </pc:sldMkLst>
        <pc:spChg chg="mod">
          <ac:chgData name="Jordan, Stuart" userId="1bf9a496-f356-4f9c-b15f-a24cde0408c2" providerId="ADAL" clId="{D610E14A-756D-4778-AAB0-AFD182EFE9D3}" dt="2026-03-26T15:43:01.166" v="1855" actId="20577"/>
          <ac:spMkLst>
            <pc:docMk/>
            <pc:sldMk cId="2949142693" sldId="278"/>
            <ac:spMk id="22" creationId="{6DB7B96E-0F91-3D88-9690-B4DBE84208F6}"/>
          </ac:spMkLst>
        </pc:spChg>
      </pc:sldChg>
      <pc:sldChg chg="delSp add mod">
        <pc:chgData name="Jordan, Stuart" userId="1bf9a496-f356-4f9c-b15f-a24cde0408c2" providerId="ADAL" clId="{D610E14A-756D-4778-AAB0-AFD182EFE9D3}" dt="2026-03-26T15:43:31.291" v="1859" actId="478"/>
        <pc:sldMkLst>
          <pc:docMk/>
          <pc:sldMk cId="496695490" sldId="279"/>
        </pc:sldMkLst>
        <pc:spChg chg="del">
          <ac:chgData name="Jordan, Stuart" userId="1bf9a496-f356-4f9c-b15f-a24cde0408c2" providerId="ADAL" clId="{D610E14A-756D-4778-AAB0-AFD182EFE9D3}" dt="2026-03-26T15:43:29.523" v="1858" actId="478"/>
          <ac:spMkLst>
            <pc:docMk/>
            <pc:sldMk cId="496695490" sldId="279"/>
            <ac:spMk id="20" creationId="{6263453E-9570-9729-6D36-329D495CA75C}"/>
          </ac:spMkLst>
        </pc:spChg>
        <pc:spChg chg="del">
          <ac:chgData name="Jordan, Stuart" userId="1bf9a496-f356-4f9c-b15f-a24cde0408c2" providerId="ADAL" clId="{D610E14A-756D-4778-AAB0-AFD182EFE9D3}" dt="2026-03-26T15:43:31.291" v="1859" actId="478"/>
          <ac:spMkLst>
            <pc:docMk/>
            <pc:sldMk cId="496695490" sldId="279"/>
            <ac:spMk id="21" creationId="{585860FF-1D86-08AF-646D-013F0FA06E30}"/>
          </ac:spMkLst>
        </pc:spChg>
        <pc:spChg chg="del">
          <ac:chgData name="Jordan, Stuart" userId="1bf9a496-f356-4f9c-b15f-a24cde0408c2" providerId="ADAL" clId="{D610E14A-756D-4778-AAB0-AFD182EFE9D3}" dt="2026-03-26T15:43:16.220" v="1857" actId="478"/>
          <ac:spMkLst>
            <pc:docMk/>
            <pc:sldMk cId="496695490" sldId="279"/>
            <ac:spMk id="22" creationId="{75BE8467-7512-1664-A0F2-C69D2F6D00C4}"/>
          </ac:spMkLst>
        </pc:spChg>
      </pc:sldChg>
      <pc:sldChg chg="addSp modSp add">
        <pc:chgData name="Jordan, Stuart" userId="1bf9a496-f356-4f9c-b15f-a24cde0408c2" providerId="ADAL" clId="{D610E14A-756D-4778-AAB0-AFD182EFE9D3}" dt="2026-03-26T15:43:53.692" v="1861"/>
        <pc:sldMkLst>
          <pc:docMk/>
          <pc:sldMk cId="3997009554" sldId="280"/>
        </pc:sldMkLst>
        <pc:spChg chg="add mod">
          <ac:chgData name="Jordan, Stuart" userId="1bf9a496-f356-4f9c-b15f-a24cde0408c2" providerId="ADAL" clId="{D610E14A-756D-4778-AAB0-AFD182EFE9D3}" dt="2026-03-26T15:43:53.692" v="1861"/>
          <ac:spMkLst>
            <pc:docMk/>
            <pc:sldMk cId="3997009554" sldId="280"/>
            <ac:spMk id="21" creationId="{EB191F6B-656E-5795-04CD-46EE701FF7AC}"/>
          </ac:spMkLst>
        </pc:spChg>
        <pc:spChg chg="add mod">
          <ac:chgData name="Jordan, Stuart" userId="1bf9a496-f356-4f9c-b15f-a24cde0408c2" providerId="ADAL" clId="{D610E14A-756D-4778-AAB0-AFD182EFE9D3}" dt="2026-03-26T15:43:53.692" v="1861"/>
          <ac:spMkLst>
            <pc:docMk/>
            <pc:sldMk cId="3997009554" sldId="280"/>
            <ac:spMk id="22" creationId="{9ED390BC-D514-776C-633D-AF7CE809E0AE}"/>
          </ac:spMkLst>
        </pc:spChg>
        <pc:cxnChg chg="add mod">
          <ac:chgData name="Jordan, Stuart" userId="1bf9a496-f356-4f9c-b15f-a24cde0408c2" providerId="ADAL" clId="{D610E14A-756D-4778-AAB0-AFD182EFE9D3}" dt="2026-03-26T15:43:53.692" v="1861"/>
          <ac:cxnSpMkLst>
            <pc:docMk/>
            <pc:sldMk cId="3997009554" sldId="280"/>
            <ac:cxnSpMk id="20" creationId="{502B62BE-E5A9-648A-3839-F130C801DD9F}"/>
          </ac:cxnSpMkLst>
        </pc:cxnChg>
      </pc:sldChg>
      <pc:sldChg chg="addSp modSp add">
        <pc:chgData name="Jordan, Stuart" userId="1bf9a496-f356-4f9c-b15f-a24cde0408c2" providerId="ADAL" clId="{D610E14A-756D-4778-AAB0-AFD182EFE9D3}" dt="2026-03-26T15:44:31.722" v="1868" actId="113"/>
        <pc:sldMkLst>
          <pc:docMk/>
          <pc:sldMk cId="871651422" sldId="281"/>
        </pc:sldMkLst>
        <pc:spChg chg="add mod">
          <ac:chgData name="Jordan, Stuart" userId="1bf9a496-f356-4f9c-b15f-a24cde0408c2" providerId="ADAL" clId="{D610E14A-756D-4778-AAB0-AFD182EFE9D3}" dt="2026-03-26T15:44:31.722" v="1868" actId="113"/>
          <ac:spMkLst>
            <pc:docMk/>
            <pc:sldMk cId="871651422" sldId="281"/>
            <ac:spMk id="23" creationId="{494A218F-AABC-BFF8-9561-26BE7A8E11EB}"/>
          </ac:spMkLst>
        </pc:spChg>
      </pc:sldChg>
      <pc:sldChg chg="addSp modSp add mod">
        <pc:chgData name="Jordan, Stuart" userId="1bf9a496-f356-4f9c-b15f-a24cde0408c2" providerId="ADAL" clId="{D610E14A-756D-4778-AAB0-AFD182EFE9D3}" dt="2026-03-26T15:47:21.731" v="1887" actId="1076"/>
        <pc:sldMkLst>
          <pc:docMk/>
          <pc:sldMk cId="1200133159" sldId="282"/>
        </pc:sldMkLst>
        <pc:spChg chg="add mod">
          <ac:chgData name="Jordan, Stuart" userId="1bf9a496-f356-4f9c-b15f-a24cde0408c2" providerId="ADAL" clId="{D610E14A-756D-4778-AAB0-AFD182EFE9D3}" dt="2026-03-26T15:46:25.831" v="1875" actId="1076"/>
          <ac:spMkLst>
            <pc:docMk/>
            <pc:sldMk cId="1200133159" sldId="282"/>
            <ac:spMk id="25" creationId="{C221C04E-40E5-D9E2-2A07-D6F4134F5251}"/>
          </ac:spMkLst>
        </pc:spChg>
        <pc:spChg chg="add mod">
          <ac:chgData name="Jordan, Stuart" userId="1bf9a496-f356-4f9c-b15f-a24cde0408c2" providerId="ADAL" clId="{D610E14A-756D-4778-AAB0-AFD182EFE9D3}" dt="2026-03-26T15:47:21.731" v="1887" actId="1076"/>
          <ac:spMkLst>
            <pc:docMk/>
            <pc:sldMk cId="1200133159" sldId="282"/>
            <ac:spMk id="26" creationId="{F5C4F3E4-1680-0DCF-6B8E-6EA53931EF68}"/>
          </ac:spMkLst>
        </pc:spChg>
        <pc:cxnChg chg="add mod">
          <ac:chgData name="Jordan, Stuart" userId="1bf9a496-f356-4f9c-b15f-a24cde0408c2" providerId="ADAL" clId="{D610E14A-756D-4778-AAB0-AFD182EFE9D3}" dt="2026-03-26T15:46:14.416" v="1873" actId="1076"/>
          <ac:cxnSpMkLst>
            <pc:docMk/>
            <pc:sldMk cId="1200133159" sldId="282"/>
            <ac:cxnSpMk id="24" creationId="{7FD15068-A63D-75C7-4C5E-CFD2900432A6}"/>
          </ac:cxnSpMkLst>
        </pc:cxnChg>
      </pc:sldChg>
      <pc:sldChg chg="addSp modSp add mod">
        <pc:chgData name="Jordan, Stuart" userId="1bf9a496-f356-4f9c-b15f-a24cde0408c2" providerId="ADAL" clId="{D610E14A-756D-4778-AAB0-AFD182EFE9D3}" dt="2026-03-26T15:48:10.956" v="1936" actId="20577"/>
        <pc:sldMkLst>
          <pc:docMk/>
          <pc:sldMk cId="1093246177" sldId="283"/>
        </pc:sldMkLst>
        <pc:spChg chg="add mod">
          <ac:chgData name="Jordan, Stuart" userId="1bf9a496-f356-4f9c-b15f-a24cde0408c2" providerId="ADAL" clId="{D610E14A-756D-4778-AAB0-AFD182EFE9D3}" dt="2026-03-26T15:48:10.956" v="1936" actId="20577"/>
          <ac:spMkLst>
            <pc:docMk/>
            <pc:sldMk cId="1093246177" sldId="283"/>
            <ac:spMk id="27" creationId="{185960AD-DC94-7D63-589B-FE46410AF027}"/>
          </ac:spMkLst>
        </pc:spChg>
      </pc:sldChg>
      <pc:sldChg chg="addSp modSp add mod">
        <pc:chgData name="Jordan, Stuart" userId="1bf9a496-f356-4f9c-b15f-a24cde0408c2" providerId="ADAL" clId="{D610E14A-756D-4778-AAB0-AFD182EFE9D3}" dt="2026-03-26T15:49:37.040" v="1954" actId="14100"/>
        <pc:sldMkLst>
          <pc:docMk/>
          <pc:sldMk cId="25071168" sldId="284"/>
        </pc:sldMkLst>
        <pc:spChg chg="add mod">
          <ac:chgData name="Jordan, Stuart" userId="1bf9a496-f356-4f9c-b15f-a24cde0408c2" providerId="ADAL" clId="{D610E14A-756D-4778-AAB0-AFD182EFE9D3}" dt="2026-03-26T15:48:54.781" v="1939" actId="1076"/>
          <ac:spMkLst>
            <pc:docMk/>
            <pc:sldMk cId="25071168" sldId="284"/>
            <ac:spMk id="28" creationId="{1327CC89-A47B-1239-2455-B55916D21E3E}"/>
          </ac:spMkLst>
        </pc:spChg>
        <pc:spChg chg="add mod">
          <ac:chgData name="Jordan, Stuart" userId="1bf9a496-f356-4f9c-b15f-a24cde0408c2" providerId="ADAL" clId="{D610E14A-756D-4778-AAB0-AFD182EFE9D3}" dt="2026-03-26T15:49:37.040" v="1954" actId="14100"/>
          <ac:spMkLst>
            <pc:docMk/>
            <pc:sldMk cId="25071168" sldId="284"/>
            <ac:spMk id="29" creationId="{94AC5D7B-9222-B00C-3564-F81A0A361624}"/>
          </ac:spMkLst>
        </pc:spChg>
      </pc:sldChg>
      <pc:sldChg chg="addSp delSp modSp add del mod">
        <pc:chgData name="Jordan, Stuart" userId="1bf9a496-f356-4f9c-b15f-a24cde0408c2" providerId="ADAL" clId="{D610E14A-756D-4778-AAB0-AFD182EFE9D3}" dt="2026-03-26T16:00:11.010" v="2351" actId="47"/>
        <pc:sldMkLst>
          <pc:docMk/>
          <pc:sldMk cId="495615535" sldId="285"/>
        </pc:sldMkLst>
        <pc:spChg chg="del">
          <ac:chgData name="Jordan, Stuart" userId="1bf9a496-f356-4f9c-b15f-a24cde0408c2" providerId="ADAL" clId="{D610E14A-756D-4778-AAB0-AFD182EFE9D3}" dt="2026-03-26T15:50:33.824" v="1956" actId="478"/>
          <ac:spMkLst>
            <pc:docMk/>
            <pc:sldMk cId="495615535" sldId="285"/>
            <ac:spMk id="6" creationId="{34480D36-2F27-3A22-DAE0-E4FA48E0911B}"/>
          </ac:spMkLst>
        </pc:spChg>
        <pc:spChg chg="del">
          <ac:chgData name="Jordan, Stuart" userId="1bf9a496-f356-4f9c-b15f-a24cde0408c2" providerId="ADAL" clId="{D610E14A-756D-4778-AAB0-AFD182EFE9D3}" dt="2026-03-26T15:50:35.081" v="1957" actId="478"/>
          <ac:spMkLst>
            <pc:docMk/>
            <pc:sldMk cId="495615535" sldId="285"/>
            <ac:spMk id="23" creationId="{1E508C27-8362-8F2C-98F8-F0B8445A3873}"/>
          </ac:spMkLst>
        </pc:spChg>
        <pc:spChg chg="del">
          <ac:chgData name="Jordan, Stuart" userId="1bf9a496-f356-4f9c-b15f-a24cde0408c2" providerId="ADAL" clId="{D610E14A-756D-4778-AAB0-AFD182EFE9D3}" dt="2026-03-26T15:50:36.953" v="1958" actId="478"/>
          <ac:spMkLst>
            <pc:docMk/>
            <pc:sldMk cId="495615535" sldId="285"/>
            <ac:spMk id="27" creationId="{E09DBA89-099D-0F72-B0BA-C74ACB2396B1}"/>
          </ac:spMkLst>
        </pc:spChg>
        <pc:spChg chg="add mod">
          <ac:chgData name="Jordan, Stuart" userId="1bf9a496-f356-4f9c-b15f-a24cde0408c2" providerId="ADAL" clId="{D610E14A-756D-4778-AAB0-AFD182EFE9D3}" dt="2026-03-26T15:50:53.686" v="1960" actId="207"/>
          <ac:spMkLst>
            <pc:docMk/>
            <pc:sldMk cId="495615535" sldId="285"/>
            <ac:spMk id="30" creationId="{A6ABA923-3C70-9CC9-16AD-787C7E43F847}"/>
          </ac:spMkLst>
        </pc:spChg>
      </pc:sldChg>
      <pc:sldChg chg="addSp delSp modSp add mod">
        <pc:chgData name="Jordan, Stuart" userId="1bf9a496-f356-4f9c-b15f-a24cde0408c2" providerId="ADAL" clId="{D610E14A-756D-4778-AAB0-AFD182EFE9D3}" dt="2026-03-26T16:00:23.970" v="2352" actId="113"/>
        <pc:sldMkLst>
          <pc:docMk/>
          <pc:sldMk cId="647517019" sldId="286"/>
        </pc:sldMkLst>
        <pc:spChg chg="add mod">
          <ac:chgData name="Jordan, Stuart" userId="1bf9a496-f356-4f9c-b15f-a24cde0408c2" providerId="ADAL" clId="{D610E14A-756D-4778-AAB0-AFD182EFE9D3}" dt="2026-03-26T15:51:49.585" v="2146" actId="20577"/>
          <ac:spMkLst>
            <pc:docMk/>
            <pc:sldMk cId="647517019" sldId="286"/>
            <ac:spMk id="6" creationId="{36F85D5C-C9D1-DE98-C7B7-9BE3D643DE0E}"/>
          </ac:spMkLst>
        </pc:spChg>
        <pc:spChg chg="add mod">
          <ac:chgData name="Jordan, Stuart" userId="1bf9a496-f356-4f9c-b15f-a24cde0408c2" providerId="ADAL" clId="{D610E14A-756D-4778-AAB0-AFD182EFE9D3}" dt="2026-03-26T15:52:06.785" v="2149" actId="207"/>
          <ac:spMkLst>
            <pc:docMk/>
            <pc:sldMk cId="647517019" sldId="286"/>
            <ac:spMk id="23" creationId="{B1C93100-87E9-DF55-0474-11C89AA21EF6}"/>
          </ac:spMkLst>
        </pc:spChg>
        <pc:spChg chg="add mod">
          <ac:chgData name="Jordan, Stuart" userId="1bf9a496-f356-4f9c-b15f-a24cde0408c2" providerId="ADAL" clId="{D610E14A-756D-4778-AAB0-AFD182EFE9D3}" dt="2026-03-26T16:00:23.970" v="2352" actId="113"/>
          <ac:spMkLst>
            <pc:docMk/>
            <pc:sldMk cId="647517019" sldId="286"/>
            <ac:spMk id="27" creationId="{7039F0F5-A372-ECB4-8566-C6E8E765418B}"/>
          </ac:spMkLst>
        </pc:spChg>
        <pc:spChg chg="del">
          <ac:chgData name="Jordan, Stuart" userId="1bf9a496-f356-4f9c-b15f-a24cde0408c2" providerId="ADAL" clId="{D610E14A-756D-4778-AAB0-AFD182EFE9D3}" dt="2026-03-26T15:51:57.606" v="2147" actId="478"/>
          <ac:spMkLst>
            <pc:docMk/>
            <pc:sldMk cId="647517019" sldId="286"/>
            <ac:spMk id="30" creationId="{DA203AAB-A3F0-EB65-4890-990C9D46D68A}"/>
          </ac:spMkLst>
        </pc:spChg>
      </pc:sldChg>
      <pc:sldChg chg="addSp modSp add mod">
        <pc:chgData name="Jordan, Stuart" userId="1bf9a496-f356-4f9c-b15f-a24cde0408c2" providerId="ADAL" clId="{D610E14A-756D-4778-AAB0-AFD182EFE9D3}" dt="2026-03-26T16:02:09.995" v="2577" actId="20577"/>
        <pc:sldMkLst>
          <pc:docMk/>
          <pc:sldMk cId="3831695834" sldId="287"/>
        </pc:sldMkLst>
        <pc:spChg chg="add mod">
          <ac:chgData name="Jordan, Stuart" userId="1bf9a496-f356-4f9c-b15f-a24cde0408c2" providerId="ADAL" clId="{D610E14A-756D-4778-AAB0-AFD182EFE9D3}" dt="2026-03-26T16:02:09.995" v="2577" actId="20577"/>
          <ac:spMkLst>
            <pc:docMk/>
            <pc:sldMk cId="3831695834" sldId="287"/>
            <ac:spMk id="30" creationId="{377BBBB4-967A-953A-AE82-FD645BC4B97A}"/>
          </ac:spMkLst>
        </pc:spChg>
      </pc:sldChg>
      <pc:sldChg chg="addSp modSp add mod">
        <pc:chgData name="Jordan, Stuart" userId="1bf9a496-f356-4f9c-b15f-a24cde0408c2" providerId="ADAL" clId="{D610E14A-756D-4778-AAB0-AFD182EFE9D3}" dt="2026-03-26T16:04:55.152" v="3012" actId="20577"/>
        <pc:sldMkLst>
          <pc:docMk/>
          <pc:sldMk cId="2725900548" sldId="288"/>
        </pc:sldMkLst>
        <pc:spChg chg="mod">
          <ac:chgData name="Jordan, Stuart" userId="1bf9a496-f356-4f9c-b15f-a24cde0408c2" providerId="ADAL" clId="{D610E14A-756D-4778-AAB0-AFD182EFE9D3}" dt="2026-03-26T16:02:33.864" v="2579" actId="1076"/>
          <ac:spMkLst>
            <pc:docMk/>
            <pc:sldMk cId="2725900548" sldId="288"/>
            <ac:spMk id="23" creationId="{45E1957E-0D9C-8161-5C07-8A2FD88F3202}"/>
          </ac:spMkLst>
        </pc:spChg>
        <pc:spChg chg="add mod">
          <ac:chgData name="Jordan, Stuart" userId="1bf9a496-f356-4f9c-b15f-a24cde0408c2" providerId="ADAL" clId="{D610E14A-756D-4778-AAB0-AFD182EFE9D3}" dt="2026-03-26T16:04:55.152" v="3012" actId="20577"/>
          <ac:spMkLst>
            <pc:docMk/>
            <pc:sldMk cId="2725900548" sldId="288"/>
            <ac:spMk id="31" creationId="{1F40A765-0924-A20C-33D0-C7B9AF3FF8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9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4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8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2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3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8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8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7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2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4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184EDF6-158F-4D83-9580-1B1DEB71862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ABAEC73-2A44-40E9-B629-8657B4369F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03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png"/><Relationship Id="rId5" Type="http://schemas.openxmlformats.org/officeDocument/2006/relationships/image" Target="../media/image7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9E73-282D-B398-2F1C-8D376ED7C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76400"/>
            <a:ext cx="4000500" cy="928688"/>
          </a:xfrm>
        </p:spPr>
        <p:txBody>
          <a:bodyPr/>
          <a:lstStyle/>
          <a:p>
            <a:r>
              <a:rPr lang="en-US"/>
              <a:t>Coup Traps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CCC97-1CC6-8AAF-64C9-5FA8B05B3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3573463"/>
            <a:ext cx="5562600" cy="893762"/>
          </a:xfrm>
        </p:spPr>
        <p:txBody>
          <a:bodyPr/>
          <a:lstStyle/>
          <a:p>
            <a:r>
              <a:rPr lang="en-US"/>
              <a:t>How failed coup attempts can make additional coup attemps more likely.</a:t>
            </a:r>
          </a:p>
        </p:txBody>
      </p:sp>
    </p:spTree>
    <p:extLst>
      <p:ext uri="{BB962C8B-B14F-4D97-AF65-F5344CB8AC3E}">
        <p14:creationId xmlns:p14="http://schemas.microsoft.com/office/powerpoint/2010/main" val="121761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384A75-BE6C-AB9D-48A9-464A096BC903}"/>
              </a:ext>
            </a:extLst>
          </p:cNvPr>
          <p:cNvSpPr txBox="1"/>
          <p:nvPr/>
        </p:nvSpPr>
        <p:spPr>
          <a:xfrm>
            <a:off x="2424953" y="2590800"/>
            <a:ext cx="7342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Inspired by Andrew T. Little (2017) “Coordination, Learning, and Coups.”</a:t>
            </a:r>
          </a:p>
          <a:p>
            <a:r>
              <a:rPr lang="en-US" i="1" dirty="0"/>
              <a:t>Journal of Conflict Resolution</a:t>
            </a:r>
            <a:r>
              <a:rPr lang="en-US" dirty="0"/>
              <a:t> 61(1): 204-234.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4951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AE5A193-B408-4A12-0099-CD9561E140E7}"/>
              </a:ext>
            </a:extLst>
          </p:cNvPr>
          <p:cNvSpPr/>
          <p:nvPr/>
        </p:nvSpPr>
        <p:spPr>
          <a:xfrm>
            <a:off x="1039906" y="1021976"/>
            <a:ext cx="430306" cy="439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3C114-88C0-EFAC-073B-5BACCC9BB2D4}"/>
              </a:ext>
            </a:extLst>
          </p:cNvPr>
          <p:cNvSpPr txBox="1"/>
          <p:nvPr/>
        </p:nvSpPr>
        <p:spPr>
          <a:xfrm rot="20935015">
            <a:off x="1725633" y="417729"/>
            <a:ext cx="371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a military officer </a:t>
            </a:r>
            <a:r>
              <a:rPr lang="en-US"/>
              <a:t>who would like to participate in a coup attempt IF it would be successful.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45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4FFE-D145-BC06-DF90-147CB6E0B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DAE12E3-B805-1181-8662-42CD55ACE76F}"/>
              </a:ext>
            </a:extLst>
          </p:cNvPr>
          <p:cNvSpPr/>
          <p:nvPr/>
        </p:nvSpPr>
        <p:spPr>
          <a:xfrm>
            <a:off x="1039906" y="1021976"/>
            <a:ext cx="430306" cy="439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26308-1FDB-6FFA-D39E-7E1782958DF9}"/>
              </a:ext>
            </a:extLst>
          </p:cNvPr>
          <p:cNvSpPr txBox="1"/>
          <p:nvPr/>
        </p:nvSpPr>
        <p:spPr>
          <a:xfrm>
            <a:off x="4486835" y="1794373"/>
            <a:ext cx="321833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If a coup starts, some of her fellow officers will join the cause...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1220EDE-1173-BDB3-A63D-9268916EF497}"/>
              </a:ext>
            </a:extLst>
          </p:cNvPr>
          <p:cNvSpPr/>
          <p:nvPr/>
        </p:nvSpPr>
        <p:spPr>
          <a:xfrm>
            <a:off x="439271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6B26C3-104D-6797-9839-7360A09A4449}"/>
              </a:ext>
            </a:extLst>
          </p:cNvPr>
          <p:cNvSpPr/>
          <p:nvPr/>
        </p:nvSpPr>
        <p:spPr>
          <a:xfrm>
            <a:off x="1192306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DE0105-E00B-43B2-482C-77B92943B8D0}"/>
              </a:ext>
            </a:extLst>
          </p:cNvPr>
          <p:cNvSpPr/>
          <p:nvPr/>
        </p:nvSpPr>
        <p:spPr>
          <a:xfrm>
            <a:off x="194534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0021EF-C97C-CB4D-F6CA-DB9A40EB9EBC}"/>
              </a:ext>
            </a:extLst>
          </p:cNvPr>
          <p:cNvSpPr/>
          <p:nvPr/>
        </p:nvSpPr>
        <p:spPr>
          <a:xfrm>
            <a:off x="2698376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22F6C3-8886-45E6-D7BA-73BC7CF93880}"/>
              </a:ext>
            </a:extLst>
          </p:cNvPr>
          <p:cNvSpPr/>
          <p:nvPr/>
        </p:nvSpPr>
        <p:spPr>
          <a:xfrm>
            <a:off x="345141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865326-1258-64E3-7A07-43A65C7FFC08}"/>
              </a:ext>
            </a:extLst>
          </p:cNvPr>
          <p:cNvSpPr/>
          <p:nvPr/>
        </p:nvSpPr>
        <p:spPr>
          <a:xfrm>
            <a:off x="4204446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235D981-0323-14A9-EA25-FE07ABD78CFB}"/>
              </a:ext>
            </a:extLst>
          </p:cNvPr>
          <p:cNvSpPr/>
          <p:nvPr/>
        </p:nvSpPr>
        <p:spPr>
          <a:xfrm>
            <a:off x="4957481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1DC721-1B35-A63E-2AF5-5F9C7B6E6708}"/>
              </a:ext>
            </a:extLst>
          </p:cNvPr>
          <p:cNvSpPr/>
          <p:nvPr/>
        </p:nvSpPr>
        <p:spPr>
          <a:xfrm>
            <a:off x="5710516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74F536-3C21-73EA-D8B8-DE7E0E4D49D3}"/>
              </a:ext>
            </a:extLst>
          </p:cNvPr>
          <p:cNvSpPr/>
          <p:nvPr/>
        </p:nvSpPr>
        <p:spPr>
          <a:xfrm>
            <a:off x="646355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C9E156-5603-BE45-1FCE-ED04059AC99C}"/>
              </a:ext>
            </a:extLst>
          </p:cNvPr>
          <p:cNvSpPr/>
          <p:nvPr/>
        </p:nvSpPr>
        <p:spPr>
          <a:xfrm>
            <a:off x="7216586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C88B1B-0E3B-8DBD-3369-6CB2F8DA72D7}"/>
              </a:ext>
            </a:extLst>
          </p:cNvPr>
          <p:cNvSpPr/>
          <p:nvPr/>
        </p:nvSpPr>
        <p:spPr>
          <a:xfrm>
            <a:off x="7969621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CBE42D-1F87-E389-77FF-9DEA43CE70C5}"/>
              </a:ext>
            </a:extLst>
          </p:cNvPr>
          <p:cNvSpPr/>
          <p:nvPr/>
        </p:nvSpPr>
        <p:spPr>
          <a:xfrm>
            <a:off x="8722656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84CC1B-2073-B306-D4D8-70E0F797A2E2}"/>
              </a:ext>
            </a:extLst>
          </p:cNvPr>
          <p:cNvSpPr/>
          <p:nvPr/>
        </p:nvSpPr>
        <p:spPr>
          <a:xfrm>
            <a:off x="9475691" y="4930588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50C9B8-B0DE-9213-1E2A-53C045376F58}"/>
              </a:ext>
            </a:extLst>
          </p:cNvPr>
          <p:cNvSpPr/>
          <p:nvPr/>
        </p:nvSpPr>
        <p:spPr>
          <a:xfrm>
            <a:off x="10228726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D29531-CA6B-6298-955D-928A00EA4E9B}"/>
              </a:ext>
            </a:extLst>
          </p:cNvPr>
          <p:cNvSpPr/>
          <p:nvPr/>
        </p:nvSpPr>
        <p:spPr>
          <a:xfrm>
            <a:off x="1098176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2D9DC3F-62E3-E03F-FBEE-2AC897A70CC5}"/>
              </a:ext>
            </a:extLst>
          </p:cNvPr>
          <p:cNvSpPr/>
          <p:nvPr/>
        </p:nvSpPr>
        <p:spPr>
          <a:xfrm>
            <a:off x="439271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5F75E9-C945-00D9-CA2C-07F2DDF62508}"/>
              </a:ext>
            </a:extLst>
          </p:cNvPr>
          <p:cNvSpPr/>
          <p:nvPr/>
        </p:nvSpPr>
        <p:spPr>
          <a:xfrm>
            <a:off x="119230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B7872-1663-5EA0-A4D0-3DFE8A28B079}"/>
              </a:ext>
            </a:extLst>
          </p:cNvPr>
          <p:cNvSpPr/>
          <p:nvPr/>
        </p:nvSpPr>
        <p:spPr>
          <a:xfrm>
            <a:off x="1945341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67A3C95-F026-EF5A-BF4C-A1FE5D0381D0}"/>
              </a:ext>
            </a:extLst>
          </p:cNvPr>
          <p:cNvSpPr/>
          <p:nvPr/>
        </p:nvSpPr>
        <p:spPr>
          <a:xfrm>
            <a:off x="2698376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99F587-3F5F-1246-8811-1577C1497106}"/>
              </a:ext>
            </a:extLst>
          </p:cNvPr>
          <p:cNvSpPr/>
          <p:nvPr/>
        </p:nvSpPr>
        <p:spPr>
          <a:xfrm>
            <a:off x="345141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5EDD04-DA62-7557-426A-555E75A4A3F3}"/>
              </a:ext>
            </a:extLst>
          </p:cNvPr>
          <p:cNvSpPr/>
          <p:nvPr/>
        </p:nvSpPr>
        <p:spPr>
          <a:xfrm>
            <a:off x="4204446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792AB7-2866-25AE-7442-907029221DFF}"/>
              </a:ext>
            </a:extLst>
          </p:cNvPr>
          <p:cNvSpPr/>
          <p:nvPr/>
        </p:nvSpPr>
        <p:spPr>
          <a:xfrm>
            <a:off x="495748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A5D5AA-64EF-280B-0271-99007484F6AD}"/>
              </a:ext>
            </a:extLst>
          </p:cNvPr>
          <p:cNvSpPr/>
          <p:nvPr/>
        </p:nvSpPr>
        <p:spPr>
          <a:xfrm>
            <a:off x="571051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00FBA6-6D6B-EC0A-E446-7E844315F670}"/>
              </a:ext>
            </a:extLst>
          </p:cNvPr>
          <p:cNvSpPr/>
          <p:nvPr/>
        </p:nvSpPr>
        <p:spPr>
          <a:xfrm>
            <a:off x="6463551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C1638A-4934-0452-7824-A6AF28270711}"/>
              </a:ext>
            </a:extLst>
          </p:cNvPr>
          <p:cNvSpPr/>
          <p:nvPr/>
        </p:nvSpPr>
        <p:spPr>
          <a:xfrm>
            <a:off x="7216586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CE6CCFA-0410-957E-567D-FC450BF14B0E}"/>
              </a:ext>
            </a:extLst>
          </p:cNvPr>
          <p:cNvSpPr/>
          <p:nvPr/>
        </p:nvSpPr>
        <p:spPr>
          <a:xfrm>
            <a:off x="796962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B64E91-F667-856B-81FA-62F799B6FBA1}"/>
              </a:ext>
            </a:extLst>
          </p:cNvPr>
          <p:cNvSpPr/>
          <p:nvPr/>
        </p:nvSpPr>
        <p:spPr>
          <a:xfrm>
            <a:off x="8722656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1402B17-6335-9FDB-70D5-DE2F563C62F4}"/>
              </a:ext>
            </a:extLst>
          </p:cNvPr>
          <p:cNvSpPr/>
          <p:nvPr/>
        </p:nvSpPr>
        <p:spPr>
          <a:xfrm>
            <a:off x="9475691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0906364-F563-6BF5-7B36-D7E0065B6479}"/>
              </a:ext>
            </a:extLst>
          </p:cNvPr>
          <p:cNvSpPr/>
          <p:nvPr/>
        </p:nvSpPr>
        <p:spPr>
          <a:xfrm>
            <a:off x="1022872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F2E78FD-6163-9229-8FD7-862C380DD17F}"/>
              </a:ext>
            </a:extLst>
          </p:cNvPr>
          <p:cNvSpPr/>
          <p:nvPr/>
        </p:nvSpPr>
        <p:spPr>
          <a:xfrm>
            <a:off x="10981761" y="5656729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D555D1-7AAB-973B-4F86-10DF76315F90}"/>
              </a:ext>
            </a:extLst>
          </p:cNvPr>
          <p:cNvSpPr/>
          <p:nvPr/>
        </p:nvSpPr>
        <p:spPr>
          <a:xfrm>
            <a:off x="43927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7EE452-31A2-4A4A-F950-E65C967BFCD6}"/>
              </a:ext>
            </a:extLst>
          </p:cNvPr>
          <p:cNvSpPr/>
          <p:nvPr/>
        </p:nvSpPr>
        <p:spPr>
          <a:xfrm>
            <a:off x="1192306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7ECF686-A8AE-12D5-B050-08E87CE5A797}"/>
              </a:ext>
            </a:extLst>
          </p:cNvPr>
          <p:cNvSpPr/>
          <p:nvPr/>
        </p:nvSpPr>
        <p:spPr>
          <a:xfrm>
            <a:off x="1945341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D0F0A19-C85C-837A-3B88-A219917F06D7}"/>
              </a:ext>
            </a:extLst>
          </p:cNvPr>
          <p:cNvSpPr/>
          <p:nvPr/>
        </p:nvSpPr>
        <p:spPr>
          <a:xfrm>
            <a:off x="2698376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183199-F257-CC34-1C12-D86732B78CA8}"/>
              </a:ext>
            </a:extLst>
          </p:cNvPr>
          <p:cNvSpPr/>
          <p:nvPr/>
        </p:nvSpPr>
        <p:spPr>
          <a:xfrm>
            <a:off x="3451411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AE8149A-3EF9-B5DE-88D7-BBE69EA2DB9D}"/>
              </a:ext>
            </a:extLst>
          </p:cNvPr>
          <p:cNvSpPr/>
          <p:nvPr/>
        </p:nvSpPr>
        <p:spPr>
          <a:xfrm>
            <a:off x="420444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9E5A230-C621-FF9C-59E2-EB0F2186DE86}"/>
              </a:ext>
            </a:extLst>
          </p:cNvPr>
          <p:cNvSpPr/>
          <p:nvPr/>
        </p:nvSpPr>
        <p:spPr>
          <a:xfrm>
            <a:off x="4957481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DD4CEC-1B21-3B87-7EBD-03CDB246F980}"/>
              </a:ext>
            </a:extLst>
          </p:cNvPr>
          <p:cNvSpPr/>
          <p:nvPr/>
        </p:nvSpPr>
        <p:spPr>
          <a:xfrm>
            <a:off x="571051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0B53F0-AD42-8D04-FD47-6475D7C722A8}"/>
              </a:ext>
            </a:extLst>
          </p:cNvPr>
          <p:cNvSpPr/>
          <p:nvPr/>
        </p:nvSpPr>
        <p:spPr>
          <a:xfrm>
            <a:off x="6463551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48CCCE5-76DB-AF0B-3511-F4245FC17279}"/>
              </a:ext>
            </a:extLst>
          </p:cNvPr>
          <p:cNvSpPr/>
          <p:nvPr/>
        </p:nvSpPr>
        <p:spPr>
          <a:xfrm>
            <a:off x="7216586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077D891-656A-BF30-9080-A60EDCD05449}"/>
              </a:ext>
            </a:extLst>
          </p:cNvPr>
          <p:cNvSpPr/>
          <p:nvPr/>
        </p:nvSpPr>
        <p:spPr>
          <a:xfrm>
            <a:off x="796962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BA28999-4555-1852-A533-7FDABB2CC304}"/>
              </a:ext>
            </a:extLst>
          </p:cNvPr>
          <p:cNvSpPr/>
          <p:nvPr/>
        </p:nvSpPr>
        <p:spPr>
          <a:xfrm>
            <a:off x="8722656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DF169B3-C782-0485-675A-0A7A45ED949D}"/>
              </a:ext>
            </a:extLst>
          </p:cNvPr>
          <p:cNvSpPr/>
          <p:nvPr/>
        </p:nvSpPr>
        <p:spPr>
          <a:xfrm>
            <a:off x="9475691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D73664-88EA-847C-0A16-DE4104F45769}"/>
              </a:ext>
            </a:extLst>
          </p:cNvPr>
          <p:cNvSpPr/>
          <p:nvPr/>
        </p:nvSpPr>
        <p:spPr>
          <a:xfrm>
            <a:off x="10228726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30A41C2-0CEB-B3CF-6124-DEFD0BFE790E}"/>
              </a:ext>
            </a:extLst>
          </p:cNvPr>
          <p:cNvSpPr/>
          <p:nvPr/>
        </p:nvSpPr>
        <p:spPr>
          <a:xfrm>
            <a:off x="10981761" y="4231341"/>
            <a:ext cx="600635" cy="600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76258D-A24A-E99C-7532-BFF610B338CF}"/>
              </a:ext>
            </a:extLst>
          </p:cNvPr>
          <p:cNvSpPr txBox="1"/>
          <p:nvPr/>
        </p:nvSpPr>
        <p:spPr>
          <a:xfrm rot="20935015">
            <a:off x="1725633" y="417729"/>
            <a:ext cx="371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a military officer </a:t>
            </a:r>
            <a:r>
              <a:rPr lang="en-US"/>
              <a:t>who would like to participate in a coup attempt IF it would be successful.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1FA9-355B-2AE7-AB07-025C6894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99A1C90-758A-CF99-0BD3-A2D4E7244D01}"/>
              </a:ext>
            </a:extLst>
          </p:cNvPr>
          <p:cNvSpPr/>
          <p:nvPr/>
        </p:nvSpPr>
        <p:spPr>
          <a:xfrm>
            <a:off x="1039906" y="1021976"/>
            <a:ext cx="430306" cy="439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DC6B0-7FDC-4D5F-52E6-D74BCFFB67EE}"/>
              </a:ext>
            </a:extLst>
          </p:cNvPr>
          <p:cNvSpPr txBox="1"/>
          <p:nvPr/>
        </p:nvSpPr>
        <p:spPr>
          <a:xfrm>
            <a:off x="4486835" y="1794373"/>
            <a:ext cx="321833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But </a:t>
            </a:r>
            <a:r>
              <a:rPr lang="en-US"/>
              <a:t>others will stay loyal to the government.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C26B15-4C5D-D36D-43C3-818B6BA1DCF1}"/>
              </a:ext>
            </a:extLst>
          </p:cNvPr>
          <p:cNvSpPr/>
          <p:nvPr/>
        </p:nvSpPr>
        <p:spPr>
          <a:xfrm>
            <a:off x="43927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DDC9A5-117B-CB62-0D70-BA19CA2CBF81}"/>
              </a:ext>
            </a:extLst>
          </p:cNvPr>
          <p:cNvSpPr/>
          <p:nvPr/>
        </p:nvSpPr>
        <p:spPr>
          <a:xfrm>
            <a:off x="119230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21DFFA-93C6-9C5C-3887-B7B00DF4FCFD}"/>
              </a:ext>
            </a:extLst>
          </p:cNvPr>
          <p:cNvSpPr/>
          <p:nvPr/>
        </p:nvSpPr>
        <p:spPr>
          <a:xfrm>
            <a:off x="194534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82173E-9DF4-483B-DA0C-9DD87CF6730A}"/>
              </a:ext>
            </a:extLst>
          </p:cNvPr>
          <p:cNvSpPr/>
          <p:nvPr/>
        </p:nvSpPr>
        <p:spPr>
          <a:xfrm>
            <a:off x="269837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84F15D-8072-7940-AE08-E83975FF2870}"/>
              </a:ext>
            </a:extLst>
          </p:cNvPr>
          <p:cNvSpPr/>
          <p:nvPr/>
        </p:nvSpPr>
        <p:spPr>
          <a:xfrm>
            <a:off x="345141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736073-4C68-D4B4-833F-DDFEE2EC5435}"/>
              </a:ext>
            </a:extLst>
          </p:cNvPr>
          <p:cNvSpPr/>
          <p:nvPr/>
        </p:nvSpPr>
        <p:spPr>
          <a:xfrm>
            <a:off x="420444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F67FB3-E5F3-F478-4878-ED2E991748D8}"/>
              </a:ext>
            </a:extLst>
          </p:cNvPr>
          <p:cNvSpPr/>
          <p:nvPr/>
        </p:nvSpPr>
        <p:spPr>
          <a:xfrm>
            <a:off x="495748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14B6FC-DE90-ACF5-170D-6D0F41D337E5}"/>
              </a:ext>
            </a:extLst>
          </p:cNvPr>
          <p:cNvSpPr/>
          <p:nvPr/>
        </p:nvSpPr>
        <p:spPr>
          <a:xfrm>
            <a:off x="571051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94E29E-807C-5BD6-86B5-AB290A0AEA12}"/>
              </a:ext>
            </a:extLst>
          </p:cNvPr>
          <p:cNvSpPr/>
          <p:nvPr/>
        </p:nvSpPr>
        <p:spPr>
          <a:xfrm>
            <a:off x="646355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668284-D03C-0908-E8AC-398711947D1A}"/>
              </a:ext>
            </a:extLst>
          </p:cNvPr>
          <p:cNvSpPr/>
          <p:nvPr/>
        </p:nvSpPr>
        <p:spPr>
          <a:xfrm>
            <a:off x="721658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C99DB2-7177-D9A7-9E34-D7841BFA6AF3}"/>
              </a:ext>
            </a:extLst>
          </p:cNvPr>
          <p:cNvSpPr/>
          <p:nvPr/>
        </p:nvSpPr>
        <p:spPr>
          <a:xfrm>
            <a:off x="796962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519461-E6F0-5B07-D5C4-E28C31EED876}"/>
              </a:ext>
            </a:extLst>
          </p:cNvPr>
          <p:cNvSpPr/>
          <p:nvPr/>
        </p:nvSpPr>
        <p:spPr>
          <a:xfrm>
            <a:off x="872265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8BEC2A4-9048-2E2C-4265-97790C4C8466}"/>
              </a:ext>
            </a:extLst>
          </p:cNvPr>
          <p:cNvSpPr/>
          <p:nvPr/>
        </p:nvSpPr>
        <p:spPr>
          <a:xfrm>
            <a:off x="947569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E0700D-B67F-F2B2-99F1-F683799669C7}"/>
              </a:ext>
            </a:extLst>
          </p:cNvPr>
          <p:cNvSpPr/>
          <p:nvPr/>
        </p:nvSpPr>
        <p:spPr>
          <a:xfrm>
            <a:off x="10228726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C85CBC-5A3B-4D34-8473-9E1B9669D38B}"/>
              </a:ext>
            </a:extLst>
          </p:cNvPr>
          <p:cNvSpPr/>
          <p:nvPr/>
        </p:nvSpPr>
        <p:spPr>
          <a:xfrm>
            <a:off x="1098176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DCF50A-46F4-8443-A1AD-FEBBB60F7AE5}"/>
              </a:ext>
            </a:extLst>
          </p:cNvPr>
          <p:cNvSpPr/>
          <p:nvPr/>
        </p:nvSpPr>
        <p:spPr>
          <a:xfrm>
            <a:off x="43927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1C4A83-8025-63D3-9BA2-3ED9E3E1D4A7}"/>
              </a:ext>
            </a:extLst>
          </p:cNvPr>
          <p:cNvSpPr/>
          <p:nvPr/>
        </p:nvSpPr>
        <p:spPr>
          <a:xfrm>
            <a:off x="119230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03C2AF8-BD54-CB19-AD59-96C22B8DA5D7}"/>
              </a:ext>
            </a:extLst>
          </p:cNvPr>
          <p:cNvSpPr/>
          <p:nvPr/>
        </p:nvSpPr>
        <p:spPr>
          <a:xfrm>
            <a:off x="194534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76BF47-58CD-8195-CD60-F0094DB6EFEB}"/>
              </a:ext>
            </a:extLst>
          </p:cNvPr>
          <p:cNvSpPr/>
          <p:nvPr/>
        </p:nvSpPr>
        <p:spPr>
          <a:xfrm>
            <a:off x="269837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CD7B1F-95C1-6FB5-7F1B-8B9CF51F4752}"/>
              </a:ext>
            </a:extLst>
          </p:cNvPr>
          <p:cNvSpPr/>
          <p:nvPr/>
        </p:nvSpPr>
        <p:spPr>
          <a:xfrm>
            <a:off x="345141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5BF7BB-465D-030B-E2BA-CE2713300044}"/>
              </a:ext>
            </a:extLst>
          </p:cNvPr>
          <p:cNvSpPr/>
          <p:nvPr/>
        </p:nvSpPr>
        <p:spPr>
          <a:xfrm>
            <a:off x="420444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A83759-8500-0148-66A0-E8FDA872BE38}"/>
              </a:ext>
            </a:extLst>
          </p:cNvPr>
          <p:cNvSpPr/>
          <p:nvPr/>
        </p:nvSpPr>
        <p:spPr>
          <a:xfrm>
            <a:off x="495748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89BEE6D-DF8C-8BC2-FB25-99EB7EA9F621}"/>
              </a:ext>
            </a:extLst>
          </p:cNvPr>
          <p:cNvSpPr/>
          <p:nvPr/>
        </p:nvSpPr>
        <p:spPr>
          <a:xfrm>
            <a:off x="571051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1DF5C9-2A21-003C-9177-AFBD741F647F}"/>
              </a:ext>
            </a:extLst>
          </p:cNvPr>
          <p:cNvSpPr/>
          <p:nvPr/>
        </p:nvSpPr>
        <p:spPr>
          <a:xfrm>
            <a:off x="646355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C24646-190C-FC6E-EAA8-16AC1CF8C5BE}"/>
              </a:ext>
            </a:extLst>
          </p:cNvPr>
          <p:cNvSpPr/>
          <p:nvPr/>
        </p:nvSpPr>
        <p:spPr>
          <a:xfrm>
            <a:off x="721658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262F3BF-9701-ECA3-3F0F-82A6CA3562E2}"/>
              </a:ext>
            </a:extLst>
          </p:cNvPr>
          <p:cNvSpPr/>
          <p:nvPr/>
        </p:nvSpPr>
        <p:spPr>
          <a:xfrm>
            <a:off x="796962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49941F-DC2B-B16F-A60B-75A7B0E8995A}"/>
              </a:ext>
            </a:extLst>
          </p:cNvPr>
          <p:cNvSpPr/>
          <p:nvPr/>
        </p:nvSpPr>
        <p:spPr>
          <a:xfrm>
            <a:off x="872265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D25A638-0E92-D9E7-CFB8-2640F3DBAD7F}"/>
              </a:ext>
            </a:extLst>
          </p:cNvPr>
          <p:cNvSpPr/>
          <p:nvPr/>
        </p:nvSpPr>
        <p:spPr>
          <a:xfrm>
            <a:off x="947569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4C36CA-6625-797B-E4F4-2D9282AB6846}"/>
              </a:ext>
            </a:extLst>
          </p:cNvPr>
          <p:cNvSpPr/>
          <p:nvPr/>
        </p:nvSpPr>
        <p:spPr>
          <a:xfrm>
            <a:off x="1022872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9375EB-FB2B-98F5-0A23-FA900627C048}"/>
              </a:ext>
            </a:extLst>
          </p:cNvPr>
          <p:cNvSpPr/>
          <p:nvPr/>
        </p:nvSpPr>
        <p:spPr>
          <a:xfrm>
            <a:off x="1098176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BD31212-96FD-1AD5-52E2-F38086E7BEEF}"/>
              </a:ext>
            </a:extLst>
          </p:cNvPr>
          <p:cNvSpPr/>
          <p:nvPr/>
        </p:nvSpPr>
        <p:spPr>
          <a:xfrm>
            <a:off x="43927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6C9AB-CB51-B5B8-C5A6-DFF3B58C548A}"/>
              </a:ext>
            </a:extLst>
          </p:cNvPr>
          <p:cNvSpPr/>
          <p:nvPr/>
        </p:nvSpPr>
        <p:spPr>
          <a:xfrm>
            <a:off x="119230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193C20B-E7DE-5EB2-9E03-AB789C0299F2}"/>
              </a:ext>
            </a:extLst>
          </p:cNvPr>
          <p:cNvSpPr/>
          <p:nvPr/>
        </p:nvSpPr>
        <p:spPr>
          <a:xfrm>
            <a:off x="194534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D53B78B-E8B9-6999-5655-5B3DC51B627C}"/>
              </a:ext>
            </a:extLst>
          </p:cNvPr>
          <p:cNvSpPr/>
          <p:nvPr/>
        </p:nvSpPr>
        <p:spPr>
          <a:xfrm>
            <a:off x="269837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F83242-1178-66BF-7C4B-4D4E6D32AEC2}"/>
              </a:ext>
            </a:extLst>
          </p:cNvPr>
          <p:cNvSpPr/>
          <p:nvPr/>
        </p:nvSpPr>
        <p:spPr>
          <a:xfrm>
            <a:off x="345141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BDAC39D-7B14-150F-2ECA-661FA215432E}"/>
              </a:ext>
            </a:extLst>
          </p:cNvPr>
          <p:cNvSpPr/>
          <p:nvPr/>
        </p:nvSpPr>
        <p:spPr>
          <a:xfrm>
            <a:off x="420444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7DC4A6-8EEF-0993-9A74-86EAE8936C72}"/>
              </a:ext>
            </a:extLst>
          </p:cNvPr>
          <p:cNvSpPr/>
          <p:nvPr/>
        </p:nvSpPr>
        <p:spPr>
          <a:xfrm>
            <a:off x="495748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07F982A-5259-E650-D46B-C4CCA48A3041}"/>
              </a:ext>
            </a:extLst>
          </p:cNvPr>
          <p:cNvSpPr/>
          <p:nvPr/>
        </p:nvSpPr>
        <p:spPr>
          <a:xfrm>
            <a:off x="571051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EC4B195-2CF2-DB9F-D892-D0B881B38F4B}"/>
              </a:ext>
            </a:extLst>
          </p:cNvPr>
          <p:cNvSpPr/>
          <p:nvPr/>
        </p:nvSpPr>
        <p:spPr>
          <a:xfrm>
            <a:off x="646355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C6304C-75B7-E1C4-3AA1-6E4CED8B1CA7}"/>
              </a:ext>
            </a:extLst>
          </p:cNvPr>
          <p:cNvSpPr/>
          <p:nvPr/>
        </p:nvSpPr>
        <p:spPr>
          <a:xfrm>
            <a:off x="721658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43EA2E-0EBA-B801-F2A5-4A07C64E4B91}"/>
              </a:ext>
            </a:extLst>
          </p:cNvPr>
          <p:cNvSpPr/>
          <p:nvPr/>
        </p:nvSpPr>
        <p:spPr>
          <a:xfrm>
            <a:off x="796962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3CF651-D520-C4CB-E2A5-DB4962FA04BF}"/>
              </a:ext>
            </a:extLst>
          </p:cNvPr>
          <p:cNvSpPr/>
          <p:nvPr/>
        </p:nvSpPr>
        <p:spPr>
          <a:xfrm>
            <a:off x="872265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2867CBA-DE78-E68B-9219-4A1F6D88DEE9}"/>
              </a:ext>
            </a:extLst>
          </p:cNvPr>
          <p:cNvSpPr/>
          <p:nvPr/>
        </p:nvSpPr>
        <p:spPr>
          <a:xfrm>
            <a:off x="947569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3EB5F2-51CD-B675-0B91-E6C93C18F029}"/>
              </a:ext>
            </a:extLst>
          </p:cNvPr>
          <p:cNvSpPr/>
          <p:nvPr/>
        </p:nvSpPr>
        <p:spPr>
          <a:xfrm>
            <a:off x="1022872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2CCB17F-F35D-20C2-D4A9-3951102101EA}"/>
              </a:ext>
            </a:extLst>
          </p:cNvPr>
          <p:cNvSpPr/>
          <p:nvPr/>
        </p:nvSpPr>
        <p:spPr>
          <a:xfrm>
            <a:off x="1098176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898D77-31D1-2F25-75B0-870BB955B84B}"/>
              </a:ext>
            </a:extLst>
          </p:cNvPr>
          <p:cNvSpPr txBox="1"/>
          <p:nvPr/>
        </p:nvSpPr>
        <p:spPr>
          <a:xfrm rot="20935015">
            <a:off x="1725633" y="417729"/>
            <a:ext cx="371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a military officer </a:t>
            </a:r>
            <a:r>
              <a:rPr lang="en-US"/>
              <a:t>who would like to participate in a coup attempt IF it would be successful.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6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98E4-CCCA-C63E-ED55-84F97C25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4881E84-6242-B018-B39D-030A6E02B746}"/>
              </a:ext>
            </a:extLst>
          </p:cNvPr>
          <p:cNvSpPr/>
          <p:nvPr/>
        </p:nvSpPr>
        <p:spPr>
          <a:xfrm>
            <a:off x="1039906" y="1021976"/>
            <a:ext cx="430306" cy="439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5BE841-F56D-6947-BB5A-BBA55F897FE6}"/>
              </a:ext>
            </a:extLst>
          </p:cNvPr>
          <p:cNvSpPr txBox="1"/>
          <p:nvPr/>
        </p:nvSpPr>
        <p:spPr>
          <a:xfrm>
            <a:off x="4486835" y="1794373"/>
            <a:ext cx="3218330" cy="92333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Of course, the coup is more likely to succeed if more officers will contribute.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C5A728-DE54-FDC8-FB9E-D0BF45CB2DA1}"/>
              </a:ext>
            </a:extLst>
          </p:cNvPr>
          <p:cNvSpPr/>
          <p:nvPr/>
        </p:nvSpPr>
        <p:spPr>
          <a:xfrm>
            <a:off x="43927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C6F503-3BDB-10AC-6F8E-ABDB219C6F3E}"/>
              </a:ext>
            </a:extLst>
          </p:cNvPr>
          <p:cNvSpPr/>
          <p:nvPr/>
        </p:nvSpPr>
        <p:spPr>
          <a:xfrm>
            <a:off x="119230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E8E6B6-3FD7-ACEA-1405-2E997B1FEBBD}"/>
              </a:ext>
            </a:extLst>
          </p:cNvPr>
          <p:cNvSpPr/>
          <p:nvPr/>
        </p:nvSpPr>
        <p:spPr>
          <a:xfrm>
            <a:off x="194534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E1D256-B332-9B10-9494-262C598C2081}"/>
              </a:ext>
            </a:extLst>
          </p:cNvPr>
          <p:cNvSpPr/>
          <p:nvPr/>
        </p:nvSpPr>
        <p:spPr>
          <a:xfrm>
            <a:off x="269837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B2D16D-246C-85C3-B843-9F921F89548D}"/>
              </a:ext>
            </a:extLst>
          </p:cNvPr>
          <p:cNvSpPr/>
          <p:nvPr/>
        </p:nvSpPr>
        <p:spPr>
          <a:xfrm>
            <a:off x="345141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3481E7-455E-C783-C67C-9339301ED938}"/>
              </a:ext>
            </a:extLst>
          </p:cNvPr>
          <p:cNvSpPr/>
          <p:nvPr/>
        </p:nvSpPr>
        <p:spPr>
          <a:xfrm>
            <a:off x="420444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241FA4-F5D9-AD0A-4C44-DE3C3C26E818}"/>
              </a:ext>
            </a:extLst>
          </p:cNvPr>
          <p:cNvSpPr/>
          <p:nvPr/>
        </p:nvSpPr>
        <p:spPr>
          <a:xfrm>
            <a:off x="495748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F30E8F-9928-1C38-F6EF-1B24B4521A6D}"/>
              </a:ext>
            </a:extLst>
          </p:cNvPr>
          <p:cNvSpPr/>
          <p:nvPr/>
        </p:nvSpPr>
        <p:spPr>
          <a:xfrm>
            <a:off x="571051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E96EFDD-EFC9-2F0B-99A8-19C8A3EA3B15}"/>
              </a:ext>
            </a:extLst>
          </p:cNvPr>
          <p:cNvSpPr/>
          <p:nvPr/>
        </p:nvSpPr>
        <p:spPr>
          <a:xfrm>
            <a:off x="646355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AFC7D4-2449-9E41-5809-E81EEF42C22C}"/>
              </a:ext>
            </a:extLst>
          </p:cNvPr>
          <p:cNvSpPr/>
          <p:nvPr/>
        </p:nvSpPr>
        <p:spPr>
          <a:xfrm>
            <a:off x="721658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7A252D-7CE5-0A6A-94E1-236051638B6F}"/>
              </a:ext>
            </a:extLst>
          </p:cNvPr>
          <p:cNvSpPr/>
          <p:nvPr/>
        </p:nvSpPr>
        <p:spPr>
          <a:xfrm>
            <a:off x="796962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F50A75-653B-0E6C-378B-825B082B8ADE}"/>
              </a:ext>
            </a:extLst>
          </p:cNvPr>
          <p:cNvSpPr/>
          <p:nvPr/>
        </p:nvSpPr>
        <p:spPr>
          <a:xfrm>
            <a:off x="872265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DDD15D-2B57-6462-FA4B-7AE760851F85}"/>
              </a:ext>
            </a:extLst>
          </p:cNvPr>
          <p:cNvSpPr/>
          <p:nvPr/>
        </p:nvSpPr>
        <p:spPr>
          <a:xfrm>
            <a:off x="947569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A80A1D-7C44-DD2E-4DCA-F296724C2416}"/>
              </a:ext>
            </a:extLst>
          </p:cNvPr>
          <p:cNvSpPr/>
          <p:nvPr/>
        </p:nvSpPr>
        <p:spPr>
          <a:xfrm>
            <a:off x="10228726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669A10-E213-57CE-3D71-A6F6DCA42FBE}"/>
              </a:ext>
            </a:extLst>
          </p:cNvPr>
          <p:cNvSpPr/>
          <p:nvPr/>
        </p:nvSpPr>
        <p:spPr>
          <a:xfrm>
            <a:off x="1098176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29C51-C6BC-7819-229B-4E5E1B17C03A}"/>
              </a:ext>
            </a:extLst>
          </p:cNvPr>
          <p:cNvSpPr/>
          <p:nvPr/>
        </p:nvSpPr>
        <p:spPr>
          <a:xfrm>
            <a:off x="43927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65A292-997C-4DB2-8212-AFAFC63DBE22}"/>
              </a:ext>
            </a:extLst>
          </p:cNvPr>
          <p:cNvSpPr/>
          <p:nvPr/>
        </p:nvSpPr>
        <p:spPr>
          <a:xfrm>
            <a:off x="119230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6873C6-A1D9-8117-2AA8-3928073A30CB}"/>
              </a:ext>
            </a:extLst>
          </p:cNvPr>
          <p:cNvSpPr/>
          <p:nvPr/>
        </p:nvSpPr>
        <p:spPr>
          <a:xfrm>
            <a:off x="194534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26A001-5F65-2424-2372-EA6E516F6F0F}"/>
              </a:ext>
            </a:extLst>
          </p:cNvPr>
          <p:cNvSpPr/>
          <p:nvPr/>
        </p:nvSpPr>
        <p:spPr>
          <a:xfrm>
            <a:off x="269837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A9DC14-F476-71D7-C170-DDC4D7F8483D}"/>
              </a:ext>
            </a:extLst>
          </p:cNvPr>
          <p:cNvSpPr/>
          <p:nvPr/>
        </p:nvSpPr>
        <p:spPr>
          <a:xfrm>
            <a:off x="345141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20393CF-01F5-4658-7135-271C045CF269}"/>
              </a:ext>
            </a:extLst>
          </p:cNvPr>
          <p:cNvSpPr/>
          <p:nvPr/>
        </p:nvSpPr>
        <p:spPr>
          <a:xfrm>
            <a:off x="420444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DF136C-6407-C285-D5B1-AF4EA522363A}"/>
              </a:ext>
            </a:extLst>
          </p:cNvPr>
          <p:cNvSpPr/>
          <p:nvPr/>
        </p:nvSpPr>
        <p:spPr>
          <a:xfrm>
            <a:off x="495748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A3693D-8208-CB1D-60BC-71251439332A}"/>
              </a:ext>
            </a:extLst>
          </p:cNvPr>
          <p:cNvSpPr/>
          <p:nvPr/>
        </p:nvSpPr>
        <p:spPr>
          <a:xfrm>
            <a:off x="571051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BAFA39A-1305-838E-081F-DAEC3A5B0215}"/>
              </a:ext>
            </a:extLst>
          </p:cNvPr>
          <p:cNvSpPr/>
          <p:nvPr/>
        </p:nvSpPr>
        <p:spPr>
          <a:xfrm>
            <a:off x="646355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0347F32-FADE-5447-B139-B410B4693F84}"/>
              </a:ext>
            </a:extLst>
          </p:cNvPr>
          <p:cNvSpPr/>
          <p:nvPr/>
        </p:nvSpPr>
        <p:spPr>
          <a:xfrm>
            <a:off x="721658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339753F-0ABC-81C6-BFA7-793D5FBA0DFA}"/>
              </a:ext>
            </a:extLst>
          </p:cNvPr>
          <p:cNvSpPr/>
          <p:nvPr/>
        </p:nvSpPr>
        <p:spPr>
          <a:xfrm>
            <a:off x="796962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F99DC3-D167-6D62-6352-89C5C46BFE3D}"/>
              </a:ext>
            </a:extLst>
          </p:cNvPr>
          <p:cNvSpPr/>
          <p:nvPr/>
        </p:nvSpPr>
        <p:spPr>
          <a:xfrm>
            <a:off x="872265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963F99-2BCF-E88D-2137-A2E702C5FC02}"/>
              </a:ext>
            </a:extLst>
          </p:cNvPr>
          <p:cNvSpPr/>
          <p:nvPr/>
        </p:nvSpPr>
        <p:spPr>
          <a:xfrm>
            <a:off x="947569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D0CBA1-1BCE-D48E-406F-268A4A0CCFB0}"/>
              </a:ext>
            </a:extLst>
          </p:cNvPr>
          <p:cNvSpPr/>
          <p:nvPr/>
        </p:nvSpPr>
        <p:spPr>
          <a:xfrm>
            <a:off x="1022872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C108B1-6587-C18C-B82F-C45AE42F7EA3}"/>
              </a:ext>
            </a:extLst>
          </p:cNvPr>
          <p:cNvSpPr/>
          <p:nvPr/>
        </p:nvSpPr>
        <p:spPr>
          <a:xfrm>
            <a:off x="1098176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A04649D-6BA4-342C-1B83-BBA377E475F8}"/>
              </a:ext>
            </a:extLst>
          </p:cNvPr>
          <p:cNvSpPr/>
          <p:nvPr/>
        </p:nvSpPr>
        <p:spPr>
          <a:xfrm>
            <a:off x="43927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701169A-629C-47FC-1BB4-823FF891EBCA}"/>
              </a:ext>
            </a:extLst>
          </p:cNvPr>
          <p:cNvSpPr/>
          <p:nvPr/>
        </p:nvSpPr>
        <p:spPr>
          <a:xfrm>
            <a:off x="119230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8F0137-C1A6-9F00-722A-FB80B3997264}"/>
              </a:ext>
            </a:extLst>
          </p:cNvPr>
          <p:cNvSpPr/>
          <p:nvPr/>
        </p:nvSpPr>
        <p:spPr>
          <a:xfrm>
            <a:off x="194534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781E66-7E71-47FE-DBC6-5D43EA7A0826}"/>
              </a:ext>
            </a:extLst>
          </p:cNvPr>
          <p:cNvSpPr/>
          <p:nvPr/>
        </p:nvSpPr>
        <p:spPr>
          <a:xfrm>
            <a:off x="269837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755B2DE-DC68-CA08-CED7-9E2E777F9D8B}"/>
              </a:ext>
            </a:extLst>
          </p:cNvPr>
          <p:cNvSpPr/>
          <p:nvPr/>
        </p:nvSpPr>
        <p:spPr>
          <a:xfrm>
            <a:off x="345141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931B4C0-5978-610E-27BB-6E02BADAFB53}"/>
              </a:ext>
            </a:extLst>
          </p:cNvPr>
          <p:cNvSpPr/>
          <p:nvPr/>
        </p:nvSpPr>
        <p:spPr>
          <a:xfrm>
            <a:off x="420444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B37E5FF-BB9B-B164-735D-D9A36B2F4D11}"/>
              </a:ext>
            </a:extLst>
          </p:cNvPr>
          <p:cNvSpPr/>
          <p:nvPr/>
        </p:nvSpPr>
        <p:spPr>
          <a:xfrm>
            <a:off x="495748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85ABBE-D535-30B5-4CE7-97C25F1EA75B}"/>
              </a:ext>
            </a:extLst>
          </p:cNvPr>
          <p:cNvSpPr/>
          <p:nvPr/>
        </p:nvSpPr>
        <p:spPr>
          <a:xfrm>
            <a:off x="571051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2A95208-D2C7-13AF-A4EC-C8E40AF8B3A8}"/>
              </a:ext>
            </a:extLst>
          </p:cNvPr>
          <p:cNvSpPr/>
          <p:nvPr/>
        </p:nvSpPr>
        <p:spPr>
          <a:xfrm>
            <a:off x="646355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31EA1AD-185C-3F52-6D6C-A21C97491EF5}"/>
              </a:ext>
            </a:extLst>
          </p:cNvPr>
          <p:cNvSpPr/>
          <p:nvPr/>
        </p:nvSpPr>
        <p:spPr>
          <a:xfrm>
            <a:off x="721658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9FED2F-E21B-73B5-B856-DB5644BC97A7}"/>
              </a:ext>
            </a:extLst>
          </p:cNvPr>
          <p:cNvSpPr/>
          <p:nvPr/>
        </p:nvSpPr>
        <p:spPr>
          <a:xfrm>
            <a:off x="796962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2C03CD-9E62-7A89-9E84-66E94610C0F4}"/>
              </a:ext>
            </a:extLst>
          </p:cNvPr>
          <p:cNvSpPr/>
          <p:nvPr/>
        </p:nvSpPr>
        <p:spPr>
          <a:xfrm>
            <a:off x="872265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25505F7-C742-009B-6D3E-9BA648187278}"/>
              </a:ext>
            </a:extLst>
          </p:cNvPr>
          <p:cNvSpPr/>
          <p:nvPr/>
        </p:nvSpPr>
        <p:spPr>
          <a:xfrm>
            <a:off x="947569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06E0484-31B0-7482-C1C9-605F502A23F1}"/>
              </a:ext>
            </a:extLst>
          </p:cNvPr>
          <p:cNvSpPr/>
          <p:nvPr/>
        </p:nvSpPr>
        <p:spPr>
          <a:xfrm>
            <a:off x="1022872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9E18B0F-D55F-2ACA-BA8E-A44673587E96}"/>
              </a:ext>
            </a:extLst>
          </p:cNvPr>
          <p:cNvSpPr/>
          <p:nvPr/>
        </p:nvSpPr>
        <p:spPr>
          <a:xfrm>
            <a:off x="1098176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0E4B08-A809-0E90-94CB-3DF99798E1C6}"/>
              </a:ext>
            </a:extLst>
          </p:cNvPr>
          <p:cNvSpPr txBox="1"/>
          <p:nvPr/>
        </p:nvSpPr>
        <p:spPr>
          <a:xfrm rot="20935015">
            <a:off x="1725633" y="417729"/>
            <a:ext cx="371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a military officer </a:t>
            </a:r>
            <a:r>
              <a:rPr lang="en-US"/>
              <a:t>who would like to participate in a coup attempt IF it would be successful.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02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AAB2-57D4-4EB2-E062-2DE583E2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3FF39FB-90E6-EBE9-25D3-DC099C56E95E}"/>
              </a:ext>
            </a:extLst>
          </p:cNvPr>
          <p:cNvSpPr/>
          <p:nvPr/>
        </p:nvSpPr>
        <p:spPr>
          <a:xfrm>
            <a:off x="1039906" y="1021976"/>
            <a:ext cx="430306" cy="4392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9897E-460B-2374-322B-2E5B858B1816}"/>
              </a:ext>
            </a:extLst>
          </p:cNvPr>
          <p:cNvSpPr txBox="1"/>
          <p:nvPr/>
        </p:nvSpPr>
        <p:spPr>
          <a:xfrm>
            <a:off x="4486835" y="1794373"/>
            <a:ext cx="321833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So an officer’s willingness to participate in a coup attempt may depend on her beliefs about how many of her fellow officers would also participate.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077958-94EA-C150-0AA1-FA43280C536E}"/>
              </a:ext>
            </a:extLst>
          </p:cNvPr>
          <p:cNvSpPr/>
          <p:nvPr/>
        </p:nvSpPr>
        <p:spPr>
          <a:xfrm>
            <a:off x="43927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5D6190-6823-1668-EC9E-123BDDADC4ED}"/>
              </a:ext>
            </a:extLst>
          </p:cNvPr>
          <p:cNvSpPr/>
          <p:nvPr/>
        </p:nvSpPr>
        <p:spPr>
          <a:xfrm>
            <a:off x="119230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11B36A-9E10-933D-784D-179496F86C09}"/>
              </a:ext>
            </a:extLst>
          </p:cNvPr>
          <p:cNvSpPr/>
          <p:nvPr/>
        </p:nvSpPr>
        <p:spPr>
          <a:xfrm>
            <a:off x="194534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3EF419-B287-CFF8-5472-EF1868613679}"/>
              </a:ext>
            </a:extLst>
          </p:cNvPr>
          <p:cNvSpPr/>
          <p:nvPr/>
        </p:nvSpPr>
        <p:spPr>
          <a:xfrm>
            <a:off x="269837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245940-9CDC-6DE5-23F2-DFC2E29EAA22}"/>
              </a:ext>
            </a:extLst>
          </p:cNvPr>
          <p:cNvSpPr/>
          <p:nvPr/>
        </p:nvSpPr>
        <p:spPr>
          <a:xfrm>
            <a:off x="345141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0BA3A0-32AB-D88E-81B6-E72871450FD6}"/>
              </a:ext>
            </a:extLst>
          </p:cNvPr>
          <p:cNvSpPr/>
          <p:nvPr/>
        </p:nvSpPr>
        <p:spPr>
          <a:xfrm>
            <a:off x="420444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B1FE98-F128-48C8-83FD-4C35E1B3CA41}"/>
              </a:ext>
            </a:extLst>
          </p:cNvPr>
          <p:cNvSpPr/>
          <p:nvPr/>
        </p:nvSpPr>
        <p:spPr>
          <a:xfrm>
            <a:off x="495748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21F7BC-9612-9291-949F-E57131920CBF}"/>
              </a:ext>
            </a:extLst>
          </p:cNvPr>
          <p:cNvSpPr/>
          <p:nvPr/>
        </p:nvSpPr>
        <p:spPr>
          <a:xfrm>
            <a:off x="571051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FC673A-7B74-425B-859E-978B1B3C0692}"/>
              </a:ext>
            </a:extLst>
          </p:cNvPr>
          <p:cNvSpPr/>
          <p:nvPr/>
        </p:nvSpPr>
        <p:spPr>
          <a:xfrm>
            <a:off x="646355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1CE525-5F2E-3D5E-0FC3-E92DFEE6261C}"/>
              </a:ext>
            </a:extLst>
          </p:cNvPr>
          <p:cNvSpPr/>
          <p:nvPr/>
        </p:nvSpPr>
        <p:spPr>
          <a:xfrm>
            <a:off x="721658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ED8945-80BB-33D0-012F-06C56F923ECB}"/>
              </a:ext>
            </a:extLst>
          </p:cNvPr>
          <p:cNvSpPr/>
          <p:nvPr/>
        </p:nvSpPr>
        <p:spPr>
          <a:xfrm>
            <a:off x="796962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379AE3-714F-4BEE-D63F-291AF3F1B7A9}"/>
              </a:ext>
            </a:extLst>
          </p:cNvPr>
          <p:cNvSpPr/>
          <p:nvPr/>
        </p:nvSpPr>
        <p:spPr>
          <a:xfrm>
            <a:off x="8722656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259654A-0894-4B1C-EA4C-819DE47F38D2}"/>
              </a:ext>
            </a:extLst>
          </p:cNvPr>
          <p:cNvSpPr/>
          <p:nvPr/>
        </p:nvSpPr>
        <p:spPr>
          <a:xfrm>
            <a:off x="9475691" y="4930588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A624B2-1B74-067E-4DCF-020112788ED1}"/>
              </a:ext>
            </a:extLst>
          </p:cNvPr>
          <p:cNvSpPr/>
          <p:nvPr/>
        </p:nvSpPr>
        <p:spPr>
          <a:xfrm>
            <a:off x="10228726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299C70-7CBE-E07C-4751-DAE2E1B59E8F}"/>
              </a:ext>
            </a:extLst>
          </p:cNvPr>
          <p:cNvSpPr/>
          <p:nvPr/>
        </p:nvSpPr>
        <p:spPr>
          <a:xfrm>
            <a:off x="10981761" y="4930588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5E11288-D977-B37B-9D0C-40480F650D7A}"/>
              </a:ext>
            </a:extLst>
          </p:cNvPr>
          <p:cNvSpPr/>
          <p:nvPr/>
        </p:nvSpPr>
        <p:spPr>
          <a:xfrm>
            <a:off x="43927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06573F-3BF0-322C-2105-CE8CD105A4FD}"/>
              </a:ext>
            </a:extLst>
          </p:cNvPr>
          <p:cNvSpPr/>
          <p:nvPr/>
        </p:nvSpPr>
        <p:spPr>
          <a:xfrm>
            <a:off x="119230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C48D04-5A63-C6D5-1E84-C9683FAB97C1}"/>
              </a:ext>
            </a:extLst>
          </p:cNvPr>
          <p:cNvSpPr/>
          <p:nvPr/>
        </p:nvSpPr>
        <p:spPr>
          <a:xfrm>
            <a:off x="194534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FD278E-E6E3-D9C6-23FB-9407966872A8}"/>
              </a:ext>
            </a:extLst>
          </p:cNvPr>
          <p:cNvSpPr/>
          <p:nvPr/>
        </p:nvSpPr>
        <p:spPr>
          <a:xfrm>
            <a:off x="269837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EC4D4C-1825-B7DE-C5D2-CBC6995C07A1}"/>
              </a:ext>
            </a:extLst>
          </p:cNvPr>
          <p:cNvSpPr/>
          <p:nvPr/>
        </p:nvSpPr>
        <p:spPr>
          <a:xfrm>
            <a:off x="345141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1AF5F01-712F-4BA0-2AA9-55CD1C759ECD}"/>
              </a:ext>
            </a:extLst>
          </p:cNvPr>
          <p:cNvSpPr/>
          <p:nvPr/>
        </p:nvSpPr>
        <p:spPr>
          <a:xfrm>
            <a:off x="420444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40092B-7A0B-39AD-DAC8-29FA81A222A2}"/>
              </a:ext>
            </a:extLst>
          </p:cNvPr>
          <p:cNvSpPr/>
          <p:nvPr/>
        </p:nvSpPr>
        <p:spPr>
          <a:xfrm>
            <a:off x="495748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959810-38EF-0C4A-5E73-B3964FEC2201}"/>
              </a:ext>
            </a:extLst>
          </p:cNvPr>
          <p:cNvSpPr/>
          <p:nvPr/>
        </p:nvSpPr>
        <p:spPr>
          <a:xfrm>
            <a:off x="571051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477B0F-B11F-DDA9-28AB-89A649A93AE4}"/>
              </a:ext>
            </a:extLst>
          </p:cNvPr>
          <p:cNvSpPr/>
          <p:nvPr/>
        </p:nvSpPr>
        <p:spPr>
          <a:xfrm>
            <a:off x="646355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0AF07F1-5073-D5D6-5C83-8BBAF1D3C547}"/>
              </a:ext>
            </a:extLst>
          </p:cNvPr>
          <p:cNvSpPr/>
          <p:nvPr/>
        </p:nvSpPr>
        <p:spPr>
          <a:xfrm>
            <a:off x="721658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6EE1980-085C-E92F-165B-7CD76630886F}"/>
              </a:ext>
            </a:extLst>
          </p:cNvPr>
          <p:cNvSpPr/>
          <p:nvPr/>
        </p:nvSpPr>
        <p:spPr>
          <a:xfrm>
            <a:off x="7969621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0279E9-0763-E72A-3BD8-555BE29280C1}"/>
              </a:ext>
            </a:extLst>
          </p:cNvPr>
          <p:cNvSpPr/>
          <p:nvPr/>
        </p:nvSpPr>
        <p:spPr>
          <a:xfrm>
            <a:off x="8722656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5F8201-597A-1908-49CE-C835070DE6DD}"/>
              </a:ext>
            </a:extLst>
          </p:cNvPr>
          <p:cNvSpPr/>
          <p:nvPr/>
        </p:nvSpPr>
        <p:spPr>
          <a:xfrm>
            <a:off x="947569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C395AA-5461-AB0B-34A0-4F3ED06974D6}"/>
              </a:ext>
            </a:extLst>
          </p:cNvPr>
          <p:cNvSpPr/>
          <p:nvPr/>
        </p:nvSpPr>
        <p:spPr>
          <a:xfrm>
            <a:off x="10228726" y="5656729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042E97-72B9-DBAC-BFEB-E5A6F90E3DCC}"/>
              </a:ext>
            </a:extLst>
          </p:cNvPr>
          <p:cNvSpPr/>
          <p:nvPr/>
        </p:nvSpPr>
        <p:spPr>
          <a:xfrm>
            <a:off x="10981761" y="5656729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69761D-79E3-CC6C-DF36-395AB21EAACF}"/>
              </a:ext>
            </a:extLst>
          </p:cNvPr>
          <p:cNvSpPr/>
          <p:nvPr/>
        </p:nvSpPr>
        <p:spPr>
          <a:xfrm>
            <a:off x="43927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EA5A972-3171-1F95-EB09-EEB2D8B95ECD}"/>
              </a:ext>
            </a:extLst>
          </p:cNvPr>
          <p:cNvSpPr/>
          <p:nvPr/>
        </p:nvSpPr>
        <p:spPr>
          <a:xfrm>
            <a:off x="119230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22D0EC9-D690-C5EF-D439-4527C4A59732}"/>
              </a:ext>
            </a:extLst>
          </p:cNvPr>
          <p:cNvSpPr/>
          <p:nvPr/>
        </p:nvSpPr>
        <p:spPr>
          <a:xfrm>
            <a:off x="194534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91D641A-F8CC-0A7F-A684-4AFBD617DB8F}"/>
              </a:ext>
            </a:extLst>
          </p:cNvPr>
          <p:cNvSpPr/>
          <p:nvPr/>
        </p:nvSpPr>
        <p:spPr>
          <a:xfrm>
            <a:off x="269837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7A04135-C1BC-7898-F3B8-EC4E8F8D805D}"/>
              </a:ext>
            </a:extLst>
          </p:cNvPr>
          <p:cNvSpPr/>
          <p:nvPr/>
        </p:nvSpPr>
        <p:spPr>
          <a:xfrm>
            <a:off x="345141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0D2E41-F959-102C-5B19-398CDD0D7AD7}"/>
              </a:ext>
            </a:extLst>
          </p:cNvPr>
          <p:cNvSpPr/>
          <p:nvPr/>
        </p:nvSpPr>
        <p:spPr>
          <a:xfrm>
            <a:off x="420444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0B289CE-F954-5C1A-FA56-2C08217B3ADB}"/>
              </a:ext>
            </a:extLst>
          </p:cNvPr>
          <p:cNvSpPr/>
          <p:nvPr/>
        </p:nvSpPr>
        <p:spPr>
          <a:xfrm>
            <a:off x="495748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1E03701-8548-C93E-6DF5-EF4E8067F5FC}"/>
              </a:ext>
            </a:extLst>
          </p:cNvPr>
          <p:cNvSpPr/>
          <p:nvPr/>
        </p:nvSpPr>
        <p:spPr>
          <a:xfrm>
            <a:off x="5710516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77A3AA-D0ED-C2AF-D9C6-ECAEBCEA5E48}"/>
              </a:ext>
            </a:extLst>
          </p:cNvPr>
          <p:cNvSpPr/>
          <p:nvPr/>
        </p:nvSpPr>
        <p:spPr>
          <a:xfrm>
            <a:off x="646355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5271F0D-9312-E516-538A-3DF955114914}"/>
              </a:ext>
            </a:extLst>
          </p:cNvPr>
          <p:cNvSpPr/>
          <p:nvPr/>
        </p:nvSpPr>
        <p:spPr>
          <a:xfrm>
            <a:off x="721658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8CA5A5-67F9-86EA-8D8B-004CB5CBFAAE}"/>
              </a:ext>
            </a:extLst>
          </p:cNvPr>
          <p:cNvSpPr/>
          <p:nvPr/>
        </p:nvSpPr>
        <p:spPr>
          <a:xfrm>
            <a:off x="7969621" y="4231341"/>
            <a:ext cx="600635" cy="60063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FAE4856-C8DC-685A-843A-64B8ED326974}"/>
              </a:ext>
            </a:extLst>
          </p:cNvPr>
          <p:cNvSpPr/>
          <p:nvPr/>
        </p:nvSpPr>
        <p:spPr>
          <a:xfrm>
            <a:off x="872265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016EE41-74CD-4682-BD10-30EAE475C402}"/>
              </a:ext>
            </a:extLst>
          </p:cNvPr>
          <p:cNvSpPr/>
          <p:nvPr/>
        </p:nvSpPr>
        <p:spPr>
          <a:xfrm>
            <a:off x="947569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5A2047C-C9FC-AFD0-C9D3-27CFF1D291D0}"/>
              </a:ext>
            </a:extLst>
          </p:cNvPr>
          <p:cNvSpPr/>
          <p:nvPr/>
        </p:nvSpPr>
        <p:spPr>
          <a:xfrm>
            <a:off x="10228726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38411C2-E563-CA73-D6E5-7B4B97CED58C}"/>
              </a:ext>
            </a:extLst>
          </p:cNvPr>
          <p:cNvSpPr/>
          <p:nvPr/>
        </p:nvSpPr>
        <p:spPr>
          <a:xfrm>
            <a:off x="10981761" y="4231341"/>
            <a:ext cx="600635" cy="60063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 descr="Question Mark with solid fill">
            <a:extLst>
              <a:ext uri="{FF2B5EF4-FFF2-40B4-BE49-F238E27FC236}">
                <a16:creationId xmlns:a16="http://schemas.microsoft.com/office/drawing/2014/main" id="{648A0A8E-E3AC-EEED-3620-A13ABA2AD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13" y="3812866"/>
            <a:ext cx="2339788" cy="2339788"/>
          </a:xfrm>
          <a:prstGeom prst="rect">
            <a:avLst/>
          </a:prstGeom>
        </p:spPr>
      </p:pic>
      <p:pic>
        <p:nvPicPr>
          <p:cNvPr id="52" name="Graphic 51" descr="Question Mark with solid fill">
            <a:extLst>
              <a:ext uri="{FF2B5EF4-FFF2-40B4-BE49-F238E27FC236}">
                <a16:creationId xmlns:a16="http://schemas.microsoft.com/office/drawing/2014/main" id="{10AF72C7-D4C5-840F-13DE-8CB820960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1149" y="3812866"/>
            <a:ext cx="2339788" cy="2339788"/>
          </a:xfrm>
          <a:prstGeom prst="rect">
            <a:avLst/>
          </a:prstGeom>
        </p:spPr>
      </p:pic>
      <p:pic>
        <p:nvPicPr>
          <p:cNvPr id="53" name="Graphic 52" descr="Question Mark with solid fill">
            <a:extLst>
              <a:ext uri="{FF2B5EF4-FFF2-40B4-BE49-F238E27FC236}">
                <a16:creationId xmlns:a16="http://schemas.microsoft.com/office/drawing/2014/main" id="{820E8563-7563-7409-B02E-6284E3D05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485" y="3812866"/>
            <a:ext cx="2339788" cy="2339788"/>
          </a:xfrm>
          <a:prstGeom prst="rect">
            <a:avLst/>
          </a:prstGeom>
        </p:spPr>
      </p:pic>
      <p:pic>
        <p:nvPicPr>
          <p:cNvPr id="54" name="Graphic 53" descr="Question Mark with solid fill">
            <a:extLst>
              <a:ext uri="{FF2B5EF4-FFF2-40B4-BE49-F238E27FC236}">
                <a16:creationId xmlns:a16="http://schemas.microsoft.com/office/drawing/2014/main" id="{16C02607-BF35-C56B-0A74-AC5B9735B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9821" y="3662082"/>
            <a:ext cx="2339788" cy="2339788"/>
          </a:xfrm>
          <a:prstGeom prst="rect">
            <a:avLst/>
          </a:prstGeom>
        </p:spPr>
      </p:pic>
      <p:pic>
        <p:nvPicPr>
          <p:cNvPr id="55" name="Graphic 54" descr="Question Mark with solid fill">
            <a:extLst>
              <a:ext uri="{FF2B5EF4-FFF2-40B4-BE49-F238E27FC236}">
                <a16:creationId xmlns:a16="http://schemas.microsoft.com/office/drawing/2014/main" id="{654B8252-98CF-B10D-6680-F14CD9B79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9157" y="3662082"/>
            <a:ext cx="2339788" cy="233978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E8015EC-440F-5793-002B-9B769941236B}"/>
              </a:ext>
            </a:extLst>
          </p:cNvPr>
          <p:cNvSpPr txBox="1"/>
          <p:nvPr/>
        </p:nvSpPr>
        <p:spPr>
          <a:xfrm rot="20935015">
            <a:off x="1725633" y="417729"/>
            <a:ext cx="371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 of a military officer </a:t>
            </a:r>
            <a:r>
              <a:rPr lang="en-US"/>
              <a:t>who would like to participate in a coup attempt IF it would be successful.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0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965FD1-D4C5-D762-1BAB-52DA2C5189D6}"/>
              </a:ext>
            </a:extLst>
          </p:cNvPr>
          <p:cNvSpPr txBox="1"/>
          <p:nvPr/>
        </p:nvSpPr>
        <p:spPr>
          <a:xfrm>
            <a:off x="4714875" y="257175"/>
            <a:ext cx="2914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beliefs like this</a:t>
            </a:r>
          </a:p>
        </p:txBody>
      </p:sp>
    </p:spTree>
    <p:extLst>
      <p:ext uri="{BB962C8B-B14F-4D97-AF65-F5344CB8AC3E}">
        <p14:creationId xmlns:p14="http://schemas.microsoft.com/office/powerpoint/2010/main" val="2558840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E1D8-26CB-D339-A651-6DCF163A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78C270-8D0F-1C10-1970-7568880717A3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3FCE1A-857F-C213-9DBC-F5CC3843FFCB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655DC-7059-5343-F982-49BE4CFB5D03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FB4C1-78AA-186B-D124-64A969E52308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15F149-6F5A-6EF7-68FF-904A99FAEDEF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78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AD27-4C13-2998-CA79-F797970C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1796A2-F897-D6D1-00A5-F256B6D3D314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BC9CD-3F32-1271-6D60-456376E7157F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F6ECB-D25F-C3C9-9851-D261FC6AFB15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0B21B-76BD-A8FC-57FE-02BC6C25AF02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9ED323-E521-621F-8ED0-38C6339C0B25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B96122-1524-94DC-C8D3-5F9A7E0A3CE9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68F96-9F2A-22DD-5E69-848574059067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68F96-9F2A-22DD-5E69-848574059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4EA54C-1D85-0F44-1D8D-EF3FBD6371A8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4EA54C-1D85-0F44-1D8D-EF3FBD637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1CA290F-3360-538E-5D6D-083EBDA445BE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</p:spTree>
    <p:extLst>
      <p:ext uri="{BB962C8B-B14F-4D97-AF65-F5344CB8AC3E}">
        <p14:creationId xmlns:p14="http://schemas.microsoft.com/office/powerpoint/2010/main" val="879684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D10F-DBEF-0258-27CE-5471463B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A8ADF-4E6F-A959-D8D2-349A87814DCF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BEE1A4-4346-93A3-AF93-D3640F0D1B77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A3B31-124A-C255-F1DD-114A13BE7009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86C19-308C-3B7F-136B-56298378D774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55921F-511D-9DDF-4EC0-A4C23B340350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DA5DF6-9424-7F3D-1C9B-9647AE9E1FF5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E0F412-13C0-EAFF-FF26-5C60EDEF106A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E0F412-13C0-EAFF-FF26-5C60EDEF1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E035E2-E7FC-7583-D87C-918BF862490B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E035E2-E7FC-7583-D87C-918BF8624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A010785-9506-3362-9EEB-8C54BA1A74E1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37AA1D-43D6-50A3-C930-CD85D09CD588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37AA1D-43D6-50A3-C930-CD85D09CD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03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84ED2-DACB-3F12-11E4-65ECF1C4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48D28A-6C04-4946-244F-5ECB47DCE3BD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79B6E-CAD8-53AE-8FAE-CBEECD6BA445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F6D78-943A-3CCD-2731-B47772840F40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C61B-FC0D-6FD6-E314-A9545FE76DE0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5DCB9A-CDA7-9FC0-C647-CF34990B6C7B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7047A3-F66E-523C-4CF4-638F7BD43268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E5C83-3581-21C2-BFCB-A1FF3314C5CF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E5C83-3581-21C2-BFCB-A1FF3314C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89EEB-4F84-F2FE-445A-2F017A4C9660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889EEB-4F84-F2FE-445A-2F017A4C9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E9812A8-4ECC-97A0-66D5-EB0162496F2B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CC316A-E8DA-422C-3FCC-69FE2256E616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CC316A-E8DA-422C-3FCC-69FE2256E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D83CF4-4866-6618-5117-9B3533824204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D83CF4-4866-6618-5117-9B3533824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EB91F02-9D51-48C6-B0C5-E0C382912A8E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638553-B169-0DCA-D864-560245C71E6A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633C54-F8B2-41F6-7EB1-755071F7F6DB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C62C6A-60EE-5E61-B6EB-7A2181F1A83C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C62C6A-60EE-5E61-B6EB-7A2181F1A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69675C8-5506-0709-FC48-0B69A6A3A8CB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64BE50-6D9F-57C3-2003-0925A430E118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841746-8C11-8ECC-C948-FE4501C86EAB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841746-8C11-8ECC-C948-FE4501C86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31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0B11-986E-2171-B7CD-FC6C95C7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D401A5-9090-751D-FFAD-8F200FB24DED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05F91-0827-6A3C-209B-B7B0E87A0375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93B87-CBC7-1433-2801-AC4F0A5DC88A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4B20EE-678E-DA14-E986-D47F59002224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3A2D2-4E4F-16B7-1B40-87032B0DD178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9BE35FB-F120-CD86-5C1E-D6BFD8E19A51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FE32A0-A0F3-6429-EBD1-C79642A3E57E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FE32A0-A0F3-6429-EBD1-C79642A3E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C1925E-F39F-B73E-A734-7BD6B24F2B96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C1925E-F39F-B73E-A734-7BD6B24F2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F27B29C-8C57-17EE-9300-A5542A766D3B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825165-0B20-7B55-3853-BDBECDEDE8C2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825165-0B20-7B55-3853-BDBECDEDE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C6AA4E-C0C8-97DC-7EC9-CE1E689349F1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C6AA4E-C0C8-97DC-7EC9-CE1E68934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E74EA7F-C709-FBAE-2981-354360B9142E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83F509-2A9E-05C5-FCB8-7087D382C66A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63507E-84BB-702B-451F-ADA0F2BDF3F3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FEE02-6CA8-54F2-7C0B-3CF655A94203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FEE02-6CA8-54F2-7C0B-3CF655A94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65E9DFB-9D8B-E04F-CAE4-649EA8DB09C1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52ACCE-3080-D59B-742E-C57F9EE09A70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133A38-259A-5BE3-1C1C-C909CB1BE8BB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133A38-259A-5BE3-1C1C-C909CB1BE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9D832E-2542-0A3D-B5D3-60BD760C5154}"/>
                  </a:ext>
                </a:extLst>
              </p:cNvPr>
              <p:cNvSpPr txBox="1"/>
              <p:nvPr/>
            </p:nvSpPr>
            <p:spPr>
              <a:xfrm>
                <a:off x="7887767" y="2732484"/>
                <a:ext cx="4114801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attempt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many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9D832E-2542-0A3D-B5D3-60BD760C5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7" y="2732484"/>
                <a:ext cx="4114801" cy="415050"/>
              </a:xfrm>
              <a:prstGeom prst="rect">
                <a:avLst/>
              </a:prstGeom>
              <a:blipFill>
                <a:blip r:embed="rId8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3FF982-A53C-29EA-8AF9-93BA9EB4A9C3}"/>
                  </a:ext>
                </a:extLst>
              </p:cNvPr>
              <p:cNvSpPr txBox="1"/>
              <p:nvPr/>
            </p:nvSpPr>
            <p:spPr>
              <a:xfrm>
                <a:off x="7887768" y="3429000"/>
                <a:ext cx="4114801" cy="444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success</m:t>
                          </m:r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│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attempt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many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83FF982-A53C-29EA-8AF9-93BA9EB4A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8" y="3429000"/>
                <a:ext cx="4114801" cy="444481"/>
              </a:xfrm>
              <a:prstGeom prst="rect">
                <a:avLst/>
              </a:prstGeom>
              <a:blipFill>
                <a:blip r:embed="rId9"/>
                <a:stretch>
                  <a:fillRect t="-1389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72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DDF8B-0C02-B575-AA34-B86EEAF6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7BD3C6-2D53-4D13-0F5E-A9C7DBDD47B9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EC0D1D-EF81-4021-CD1F-817511651390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C54AB-CAEA-F344-7CB1-7ABB07F7594C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1C4D2-2A6F-96BE-21CC-CBFC9E2C09FD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59A7A2-1EB6-86BA-4D2F-5C8C9523CE0D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9731CA-35FB-E725-5CBF-E46B2633D649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F87E04-50C4-10C3-BFC6-7B06AF883A4A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F87E04-50C4-10C3-BFC6-7B06AF883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B1613A-B140-5708-8ACD-80CEC4624991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B1613A-B140-5708-8ACD-80CEC4624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CF4D95B-5B1A-F0BD-1D46-A972F36CBE11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832F25-6385-A01D-1321-BC31BCED8B8D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832F25-6385-A01D-1321-BC31BCED8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108547-4AED-1CF2-B4BC-7E83A05EDF1D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108547-4AED-1CF2-B4BC-7E83A05ED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877C07B-CD1A-ECA9-0B58-94FBE142F3A2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001AC0-4D8B-FFD2-2776-83A6543C3498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D5750C-745A-C8D0-DC13-D89DEFC4A16C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B0C8CE-F595-86D5-B797-8E97F24207FB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B0C8CE-F595-86D5-B797-8E97F2420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9408C0B-4FCF-60C3-9C7C-E2C862991341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E712E-EF72-8FB5-DEB5-9C2F4A02CC3C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E2138A-80AB-2741-6BFD-BB88C1081FBF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E2138A-80AB-2741-6BFD-BB88C1081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ED8C2C-6892-8125-A978-40DB29D0B1F0}"/>
                  </a:ext>
                </a:extLst>
              </p:cNvPr>
              <p:cNvSpPr txBox="1"/>
              <p:nvPr/>
            </p:nvSpPr>
            <p:spPr>
              <a:xfrm>
                <a:off x="7887767" y="2732484"/>
                <a:ext cx="4114801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attempt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many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ED8C2C-6892-8125-A978-40DB29D0B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7" y="2732484"/>
                <a:ext cx="4114801" cy="415050"/>
              </a:xfrm>
              <a:prstGeom prst="rect">
                <a:avLst/>
              </a:prstGeom>
              <a:blipFill>
                <a:blip r:embed="rId8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589B135-6BBD-8E7E-A5EE-89DD6A03B242}"/>
                  </a:ext>
                </a:extLst>
              </p:cNvPr>
              <p:cNvSpPr txBox="1"/>
              <p:nvPr/>
            </p:nvSpPr>
            <p:spPr>
              <a:xfrm>
                <a:off x="7887768" y="3429000"/>
                <a:ext cx="4114801" cy="444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success</m:t>
                          </m:r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│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attempt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many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589B135-6BBD-8E7E-A5EE-89DD6A03B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8" y="3429000"/>
                <a:ext cx="4114801" cy="444481"/>
              </a:xfrm>
              <a:prstGeom prst="rect">
                <a:avLst/>
              </a:prstGeom>
              <a:blipFill>
                <a:blip r:embed="rId9"/>
                <a:stretch>
                  <a:fillRect t="-1389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7276B3B-BCE4-E63F-DE90-C1D990DAA855}"/>
              </a:ext>
            </a:extLst>
          </p:cNvPr>
          <p:cNvSpPr txBox="1"/>
          <p:nvPr/>
        </p:nvSpPr>
        <p:spPr>
          <a:xfrm>
            <a:off x="7773469" y="4744638"/>
            <a:ext cx="4114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FFFF00"/>
                </a:solidFill>
              </a:rPr>
              <a:t>THEREFORE:</a:t>
            </a:r>
          </a:p>
          <a:p>
            <a:endParaRPr lang="en-US" i="1">
              <a:solidFill>
                <a:srgbClr val="FFFF00"/>
              </a:solidFill>
            </a:endParaRPr>
          </a:p>
          <a:p>
            <a:r>
              <a:rPr lang="en-US" i="1">
                <a:solidFill>
                  <a:srgbClr val="FFFF00"/>
                </a:solidFill>
              </a:rPr>
              <a:t>P(no attempt | many) = </a:t>
            </a:r>
          </a:p>
          <a:p>
            <a:r>
              <a:rPr lang="en-US" i="1">
                <a:solidFill>
                  <a:srgbClr val="FFFF00"/>
                </a:solidFill>
              </a:rPr>
              <a:t>1 – P(attempt | many) = 1/2</a:t>
            </a:r>
          </a:p>
        </p:txBody>
      </p:sp>
    </p:spTree>
    <p:extLst>
      <p:ext uri="{BB962C8B-B14F-4D97-AF65-F5344CB8AC3E}">
        <p14:creationId xmlns:p14="http://schemas.microsoft.com/office/powerpoint/2010/main" val="3555435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B905-4E87-25EA-0A48-E6470420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338CC-EEE5-0F8D-86BE-5B42AB1EE117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0D2F00-46A9-2AB5-F7C1-320F28144FD0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7A159-998F-A2C8-46D0-50648D937EF2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F0936-9F47-9339-B6E4-DD5581A05097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D8A332-FD32-14C2-BC3C-CF75BE726330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93D2851-8BB4-370E-D5F4-77C24DA98255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24299F-0199-B40C-7CB4-F2A059C70415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24299F-0199-B40C-7CB4-F2A059C70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BE3DB4-9F50-6F0F-D322-B0CF56CA7C84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BE3DB4-9F50-6F0F-D322-B0CF56CA7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D090F02-DD9A-0852-D50C-C86C162FDCAD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7A5760-DDCC-E79C-1690-227981EC4258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7A5760-DDCC-E79C-1690-227981EC4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DEC04E-F0F1-4BB7-AC5B-107519407690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DEC04E-F0F1-4BB7-AC5B-107519407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BFF653D-887B-8739-93AD-964E86CE2C1D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157580-606C-E9DD-028D-A0CC3F5A69FC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6609F5-A758-C3B2-9715-445911EDBC03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198D23-D388-EEF0-3823-1F231C750913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198D23-D388-EEF0-3823-1F231C75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410FA06-5151-6B9E-6EE1-3BB314C47413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BE6F9-12BC-AFE6-74FF-AD0E0830E7BA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725D7A-2A18-336F-9BA3-797DFC14A462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725D7A-2A18-336F-9BA3-797DFC14A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F1E51E-2A24-10A8-4817-07A9E862A67C}"/>
                  </a:ext>
                </a:extLst>
              </p:cNvPr>
              <p:cNvSpPr txBox="1"/>
              <p:nvPr/>
            </p:nvSpPr>
            <p:spPr>
              <a:xfrm>
                <a:off x="7887767" y="2732484"/>
                <a:ext cx="4114801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attempt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many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F1E51E-2A24-10A8-4817-07A9E862A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7" y="2732484"/>
                <a:ext cx="4114801" cy="415050"/>
              </a:xfrm>
              <a:prstGeom prst="rect">
                <a:avLst/>
              </a:prstGeom>
              <a:blipFill>
                <a:blip r:embed="rId8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13141A-0A36-864E-2A3B-7448AEAEA25F}"/>
                  </a:ext>
                </a:extLst>
              </p:cNvPr>
              <p:cNvSpPr txBox="1"/>
              <p:nvPr/>
            </p:nvSpPr>
            <p:spPr>
              <a:xfrm>
                <a:off x="7887768" y="3429000"/>
                <a:ext cx="4114801" cy="444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success</m:t>
                          </m:r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│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attempt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many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E13141A-0A36-864E-2A3B-7448AEAEA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8" y="3429000"/>
                <a:ext cx="4114801" cy="444481"/>
              </a:xfrm>
              <a:prstGeom prst="rect">
                <a:avLst/>
              </a:prstGeom>
              <a:blipFill>
                <a:blip r:embed="rId9"/>
                <a:stretch>
                  <a:fillRect t="-1389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DB7B96E-0F91-3D88-9690-B4DBE84208F6}"/>
              </a:ext>
            </a:extLst>
          </p:cNvPr>
          <p:cNvSpPr txBox="1"/>
          <p:nvPr/>
        </p:nvSpPr>
        <p:spPr>
          <a:xfrm>
            <a:off x="7773469" y="4744638"/>
            <a:ext cx="4114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FFFF00"/>
                </a:solidFill>
              </a:rPr>
              <a:t>THEREFORE:</a:t>
            </a:r>
          </a:p>
          <a:p>
            <a:endParaRPr lang="en-US" i="1">
              <a:solidFill>
                <a:srgbClr val="FFFF00"/>
              </a:solidFill>
            </a:endParaRPr>
          </a:p>
          <a:p>
            <a:r>
              <a:rPr lang="en-US" i="1">
                <a:solidFill>
                  <a:srgbClr val="FFFF00"/>
                </a:solidFill>
              </a:rPr>
              <a:t>P(attempt &amp; failure | many) = </a:t>
            </a:r>
          </a:p>
          <a:p>
            <a:r>
              <a:rPr lang="en-US" i="1">
                <a:solidFill>
                  <a:srgbClr val="FFFF00"/>
                </a:solidFill>
              </a:rPr>
              <a:t>P(attempt | many) X P(failure | attempt &amp; many) =</a:t>
            </a:r>
          </a:p>
          <a:p>
            <a:r>
              <a:rPr lang="en-US" i="1">
                <a:solidFill>
                  <a:srgbClr val="FFFF00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294914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D000-0BB7-2001-D0DA-E3F786D3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412786-3BB1-0E52-7F1D-ABA722720D24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349B79-E04C-3C47-BC01-66065F9B8E3B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AFBD9-34D1-1EF0-E214-70F91EC8716F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A9B4E-508C-F733-3EE8-C92926BE9597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EB9B8B-3909-3F4D-BF30-2138D9489EB4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ABE1A4-09DE-F1B2-A7E6-27F73BC7EF00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75ED33-C734-4610-C9B0-89EC51175549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75ED33-C734-4610-C9B0-89EC51175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4EECDE-5674-C477-A5B0-99843CE6DF96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4EECDE-5674-C477-A5B0-99843CE6D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15D7C25-9544-D497-E631-BC3F4C073BA5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356710-6059-1C05-3147-8146BFDE7EA3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356710-6059-1C05-3147-8146BFDE7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4A83E3-7428-4F74-F2BF-74BA28F87929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4A83E3-7428-4F74-F2BF-74BA28F87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F648E1C-3F84-2C15-B9F7-190D826CBD84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350EA4-E9C9-7591-99A9-A2E40E0A15C1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780B1-B239-DBAE-836D-B6725562A12D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192D3A-0E25-357D-E2B0-9143BB477E21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192D3A-0E25-357D-E2B0-9143BB477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208E036-0C23-DA86-E60D-FA383D8B3217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7CEE14-6F98-872E-2E2A-5982398CD373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9E3BA6-981A-759F-0E86-9A2CCA5BF9BF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9E3BA6-981A-759F-0E86-9A2CCA5BF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695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7669-476F-D5D3-BFFB-01DF0B46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E1AD2B-7BDE-2CC8-4BDF-CAA54ECB799A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5BBF4E-927B-4E05-6341-DDDFED9794EA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70CDF-0D9B-E314-6F3A-F5B958C1C090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65CB3-39C9-8F5B-8FE5-27FE628202A4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47758E-C43C-1942-5F93-CE4C07FD2646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5138E7-7B6E-E221-A866-EA627A360B6E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61AF06-00C1-C1A6-E18E-CB81FCC69151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61AF06-00C1-C1A6-E18E-CB81FCC69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1DB51D-6D7E-C8BB-2C73-9212E46DD613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1DB51D-6D7E-C8BB-2C73-9212E46DD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59540AB-4B8F-1C59-063A-BA4CEFD847F1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DF0348-7048-15E5-33B3-A83234E2ECC2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DF0348-7048-15E5-33B3-A83234E2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425512-1464-DF07-E20C-99EF771AF819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425512-1464-DF07-E20C-99EF771A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9FC7BA4-F14D-EA65-D277-F6D6C01673D2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3A47E1-537E-E753-5084-EB695770B02E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CAB3E7-2DD6-F1A9-F738-85F95ED8C83A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866AB0-59D6-8879-13D6-06516795AF81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866AB0-59D6-8879-13D6-06516795A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EC31395-CA54-EF57-ECC8-6C8F7665DCA7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1A6334-4F58-BF11-F5AF-B1E710F3B31F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0EDEB3-A470-2EE0-42C3-898B6EBCC3DC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0EDEB3-A470-2EE0-42C3-898B6EBCC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2B62BE-E5A9-648A-3839-F130C801DD9F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191F6B-656E-5795-04CD-46EE701FF7AC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D390BC-D514-776C-633D-AF7CE809E0AE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ED390BC-D514-776C-633D-AF7CE809E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00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6E95-27E0-213C-56F6-67514CCD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D239B8-DDE6-DA9B-A299-A88F9E080EF9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EED215-F1C8-0E06-48DC-CEB7905E8A29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9B711-97DB-F396-0981-0CD54269D0E7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ECBB5-4C93-B408-7708-4F7D907EAC38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0AD3F5-669F-12B6-9DC5-5359F585D20D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6FCB2F-8880-0203-EE73-4B386A239541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4BBE9E-25EA-F1BF-E025-B6123C267BE6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4BBE9E-25EA-F1BF-E025-B6123C267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89335D-040C-E0E0-5AA3-F3816DA5B7C5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89335D-040C-E0E0-5AA3-F3816DA5B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76ED459-4E8B-CED4-2CA5-400FBCFD8B5D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FF886A-118F-7F32-774D-2B0F06CF186D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FF886A-118F-7F32-774D-2B0F06CF1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82FB21-945D-5B7A-A1C5-65D5D58A8534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82FB21-945D-5B7A-A1C5-65D5D58A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BB0FB0B-6754-3B9F-3894-0AA29E39FE0D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7E2BFA-69A0-FA6A-541E-C729791811F9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0190C9-5141-5046-1923-1081FC83BFB1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9B40C2-22D7-CD79-B9FB-BE40C6A5EF58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9B40C2-22D7-CD79-B9FB-BE40C6A5E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92AF60A-F25C-D524-BAEE-78FA1744286C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D52DF2-78AF-E710-F017-AB51278EA7D4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B93DB1-10F4-4C74-193F-525E6260BDB7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B93DB1-10F4-4C74-193F-525E6260B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F18545-90C2-EE9E-AFCF-A6EECA054DFF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6C06251-A15D-8D93-A67B-AE0BED78E385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69540C-3229-BDDA-18C1-BE7001978215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69540C-3229-BDDA-18C1-BE7001978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4A218F-AABC-BFF8-9561-26BE7A8E11EB}"/>
                  </a:ext>
                </a:extLst>
              </p:cNvPr>
              <p:cNvSpPr txBox="1"/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</a:t>
                </a:r>
                <a:r>
                  <a:rPr lang="en-US" b="1" i="1">
                    <a:solidFill>
                      <a:srgbClr val="FFFF00"/>
                    </a:solidFill>
                  </a:rPr>
                  <a:t>“attempt penalty”</a:t>
                </a:r>
                <a:r>
                  <a:rPr lang="en-US" i="1">
                    <a:solidFill>
                      <a:srgbClr val="FFFF00"/>
                    </a:solidFill>
                  </a:rPr>
                  <a:t> – shrinks the probability of an attempt if “few” will participate instead of “many”.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4A218F-AABC-BFF8-9561-26BE7A8E1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blipFill>
                <a:blip r:embed="rId9"/>
                <a:stretch>
                  <a:fillRect l="-1333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651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DA31-B5E4-4ACA-A123-D2A0E14A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DE55ED-B1E2-364B-E5BE-D3BE632F8F54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4A1CF-8E31-4FB2-0B18-5FDD894BE835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52C70-93B9-C0FD-017C-4F0690F9537A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509A0-80CC-FAE9-9052-99644514955E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580EC8-6A3B-8426-28F3-0A0784454F90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4C8862-1865-E388-B710-4F899B0F2AE1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424A13-A22F-7876-4F98-E63C6E95D9D6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424A13-A22F-7876-4F98-E63C6E95D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935D4A-D50E-5137-04B4-B3A139E1BDD6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935D4A-D50E-5137-04B4-B3A139E1B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E665168-7881-E3C9-BE0F-CE8AF4C4317F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14EC9-0592-F1D7-3523-0FB2CF57D554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14EC9-0592-F1D7-3523-0FB2CF57D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C5C8AE-310A-622E-3595-8A401A3F9636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C5C8AE-310A-622E-3595-8A401A3F9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1496E9D-B636-D301-DEA7-B9E38796DB18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382842-3392-1D43-D806-CC874A609378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597A4D-1466-00FB-B476-7C6519F5AA0F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D9C0-136E-C06A-FE38-256639AEAB95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4E7D9C0-136E-C06A-FE38-256639AEA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A42BB51-E94B-75CD-13F3-167B6E6C88D8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E6EA29-069D-98BF-F89C-1BC29A3B1091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A699BA-1890-D901-1ADA-96CB73D1ED30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A699BA-1890-D901-1ADA-96CB73D1E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13DD7A-AF1A-05DB-D691-A6E9F2F36122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160F51-4B0C-A1F8-71CB-69F9EB5F0C57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132BF8-8EB5-67B1-4033-E90F6A637DA2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D132BF8-8EB5-67B1-4033-E90F6A637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365067-3585-44F9-33B4-DFB93D4B7CE6}"/>
                  </a:ext>
                </a:extLst>
              </p:cNvPr>
              <p:cNvSpPr txBox="1"/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</a:t>
                </a:r>
                <a:r>
                  <a:rPr lang="en-US" b="1" i="1">
                    <a:solidFill>
                      <a:srgbClr val="FFFF00"/>
                    </a:solidFill>
                  </a:rPr>
                  <a:t>“attempt penalty”</a:t>
                </a:r>
                <a:r>
                  <a:rPr lang="en-US" i="1">
                    <a:solidFill>
                      <a:srgbClr val="FFFF00"/>
                    </a:solidFill>
                  </a:rPr>
                  <a:t> – shrinks the probability of an attempt if “few” will participate instead of “many”.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1365067-3585-44F9-33B4-DFB93D4B7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blipFill>
                <a:blip r:embed="rId9"/>
                <a:stretch>
                  <a:fillRect l="-1333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D15068-A63D-75C7-4C5E-CFD2900432A6}"/>
              </a:ext>
            </a:extLst>
          </p:cNvPr>
          <p:cNvCxnSpPr/>
          <p:nvPr/>
        </p:nvCxnSpPr>
        <p:spPr>
          <a:xfrm>
            <a:off x="1609725" y="5536169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21C04E-40E5-D9E2-2A07-D6F4134F5251}"/>
              </a:ext>
            </a:extLst>
          </p:cNvPr>
          <p:cNvSpPr txBox="1"/>
          <p:nvPr/>
        </p:nvSpPr>
        <p:spPr>
          <a:xfrm>
            <a:off x="2103955" y="5759315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C4F3E4-1680-0DCF-6B8E-6EA53931EF68}"/>
                  </a:ext>
                </a:extLst>
              </p:cNvPr>
              <p:cNvSpPr txBox="1"/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C4F3E4-1680-0DCF-6B8E-6EA53931E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133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7A6CC-4423-F373-3534-23B990B9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0881B-CB34-0B67-5ABC-CDCEA9441067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4409A-BDEF-EFA9-6929-612DF588731D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E2258-BA36-4AFA-8FF4-2249F9C4FA35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135AC-F63D-B3F8-3E49-5298E7CBF7E1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3422AA-0C87-8E6B-5452-6C79978553B1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18537C-7635-1D06-8031-99854051CF43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D5791-D401-B37C-A3F4-6DEFB9796958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D5791-D401-B37C-A3F4-6DEFB9796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ED725F-92AE-20AF-5AE2-A2C3F3D3B66B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ED725F-92AE-20AF-5AE2-A2C3F3D3B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26E76BA-8118-BA1E-D9C4-E8BD21387DDD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165FFE-D298-10FF-D104-1D205354428A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165FFE-D298-10FF-D104-1D2053544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2E5E49-CAB7-C2B8-9429-78D796ACC59B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2E5E49-CAB7-C2B8-9429-78D796ACC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C17FBB2-47EE-1CF4-08D9-280831FE0307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58847C-9741-B905-905C-F5E81D1B1C37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3FD179-19B3-AD72-3DCE-2AB03C9148DC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BB8734-81C6-E406-DCB9-BB5CBFA9BC4C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BB8734-81C6-E406-DCB9-BB5CBFA9B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2A13630-9969-B610-37E5-9AF99BD4FA67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356F8-6D35-4C8B-AAB5-A246EC1DE361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CE6CE8-452E-B16E-82E4-1DCB882E898D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8CE6CE8-452E-B16E-82E4-1DCB882E8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844AA9-27BB-D228-19C7-ACB4B93B0627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94BB6A-1B4B-AC11-93E4-ACF86D06A934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DF0BDA-1158-5A83-6628-66BBD7508E09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3DF0BDA-1158-5A83-6628-66BBD7508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52782B-E197-F701-7277-3D105FE7EE2C}"/>
                  </a:ext>
                </a:extLst>
              </p:cNvPr>
              <p:cNvSpPr txBox="1"/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</a:t>
                </a:r>
                <a:r>
                  <a:rPr lang="en-US" b="1" i="1">
                    <a:solidFill>
                      <a:srgbClr val="FFFF00"/>
                    </a:solidFill>
                  </a:rPr>
                  <a:t>“attempt penalty”</a:t>
                </a:r>
                <a:r>
                  <a:rPr lang="en-US" i="1">
                    <a:solidFill>
                      <a:srgbClr val="FFFF00"/>
                    </a:solidFill>
                  </a:rPr>
                  <a:t> – shrinks the probability of an attempt if “few” will participate instead of “many”.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52782B-E197-F701-7277-3D105FE7E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blipFill>
                <a:blip r:embed="rId9"/>
                <a:stretch>
                  <a:fillRect l="-1333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AF0CA3-FDE8-B431-BAD3-4E523D4924C5}"/>
              </a:ext>
            </a:extLst>
          </p:cNvPr>
          <p:cNvCxnSpPr/>
          <p:nvPr/>
        </p:nvCxnSpPr>
        <p:spPr>
          <a:xfrm>
            <a:off x="1609725" y="5536169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14C4216-C538-C1DF-4131-18327632CC08}"/>
              </a:ext>
            </a:extLst>
          </p:cNvPr>
          <p:cNvSpPr txBox="1"/>
          <p:nvPr/>
        </p:nvSpPr>
        <p:spPr>
          <a:xfrm>
            <a:off x="2103955" y="5759315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6208DB-94DB-63FA-2BD5-845E5FA1E484}"/>
                  </a:ext>
                </a:extLst>
              </p:cNvPr>
              <p:cNvSpPr txBox="1"/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6208DB-94DB-63FA-2BD5-845E5FA1E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5960AD-DC94-7D63-589B-FE46410AF027}"/>
                  </a:ext>
                </a:extLst>
              </p:cNvPr>
              <p:cNvSpPr txBox="1"/>
              <p:nvPr/>
            </p:nvSpPr>
            <p:spPr>
              <a:xfrm>
                <a:off x="7887768" y="4138612"/>
                <a:ext cx="411480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</a:t>
                </a:r>
                <a:r>
                  <a:rPr lang="en-US" b="1" i="1">
                    <a:solidFill>
                      <a:srgbClr val="FFFF00"/>
                    </a:solidFill>
                  </a:rPr>
                  <a:t>“success penalty”</a:t>
                </a:r>
                <a:r>
                  <a:rPr lang="en-US" i="1">
                    <a:solidFill>
                      <a:srgbClr val="FFFF00"/>
                    </a:solidFill>
                  </a:rPr>
                  <a:t> – shrinks the probability of a success (given an attempt) if “few” will participate instead of “many”.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5960AD-DC94-7D63-589B-FE46410AF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8" y="4138612"/>
                <a:ext cx="4114801" cy="1477328"/>
              </a:xfrm>
              <a:prstGeom prst="rect">
                <a:avLst/>
              </a:prstGeom>
              <a:blipFill>
                <a:blip r:embed="rId11"/>
                <a:stretch>
                  <a:fillRect l="-1333" t="-2066" r="-444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246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93E2-8ABC-EB01-88DF-3BAB66B9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21524-F71F-BAB0-59D7-44F4382BCE29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88B13C-A91D-D57D-4EC2-13C7AAC231A6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168A7-74F3-880B-C50C-C2C53CB5E27E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1019E-57A4-C29C-DA62-417A7589EBB1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8C1F76-BDA6-D68F-193C-5CC8E3CAEEFD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6ACADC-3836-B6BE-4408-BBEFD3209447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71034A-BAD9-2B6D-B9C6-173C95DF9388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71034A-BAD9-2B6D-B9C6-173C95DF9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AFFDD1-1D70-7308-6ACD-5A6105FEBE4B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AFFDD1-1D70-7308-6ACD-5A6105FEB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A600E70-4984-6CCB-850C-EBEFB7989FE9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DD547D-694D-CEB4-1ADD-BC2CA6721F15}"/>
                  </a:ext>
                </a:extLst>
              </p:cNvPr>
              <p:cNvSpPr txBox="1"/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marginal probability that MANY officers would participate if a coup occurred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DD547D-694D-CEB4-1ADD-BC2CA6721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1379934"/>
                <a:ext cx="4114801" cy="923330"/>
              </a:xfrm>
              <a:prstGeom prst="rect">
                <a:avLst/>
              </a:prstGeom>
              <a:blipFill>
                <a:blip r:embed="rId4"/>
                <a:stretch>
                  <a:fillRect l="-1333" t="-2632" r="-74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54F4B2-F4A7-2AE3-A2E6-3E6AFBDAE117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54F4B2-F4A7-2AE3-A2E6-3E6AFBDAE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46924CE-E96A-4FA7-9652-2693D63B76CC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0BF735-CEB5-2038-4BCD-149C8F2EB54C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25E05F-E97F-C434-3A7B-5421BD247542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3DC342-2513-1CC6-2550-28378DE3B6DC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3DC342-2513-1CC6-2550-28378DE3B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D06770E-0DB5-5F99-D8D9-3C2A18AB66D0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B84578-7713-E1EF-73C5-B2202F1DBEEE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516400-2483-A938-D06D-F120B879D7C3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516400-2483-A938-D06D-F120B879D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CFF608-AB46-1D5E-2016-C79FFB2D57AF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16A1A1-C851-6FB6-4335-08A8759B5839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FC8A48-2624-31B7-FEDA-573CD410E6DD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FC8A48-2624-31B7-FEDA-573CD410E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4EE5E32-0579-EF7F-1ABA-6AFD132F5AE8}"/>
                  </a:ext>
                </a:extLst>
              </p:cNvPr>
              <p:cNvSpPr txBox="1"/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</a:t>
                </a:r>
                <a:r>
                  <a:rPr lang="en-US" b="1" i="1">
                    <a:solidFill>
                      <a:srgbClr val="FFFF00"/>
                    </a:solidFill>
                  </a:rPr>
                  <a:t>“attempt penalty”</a:t>
                </a:r>
                <a:r>
                  <a:rPr lang="en-US" i="1">
                    <a:solidFill>
                      <a:srgbClr val="FFFF00"/>
                    </a:solidFill>
                  </a:rPr>
                  <a:t> – shrinks the probability of an attempt if “few” will participate instead of “many”.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4EE5E32-0579-EF7F-1ABA-6AFD132F5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9" y="2515536"/>
                <a:ext cx="4114801" cy="1200329"/>
              </a:xfrm>
              <a:prstGeom prst="rect">
                <a:avLst/>
              </a:prstGeom>
              <a:blipFill>
                <a:blip r:embed="rId9"/>
                <a:stretch>
                  <a:fillRect l="-1333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3A2B82-4659-B70B-C3A8-1A6B9658BE8C}"/>
              </a:ext>
            </a:extLst>
          </p:cNvPr>
          <p:cNvCxnSpPr/>
          <p:nvPr/>
        </p:nvCxnSpPr>
        <p:spPr>
          <a:xfrm>
            <a:off x="1609725" y="5536169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2879ED-FD07-42E8-22B2-CF6DA83DD865}"/>
              </a:ext>
            </a:extLst>
          </p:cNvPr>
          <p:cNvSpPr txBox="1"/>
          <p:nvPr/>
        </p:nvSpPr>
        <p:spPr>
          <a:xfrm>
            <a:off x="2103955" y="5759315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FA04CD-2E53-32FE-7342-7CB08D158A6B}"/>
                  </a:ext>
                </a:extLst>
              </p:cNvPr>
              <p:cNvSpPr txBox="1"/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FA04CD-2E53-32FE-7342-7CB08D158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B8387A-B1F5-5CC5-ADF3-810C62B4D92F}"/>
                  </a:ext>
                </a:extLst>
              </p:cNvPr>
              <p:cNvSpPr txBox="1"/>
              <p:nvPr/>
            </p:nvSpPr>
            <p:spPr>
              <a:xfrm>
                <a:off x="7887768" y="4138612"/>
                <a:ext cx="411480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i="1">
                    <a:solidFill>
                      <a:srgbClr val="FFFF00"/>
                    </a:solidFill>
                  </a:rPr>
                  <a:t>: (number between 0 and 1) – </a:t>
                </a:r>
                <a:r>
                  <a:rPr lang="en-US" b="1" i="1">
                    <a:solidFill>
                      <a:srgbClr val="FFFF00"/>
                    </a:solidFill>
                  </a:rPr>
                  <a:t>“success penalty”</a:t>
                </a:r>
                <a:r>
                  <a:rPr lang="en-US" i="1">
                    <a:solidFill>
                      <a:srgbClr val="FFFF00"/>
                    </a:solidFill>
                  </a:rPr>
                  <a:t> – shrinks the probability of a success (given an attempt) if “few” will participate instead of “many”.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B8387A-B1F5-5CC5-ADF3-810C62B4D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68" y="4138612"/>
                <a:ext cx="4114801" cy="1477328"/>
              </a:xfrm>
              <a:prstGeom prst="rect">
                <a:avLst/>
              </a:prstGeom>
              <a:blipFill>
                <a:blip r:embed="rId11"/>
                <a:stretch>
                  <a:fillRect l="-1333" t="-2066" r="-444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1327CC89-A47B-1239-2455-B55916D21E3E}"/>
              </a:ext>
            </a:extLst>
          </p:cNvPr>
          <p:cNvSpPr txBox="1"/>
          <p:nvPr/>
        </p:nvSpPr>
        <p:spPr>
          <a:xfrm>
            <a:off x="2181227" y="3986394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4AC5D7B-9222-B00C-3564-F81A0A361624}"/>
                  </a:ext>
                </a:extLst>
              </p:cNvPr>
              <p:cNvSpPr txBox="1"/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4AC5D7B-9222-B00C-3564-F81A0A361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1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FC3F-C4A3-E758-5C56-226D8CBD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413D5-42F3-5F99-B74B-B5683824FE49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02F7CD-75EF-F903-08A8-5C21FCC32D4A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E8EC6-2F87-6609-E818-3482DE19C2B0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AB674-85FA-A2D8-EC35-FE962397C0DB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ED887E-8378-9B52-E2FC-91818D2A9531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0B962F-D70C-9A91-496F-2880F4535CEF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314F9D-8029-3A5D-517A-DA52E22224D3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314F9D-8029-3A5D-517A-DA52E2222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BE96CA-82D7-5DD0-CAE9-20B06FEE86E6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BE96CA-82D7-5DD0-CAE9-20B06FEE8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D172B14-2C3B-A4A0-CFDD-BD24294B28DF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60FE8-A83B-66E0-BAD8-1FF281BE9C2B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60FE8-A83B-66E0-BAD8-1FF281BE9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88980FB-C3BE-6F76-7E15-BFE6473FF9D2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33BF7D-8F85-C9D0-BB4B-BFF67AE1E67F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84F759-5FD3-387D-4367-1483F8D48617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18C2B1-AC34-5253-8D53-20A651712467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18C2B1-AC34-5253-8D53-20A651712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B560D0F-FA4F-8833-6F61-B06A00EA0DA4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E0D39A-78B2-3B30-C2CA-8BA4EEFAA85C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AC8722-97D6-FD6E-887E-708BBC9A9057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AC8722-97D6-FD6E-887E-708BBC9A9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67E784-2C04-5FF8-5FB1-FBF80774695A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A38958F-9CB8-0B60-C37E-B3BF8FB64675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323AE4-7B92-A7F2-D058-4C968CA84577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323AE4-7B92-A7F2-D058-4C968CA84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7522D3-C6F0-AD00-29E8-5B97B2B2055B}"/>
              </a:ext>
            </a:extLst>
          </p:cNvPr>
          <p:cNvCxnSpPr/>
          <p:nvPr/>
        </p:nvCxnSpPr>
        <p:spPr>
          <a:xfrm>
            <a:off x="1609725" y="5536169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8F6B1E3-58F7-F854-DB05-EDF242AE8618}"/>
              </a:ext>
            </a:extLst>
          </p:cNvPr>
          <p:cNvSpPr txBox="1"/>
          <p:nvPr/>
        </p:nvSpPr>
        <p:spPr>
          <a:xfrm>
            <a:off x="2103955" y="5759315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D92A559-4D13-C371-19CA-72636FE21834}"/>
                  </a:ext>
                </a:extLst>
              </p:cNvPr>
              <p:cNvSpPr txBox="1"/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D92A559-4D13-C371-19CA-72636FE21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7868E7A-2FDC-9CC7-F0ED-4EA12D06C7E7}"/>
              </a:ext>
            </a:extLst>
          </p:cNvPr>
          <p:cNvSpPr txBox="1"/>
          <p:nvPr/>
        </p:nvSpPr>
        <p:spPr>
          <a:xfrm>
            <a:off x="2181227" y="3986394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9E2F3-165B-C040-7EF3-ADAC3F6F4F96}"/>
                  </a:ext>
                </a:extLst>
              </p:cNvPr>
              <p:cNvSpPr txBox="1"/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9E2F3-165B-C040-7EF3-ADAC3F6F4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6F85D5C-C9D1-DE98-C7B7-9BE3D643DE0E}"/>
              </a:ext>
            </a:extLst>
          </p:cNvPr>
          <p:cNvSpPr txBox="1"/>
          <p:nvPr/>
        </p:nvSpPr>
        <p:spPr>
          <a:xfrm>
            <a:off x="7419975" y="1867709"/>
            <a:ext cx="4010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Suppose the officer observes a FAILED ATTEMPT, but does not observe whether few or many officers participated.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93100-87E9-DF55-0474-11C89AA21EF6}"/>
              </a:ext>
            </a:extLst>
          </p:cNvPr>
          <p:cNvSpPr/>
          <p:nvPr/>
        </p:nvSpPr>
        <p:spPr>
          <a:xfrm>
            <a:off x="7486650" y="706263"/>
            <a:ext cx="4705349" cy="61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39F0F5-A372-ECB4-8566-C6E8E765418B}"/>
              </a:ext>
            </a:extLst>
          </p:cNvPr>
          <p:cNvSpPr txBox="1"/>
          <p:nvPr/>
        </p:nvSpPr>
        <p:spPr>
          <a:xfrm>
            <a:off x="7677150" y="904875"/>
            <a:ext cx="4514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Suppose an officer with these beliefs observes a </a:t>
            </a:r>
            <a:r>
              <a:rPr lang="en-US" b="1">
                <a:solidFill>
                  <a:schemeClr val="bg1"/>
                </a:solidFill>
              </a:rPr>
              <a:t>failed attempt</a:t>
            </a:r>
            <a:r>
              <a:rPr lang="en-US">
                <a:solidFill>
                  <a:schemeClr val="bg1"/>
                </a:solidFill>
              </a:rPr>
              <a:t>, but does not observe whether few or many other officers participated in the failed attempt.</a:t>
            </a:r>
          </a:p>
        </p:txBody>
      </p:sp>
    </p:spTree>
    <p:extLst>
      <p:ext uri="{BB962C8B-B14F-4D97-AF65-F5344CB8AC3E}">
        <p14:creationId xmlns:p14="http://schemas.microsoft.com/office/powerpoint/2010/main" val="647517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45C1-7FB1-5E67-BFFC-5F532177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28CEA7-DA72-9A30-7717-6063B2465D62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2947EB-155D-4BA4-B286-C0089D26BA4D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EAFEB-59A0-AC14-38E2-78957E3BD1FF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0F7E5-39FF-FB7A-27CF-AD3F0C7B9C3F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FE5444-BA20-8D81-C6B4-200AE1ABE164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B22CBE-EC25-4FEA-50F4-70DE9F500FAF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5CBAE-A3D2-8005-1CB3-00DD6BE2A6FA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5CBAE-A3D2-8005-1CB3-00DD6BE2A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1E57EE-1BC2-7026-2C9C-748C9481AA87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1E57EE-1BC2-7026-2C9C-748C9481A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56358C-CAD8-ACB7-BFBC-699922B0B641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DAFD8F-EE69-6593-3A6E-AC08C6FA9F9E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DAFD8F-EE69-6593-3A6E-AC08C6FA9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D6CEEAC-D24F-DEE8-FBD5-0876F85F6862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0FBFEE-6128-B860-5663-455DB8B99EF5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78F522-0B83-9CB4-1DF4-84ACA5D00605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35B4E4-0DC9-3122-8DC8-753986C34B6A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35B4E4-0DC9-3122-8DC8-753986C34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D4C6EF7-BCF3-2823-39E0-9D11020903F7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DD559A-09C0-CD33-8D26-D2D12A0AEC50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62491F-BD57-0CA5-33BA-BD2C7E504E56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62491F-BD57-0CA5-33BA-BD2C7E504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94DB66-60CE-CA8A-769F-7AAC87A9FA81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192A794-5EDB-EF56-F28B-C73F1909BAB9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9E65C9-C428-E9D0-B2BA-F9FE3A2FF032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29E65C9-C428-E9D0-B2BA-F9FE3A2FF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F84ADD9-0D69-68ED-308E-25A0AC2C6EE3}"/>
              </a:ext>
            </a:extLst>
          </p:cNvPr>
          <p:cNvCxnSpPr/>
          <p:nvPr/>
        </p:nvCxnSpPr>
        <p:spPr>
          <a:xfrm>
            <a:off x="1609725" y="5536169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8D919E-65F1-33B9-0EB0-12AE6FABF4D9}"/>
              </a:ext>
            </a:extLst>
          </p:cNvPr>
          <p:cNvSpPr txBox="1"/>
          <p:nvPr/>
        </p:nvSpPr>
        <p:spPr>
          <a:xfrm>
            <a:off x="2103955" y="5759315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DC7B60-3A3A-5BC5-6182-0A966461CD29}"/>
                  </a:ext>
                </a:extLst>
              </p:cNvPr>
              <p:cNvSpPr txBox="1"/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DC7B60-3A3A-5BC5-6182-0A966461C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3A705E3-0F81-8EFB-019E-5F337F325A69}"/>
              </a:ext>
            </a:extLst>
          </p:cNvPr>
          <p:cNvSpPr txBox="1"/>
          <p:nvPr/>
        </p:nvSpPr>
        <p:spPr>
          <a:xfrm>
            <a:off x="2181227" y="3986394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39D9B3-1CDF-D8AF-5FD4-EE7E55E489B9}"/>
                  </a:ext>
                </a:extLst>
              </p:cNvPr>
              <p:cNvSpPr txBox="1"/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339D9B3-1CDF-D8AF-5FD4-EE7E55E48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083F8AB-3624-BE79-C18B-5964D7C9B0DC}"/>
              </a:ext>
            </a:extLst>
          </p:cNvPr>
          <p:cNvSpPr txBox="1"/>
          <p:nvPr/>
        </p:nvSpPr>
        <p:spPr>
          <a:xfrm>
            <a:off x="7419975" y="1867709"/>
            <a:ext cx="4010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Suppose the officer observes a FAILED ATTEMPT, but does not observe whether few or many officers participated.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E4A1C0-B734-37DB-483B-72A2EB773028}"/>
              </a:ext>
            </a:extLst>
          </p:cNvPr>
          <p:cNvSpPr/>
          <p:nvPr/>
        </p:nvSpPr>
        <p:spPr>
          <a:xfrm>
            <a:off x="7486650" y="706263"/>
            <a:ext cx="4705349" cy="61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909BE6-6564-9638-A4D0-755402FA9388}"/>
              </a:ext>
            </a:extLst>
          </p:cNvPr>
          <p:cNvSpPr txBox="1"/>
          <p:nvPr/>
        </p:nvSpPr>
        <p:spPr>
          <a:xfrm>
            <a:off x="7677150" y="904875"/>
            <a:ext cx="4514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Suppose an officer with these beliefs observes a </a:t>
            </a:r>
            <a:r>
              <a:rPr lang="en-US" b="1">
                <a:solidFill>
                  <a:schemeClr val="bg1"/>
                </a:solidFill>
              </a:rPr>
              <a:t>failed attempt</a:t>
            </a:r>
            <a:r>
              <a:rPr lang="en-US">
                <a:solidFill>
                  <a:schemeClr val="bg1"/>
                </a:solidFill>
              </a:rPr>
              <a:t>, but does not observe whether few or many other officers participated in the failed attempt.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7BBBB4-967A-953A-AE82-FD645BC4B97A}"/>
                  </a:ext>
                </a:extLst>
              </p:cNvPr>
              <p:cNvSpPr txBox="1"/>
              <p:nvPr/>
            </p:nvSpPr>
            <p:spPr>
              <a:xfrm>
                <a:off x="7677150" y="2507685"/>
                <a:ext cx="451485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Write the expression for the officer’s </a:t>
                </a:r>
                <a:r>
                  <a:rPr lang="en-US" b="1">
                    <a:solidFill>
                      <a:schemeClr val="bg1"/>
                    </a:solidFill>
                  </a:rPr>
                  <a:t>updated beliefs </a:t>
                </a:r>
                <a:r>
                  <a:rPr lang="en-US">
                    <a:solidFill>
                      <a:schemeClr val="bg1"/>
                    </a:solidFill>
                  </a:rPr>
                  <a:t>about whether few or many officers would participate in a coup attempt – i.e.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many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attempt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failure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7BBBB4-967A-953A-AE82-FD645BC4B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150" y="2507685"/>
                <a:ext cx="4514850" cy="1754326"/>
              </a:xfrm>
              <a:prstGeom prst="rect">
                <a:avLst/>
              </a:prstGeom>
              <a:blipFill>
                <a:blip r:embed="rId10"/>
                <a:stretch>
                  <a:fillRect l="-1080" t="-1389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695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5742B-58C9-DDD0-D7AE-5C9C7B58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06CE47-898A-661F-1B3C-471AE2C86481}"/>
              </a:ext>
            </a:extLst>
          </p:cNvPr>
          <p:cNvSpPr txBox="1"/>
          <p:nvPr/>
        </p:nvSpPr>
        <p:spPr>
          <a:xfrm>
            <a:off x="66674" y="86409"/>
            <a:ext cx="602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Imagine a military officer who has uncertainty like this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200332-7D62-2065-2BDB-CDF80B162F34}"/>
              </a:ext>
            </a:extLst>
          </p:cNvPr>
          <p:cNvSpPr/>
          <p:nvPr/>
        </p:nvSpPr>
        <p:spPr>
          <a:xfrm>
            <a:off x="1609725" y="1695450"/>
            <a:ext cx="4724400" cy="486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1E2CF-76EE-E77E-3413-1F0CFE40AA95}"/>
              </a:ext>
            </a:extLst>
          </p:cNvPr>
          <p:cNvSpPr txBox="1"/>
          <p:nvPr/>
        </p:nvSpPr>
        <p:spPr>
          <a:xfrm>
            <a:off x="266700" y="706263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if there is an attempted coup, how many other officers will participate?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AF28-C12D-3ED5-904C-471C6843DC77}"/>
              </a:ext>
            </a:extLst>
          </p:cNvPr>
          <p:cNvSpPr txBox="1"/>
          <p:nvPr/>
        </p:nvSpPr>
        <p:spPr>
          <a:xfrm rot="16200000">
            <a:off x="-3076575" y="3791634"/>
            <a:ext cx="741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FF00"/>
                </a:solidFill>
              </a:rPr>
              <a:t>Will a coup be attempted and if so will it succeed?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00AFD9-A819-AECB-96DA-03D8553D6094}"/>
              </a:ext>
            </a:extLst>
          </p:cNvPr>
          <p:cNvCxnSpPr>
            <a:cxnSpLocks/>
          </p:cNvCxnSpPr>
          <p:nvPr/>
        </p:nvCxnSpPr>
        <p:spPr>
          <a:xfrm>
            <a:off x="3476625" y="1695450"/>
            <a:ext cx="0" cy="486727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44C58F-3687-84BF-06D4-CA16547BE615}"/>
              </a:ext>
            </a:extLst>
          </p:cNvPr>
          <p:cNvSpPr txBox="1"/>
          <p:nvPr/>
        </p:nvSpPr>
        <p:spPr>
          <a:xfrm>
            <a:off x="2019300" y="1017032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few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A28AD8-8758-E3F1-7C3A-2092EC080230}"/>
                  </a:ext>
                </a:extLst>
              </p:cNvPr>
              <p:cNvSpPr txBox="1"/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A28AD8-8758-E3F1-7C3A-2092EC08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300" y="1321831"/>
                <a:ext cx="847725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71E985-2BDD-7DC8-D19A-E0184F6AA7D5}"/>
                  </a:ext>
                </a:extLst>
              </p:cNvPr>
              <p:cNvSpPr txBox="1"/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71E985-2BDD-7DC8-D19A-E0184F6AA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362" y="1321831"/>
                <a:ext cx="847725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410A49-A252-560B-A011-6B0F0A96AAD5}"/>
              </a:ext>
            </a:extLst>
          </p:cNvPr>
          <p:cNvSpPr txBox="1"/>
          <p:nvPr/>
        </p:nvSpPr>
        <p:spPr>
          <a:xfrm>
            <a:off x="4424362" y="1046314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>
                <a:solidFill>
                  <a:srgbClr val="FFFF00"/>
                </a:solidFill>
              </a:rPr>
              <a:t>many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E143EC-F50D-A6C4-3521-9E296E9812A1}"/>
                  </a:ext>
                </a:extLst>
              </p:cNvPr>
              <p:cNvSpPr txBox="1"/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E143EC-F50D-A6C4-3521-9E296E981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4" y="2646347"/>
                <a:ext cx="847725" cy="415050"/>
              </a:xfrm>
              <a:prstGeom prst="rect">
                <a:avLst/>
              </a:prstGeom>
              <a:blipFill>
                <a:blip r:embed="rId4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6717CCE-DCD1-1413-52F0-D638187FF960}"/>
              </a:ext>
            </a:extLst>
          </p:cNvPr>
          <p:cNvSpPr txBox="1"/>
          <p:nvPr/>
        </p:nvSpPr>
        <p:spPr>
          <a:xfrm>
            <a:off x="4191002" y="1867709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96E40C-338A-AC13-8002-412193A08F24}"/>
              </a:ext>
            </a:extLst>
          </p:cNvPr>
          <p:cNvCxnSpPr>
            <a:cxnSpLocks/>
          </p:cNvCxnSpPr>
          <p:nvPr/>
        </p:nvCxnSpPr>
        <p:spPr>
          <a:xfrm flipV="1">
            <a:off x="3490912" y="4129088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471FAA-2807-7E6E-4B73-D678224AF93D}"/>
              </a:ext>
            </a:extLst>
          </p:cNvPr>
          <p:cNvCxnSpPr>
            <a:cxnSpLocks/>
          </p:cNvCxnSpPr>
          <p:nvPr/>
        </p:nvCxnSpPr>
        <p:spPr>
          <a:xfrm flipV="1">
            <a:off x="3498055" y="5206303"/>
            <a:ext cx="2843213" cy="9524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306D74-EF6C-66CE-084A-D366F293A59D}"/>
                  </a:ext>
                </a:extLst>
              </p:cNvPr>
              <p:cNvSpPr txBox="1"/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306D74-EF6C-66CE-084A-D366F293A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3" y="4343417"/>
                <a:ext cx="847725" cy="4299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8AB3676-F969-1B79-B1C5-A197898DBE82}"/>
              </a:ext>
            </a:extLst>
          </p:cNvPr>
          <p:cNvSpPr txBox="1"/>
          <p:nvPr/>
        </p:nvSpPr>
        <p:spPr>
          <a:xfrm>
            <a:off x="4333873" y="4343417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C8B544-5F90-9126-F557-07F9D2D8528B}"/>
              </a:ext>
            </a:extLst>
          </p:cNvPr>
          <p:cNvSpPr txBox="1"/>
          <p:nvPr/>
        </p:nvSpPr>
        <p:spPr>
          <a:xfrm>
            <a:off x="4343399" y="5536169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78E563-4888-E6D9-0578-556EF6947D70}"/>
                  </a:ext>
                </a:extLst>
              </p:cNvPr>
              <p:cNvSpPr txBox="1"/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878E563-4888-E6D9-0578-556EF6947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2" y="5590935"/>
                <a:ext cx="847725" cy="429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59A949-DECF-ACC1-59AE-0B4101DF22E2}"/>
              </a:ext>
            </a:extLst>
          </p:cNvPr>
          <p:cNvCxnSpPr/>
          <p:nvPr/>
        </p:nvCxnSpPr>
        <p:spPr>
          <a:xfrm>
            <a:off x="1609725" y="3429000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3FFF91-0348-2B74-61D4-9512CB695D99}"/>
              </a:ext>
            </a:extLst>
          </p:cNvPr>
          <p:cNvSpPr txBox="1"/>
          <p:nvPr/>
        </p:nvSpPr>
        <p:spPr>
          <a:xfrm>
            <a:off x="2019300" y="1970967"/>
            <a:ext cx="1152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no attempt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CB2291-58A4-2532-F1F9-1FDEFE696B16}"/>
                  </a:ext>
                </a:extLst>
              </p:cNvPr>
              <p:cNvSpPr txBox="1"/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CB2291-58A4-2532-F1F9-1FDEFE696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25" y="2457791"/>
                <a:ext cx="847725" cy="415050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6847F5-D995-3038-FF7F-EB1B39A291A4}"/>
              </a:ext>
            </a:extLst>
          </p:cNvPr>
          <p:cNvCxnSpPr/>
          <p:nvPr/>
        </p:nvCxnSpPr>
        <p:spPr>
          <a:xfrm>
            <a:off x="1609725" y="5536169"/>
            <a:ext cx="18669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AEA505C-A55E-ED28-32B6-6C864BD82EFF}"/>
              </a:ext>
            </a:extLst>
          </p:cNvPr>
          <p:cNvSpPr txBox="1"/>
          <p:nvPr/>
        </p:nvSpPr>
        <p:spPr>
          <a:xfrm>
            <a:off x="2103955" y="5759315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success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A05E866-A1B7-02AD-E664-7BABAF56AAF7}"/>
                  </a:ext>
                </a:extLst>
              </p:cNvPr>
              <p:cNvSpPr txBox="1"/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A05E866-A1B7-02AD-E664-7BABAF56A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946" y="5815336"/>
                <a:ext cx="847725" cy="4299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726653B-1F1C-1DBD-E18C-A4224102BE32}"/>
              </a:ext>
            </a:extLst>
          </p:cNvPr>
          <p:cNvSpPr txBox="1"/>
          <p:nvPr/>
        </p:nvSpPr>
        <p:spPr>
          <a:xfrm>
            <a:off x="2181227" y="3986394"/>
            <a:ext cx="115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>
                <a:solidFill>
                  <a:srgbClr val="FFFF00"/>
                </a:solidFill>
              </a:rPr>
              <a:t>attempt and failure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68EB16-8D4B-7C5E-01E0-F9A00E5F4E19}"/>
                  </a:ext>
                </a:extLst>
              </p:cNvPr>
              <p:cNvSpPr txBox="1"/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box>
                        <m:box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68EB16-8D4B-7C5E-01E0-F9A00E5F4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5" y="4558412"/>
                <a:ext cx="1523995" cy="415050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0ACB081-4708-0E15-CD0A-5BEA4D6F4389}"/>
              </a:ext>
            </a:extLst>
          </p:cNvPr>
          <p:cNvSpPr txBox="1"/>
          <p:nvPr/>
        </p:nvSpPr>
        <p:spPr>
          <a:xfrm>
            <a:off x="7419975" y="1867709"/>
            <a:ext cx="4010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Suppose the officer observes a FAILED ATTEMPT, but does not observe whether few or many officers participated.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E1957E-0D9C-8161-5C07-8A2FD88F3202}"/>
              </a:ext>
            </a:extLst>
          </p:cNvPr>
          <p:cNvSpPr/>
          <p:nvPr/>
        </p:nvSpPr>
        <p:spPr>
          <a:xfrm>
            <a:off x="7486651" y="734835"/>
            <a:ext cx="4705349" cy="61231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70F715-7599-49A3-F0D8-3A189506853E}"/>
              </a:ext>
            </a:extLst>
          </p:cNvPr>
          <p:cNvSpPr txBox="1"/>
          <p:nvPr/>
        </p:nvSpPr>
        <p:spPr>
          <a:xfrm>
            <a:off x="7677150" y="904875"/>
            <a:ext cx="4514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Suppose an officer with these beliefs observes a </a:t>
            </a:r>
            <a:r>
              <a:rPr lang="en-US" b="1">
                <a:solidFill>
                  <a:schemeClr val="bg1"/>
                </a:solidFill>
              </a:rPr>
              <a:t>failed attempt</a:t>
            </a:r>
            <a:r>
              <a:rPr lang="en-US">
                <a:solidFill>
                  <a:schemeClr val="bg1"/>
                </a:solidFill>
              </a:rPr>
              <a:t>, but does not observe whether few or many other officers participated in the failed attempt.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C33AA2F-DFAE-9C1A-7A4A-EF683B26C761}"/>
                  </a:ext>
                </a:extLst>
              </p:cNvPr>
              <p:cNvSpPr txBox="1"/>
              <p:nvPr/>
            </p:nvSpPr>
            <p:spPr>
              <a:xfrm>
                <a:off x="7677150" y="2507685"/>
                <a:ext cx="451485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Write the expression for the officer’s </a:t>
                </a:r>
                <a:r>
                  <a:rPr lang="en-US" b="1">
                    <a:solidFill>
                      <a:schemeClr val="bg1"/>
                    </a:solidFill>
                  </a:rPr>
                  <a:t>updated beliefs </a:t>
                </a:r>
                <a:r>
                  <a:rPr lang="en-US">
                    <a:solidFill>
                      <a:schemeClr val="bg1"/>
                    </a:solidFill>
                  </a:rPr>
                  <a:t>about whether few or many officers would participate in a coup attempt – i.e.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many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attempt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&amp;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failure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C33AA2F-DFAE-9C1A-7A4A-EF683B26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150" y="2507685"/>
                <a:ext cx="4514850" cy="1754326"/>
              </a:xfrm>
              <a:prstGeom prst="rect">
                <a:avLst/>
              </a:prstGeom>
              <a:blipFill>
                <a:blip r:embed="rId10"/>
                <a:stretch>
                  <a:fillRect l="-1080" t="-1389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40A765-0924-A20C-33D0-C7B9AF3FF844}"/>
                  </a:ext>
                </a:extLst>
              </p:cNvPr>
              <p:cNvSpPr txBox="1"/>
              <p:nvPr/>
            </p:nvSpPr>
            <p:spPr>
              <a:xfrm>
                <a:off x="7654407" y="4713772"/>
                <a:ext cx="451485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Describe the range of values of the parameters at which an observed failed attempt </a:t>
                </a:r>
                <a:r>
                  <a:rPr lang="en-US" i="1">
                    <a:solidFill>
                      <a:schemeClr val="bg1"/>
                    </a:solidFill>
                  </a:rPr>
                  <a:t>increases </a:t>
                </a:r>
                <a:r>
                  <a:rPr lang="en-US">
                    <a:solidFill>
                      <a:schemeClr val="bg1"/>
                    </a:solidFill>
                  </a:rPr>
                  <a:t>the likelihood ascribed to the possibility that many (instead of few) other officers would support a coup – i.e.</a:t>
                </a:r>
              </a:p>
              <a:p>
                <a:endParaRPr lang="en-US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many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attempt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&amp;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failure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40A765-0924-A20C-33D0-C7B9AF3FF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07" y="4713772"/>
                <a:ext cx="4514850" cy="2031325"/>
              </a:xfrm>
              <a:prstGeom prst="rect">
                <a:avLst/>
              </a:prstGeom>
              <a:blipFill>
                <a:blip r:embed="rId11"/>
                <a:stretch>
                  <a:fillRect l="-1216" t="-1201" r="-1757" b="-1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90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Metadata/LabelInfo.xml><?xml version="1.0" encoding="utf-8"?>
<clbl:labelList xmlns:clbl="http://schemas.microsoft.com/office/2020/mipLabelMetadata">
  <clbl:label id="{374e17f4-cf11-4ce2-b3ef-5de76bf4ce41}" enabled="0" method="" siteId="{374e17f4-cf11-4ce2-b3ef-5de76bf4ce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1881</Words>
  <Application>Microsoft Office PowerPoint</Application>
  <PresentationFormat>Widescreen</PresentationFormat>
  <Paragraphs>283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Office Theme</vt:lpstr>
      <vt:lpstr>Coup Traps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Jordan, Stuart</dc:creator>
  <cp:lastModifiedBy>Jordan, Stuart</cp:lastModifiedBy>
  <cp:revision>1</cp:revision>
  <dcterms:created xsi:type="dcterms:W3CDTF">2026-03-26T15:17:27Z</dcterms:created>
  <dcterms:modified xsi:type="dcterms:W3CDTF">2026-03-26T16:05:02Z</dcterms:modified>
</cp:coreProperties>
</file>