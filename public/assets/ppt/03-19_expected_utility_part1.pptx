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11"/>
  </p:notesMasterIdLst>
  <p:sldIdLst>
    <p:sldId id="256" r:id="rId2"/>
    <p:sldId id="257" r:id="rId3"/>
    <p:sldId id="260" r:id="rId4"/>
    <p:sldId id="264" r:id="rId5"/>
    <p:sldId id="265" r:id="rId6"/>
    <p:sldId id="267" r:id="rId7"/>
    <p:sldId id="278" r:id="rId8"/>
    <p:sldId id="279" r:id="rId9"/>
    <p:sldId id="280" r:id="rId10"/>
    <p:sldId id="314" r:id="rId11"/>
    <p:sldId id="268" r:id="rId12"/>
    <p:sldId id="281" r:id="rId13"/>
    <p:sldId id="269" r:id="rId14"/>
    <p:sldId id="270" r:id="rId15"/>
    <p:sldId id="271" r:id="rId16"/>
    <p:sldId id="272" r:id="rId17"/>
    <p:sldId id="273" r:id="rId18"/>
    <p:sldId id="274" r:id="rId19"/>
    <p:sldId id="275" r:id="rId20"/>
    <p:sldId id="282" r:id="rId21"/>
    <p:sldId id="283" r:id="rId22"/>
    <p:sldId id="284" r:id="rId23"/>
    <p:sldId id="285" r:id="rId24"/>
    <p:sldId id="288" r:id="rId25"/>
    <p:sldId id="287" r:id="rId26"/>
    <p:sldId id="286" r:id="rId27"/>
    <p:sldId id="294" r:id="rId28"/>
    <p:sldId id="295" r:id="rId29"/>
    <p:sldId id="296" r:id="rId30"/>
    <p:sldId id="290" r:id="rId31"/>
    <p:sldId id="297" r:id="rId32"/>
    <p:sldId id="276" r:id="rId33"/>
    <p:sldId id="315" r:id="rId34"/>
    <p:sldId id="298" r:id="rId35"/>
    <p:sldId id="316"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7" r:id="rId52"/>
    <p:sldId id="318" r:id="rId53"/>
    <p:sldId id="340" r:id="rId54"/>
    <p:sldId id="341" r:id="rId55"/>
    <p:sldId id="342" r:id="rId56"/>
    <p:sldId id="343" r:id="rId57"/>
    <p:sldId id="344" r:id="rId58"/>
    <p:sldId id="345" r:id="rId59"/>
    <p:sldId id="346" r:id="rId60"/>
    <p:sldId id="347" r:id="rId61"/>
    <p:sldId id="348" r:id="rId62"/>
    <p:sldId id="349" r:id="rId63"/>
    <p:sldId id="350" r:id="rId64"/>
    <p:sldId id="351" r:id="rId65"/>
    <p:sldId id="352" r:id="rId66"/>
    <p:sldId id="353" r:id="rId67"/>
    <p:sldId id="354" r:id="rId68"/>
    <p:sldId id="355" r:id="rId69"/>
    <p:sldId id="356" r:id="rId70"/>
    <p:sldId id="357" r:id="rId71"/>
    <p:sldId id="358" r:id="rId72"/>
    <p:sldId id="359" r:id="rId73"/>
    <p:sldId id="360" r:id="rId74"/>
    <p:sldId id="361" r:id="rId75"/>
    <p:sldId id="362" r:id="rId76"/>
    <p:sldId id="363" r:id="rId77"/>
    <p:sldId id="364" r:id="rId78"/>
    <p:sldId id="365" r:id="rId79"/>
    <p:sldId id="367" r:id="rId80"/>
    <p:sldId id="366" r:id="rId81"/>
    <p:sldId id="368" r:id="rId82"/>
    <p:sldId id="369" r:id="rId83"/>
    <p:sldId id="370" r:id="rId84"/>
    <p:sldId id="371" r:id="rId85"/>
    <p:sldId id="372" r:id="rId86"/>
    <p:sldId id="373" r:id="rId87"/>
    <p:sldId id="374" r:id="rId88"/>
    <p:sldId id="375" r:id="rId89"/>
    <p:sldId id="376" r:id="rId90"/>
    <p:sldId id="377" r:id="rId91"/>
    <p:sldId id="378" r:id="rId92"/>
    <p:sldId id="379" r:id="rId93"/>
    <p:sldId id="380" r:id="rId94"/>
    <p:sldId id="381" r:id="rId95"/>
    <p:sldId id="382" r:id="rId96"/>
    <p:sldId id="383" r:id="rId97"/>
    <p:sldId id="384" r:id="rId98"/>
    <p:sldId id="385" r:id="rId99"/>
    <p:sldId id="386" r:id="rId100"/>
    <p:sldId id="387" r:id="rId101"/>
    <p:sldId id="388" r:id="rId102"/>
    <p:sldId id="389" r:id="rId103"/>
    <p:sldId id="390" r:id="rId104"/>
    <p:sldId id="391" r:id="rId105"/>
    <p:sldId id="392" r:id="rId106"/>
    <p:sldId id="393" r:id="rId107"/>
    <p:sldId id="394" r:id="rId108"/>
    <p:sldId id="395" r:id="rId109"/>
    <p:sldId id="396" r:id="rId1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2626"/>
    <a:srgbClr val="40404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DDBCDD-77A2-419D-A13E-E812DD1584C2}" v="6" dt="2026-03-16T18:17:17.8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microsoft.com/office/2015/10/relationships/revisionInfo" Target="revisionInfo.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Stuart" userId="1bf9a496-f356-4f9c-b15f-a24cde0408c2" providerId="ADAL" clId="{E4EA7936-689B-4FFE-B345-A1A5C78211DA}"/>
    <pc:docChg chg="custSel modSld">
      <pc:chgData name="Jordan, Stuart" userId="1bf9a496-f356-4f9c-b15f-a24cde0408c2" providerId="ADAL" clId="{E4EA7936-689B-4FFE-B345-A1A5C78211DA}" dt="2026-03-16T18:17:17.870" v="99"/>
      <pc:docMkLst>
        <pc:docMk/>
      </pc:docMkLst>
      <pc:sldChg chg="addSp delSp modSp mod modTransition modAnim">
        <pc:chgData name="Jordan, Stuart" userId="1bf9a496-f356-4f9c-b15f-a24cde0408c2" providerId="ADAL" clId="{E4EA7936-689B-4FFE-B345-A1A5C78211DA}" dt="2026-03-16T18:17:17.870" v="99"/>
        <pc:sldMkLst>
          <pc:docMk/>
          <pc:sldMk cId="1901414436" sldId="256"/>
        </pc:sldMkLst>
        <pc:picChg chg="add del mod">
          <ac:chgData name="Jordan, Stuart" userId="1bf9a496-f356-4f9c-b15f-a24cde0408c2" providerId="ADAL" clId="{E4EA7936-689B-4FFE-B345-A1A5C78211DA}" dt="2026-03-16T17:47:57.373" v="65" actId="478"/>
          <ac:picMkLst>
            <pc:docMk/>
            <pc:sldMk cId="1901414436" sldId="256"/>
            <ac:picMk id="3" creationId="{878E989C-024D-5781-30DD-1DD925A57ED2}"/>
          </ac:picMkLst>
        </pc:picChg>
        <pc:picChg chg="add del mod">
          <ac:chgData name="Jordan, Stuart" userId="1bf9a496-f356-4f9c-b15f-a24cde0408c2" providerId="ADAL" clId="{E4EA7936-689B-4FFE-B345-A1A5C78211DA}" dt="2026-03-16T18:12:20.649" v="97"/>
          <ac:picMkLst>
            <pc:docMk/>
            <pc:sldMk cId="1901414436" sldId="256"/>
            <ac:picMk id="6" creationId="{44881DDD-8A2D-56B7-DB58-CF763FB30B52}"/>
          </ac:picMkLst>
        </pc:picChg>
        <pc:picChg chg="add del mod ord">
          <ac:chgData name="Jordan, Stuart" userId="1bf9a496-f356-4f9c-b15f-a24cde0408c2" providerId="ADAL" clId="{E4EA7936-689B-4FFE-B345-A1A5C78211DA}" dt="2026-03-16T18:14:55.971" v="98"/>
          <ac:picMkLst>
            <pc:docMk/>
            <pc:sldMk cId="1901414436" sldId="256"/>
            <ac:picMk id="10" creationId="{1EDE94A2-0309-44A5-10DE-BEC576D0183A}"/>
          </ac:picMkLst>
        </pc:picChg>
        <pc:picChg chg="add del mod">
          <ac:chgData name="Jordan, Stuart" userId="1bf9a496-f356-4f9c-b15f-a24cde0408c2" providerId="ADAL" clId="{E4EA7936-689B-4FFE-B345-A1A5C78211DA}" dt="2026-03-16T18:17:17.870" v="99"/>
          <ac:picMkLst>
            <pc:docMk/>
            <pc:sldMk cId="1901414436" sldId="256"/>
            <ac:picMk id="11" creationId="{6D47882B-81F2-0B9E-A0F8-EF652EEDBEF8}"/>
          </ac:picMkLst>
        </pc:picChg>
      </pc:sldChg>
      <pc:sldChg chg="addSp delSp modSp mod modTransition modAnim">
        <pc:chgData name="Jordan, Stuart" userId="1bf9a496-f356-4f9c-b15f-a24cde0408c2" providerId="ADAL" clId="{E4EA7936-689B-4FFE-B345-A1A5C78211DA}" dt="2026-03-16T18:17:17.870" v="99"/>
        <pc:sldMkLst>
          <pc:docMk/>
          <pc:sldMk cId="3323103598" sldId="257"/>
        </pc:sldMkLst>
        <pc:spChg chg="mod">
          <ac:chgData name="Jordan, Stuart" userId="1bf9a496-f356-4f9c-b15f-a24cde0408c2" providerId="ADAL" clId="{E4EA7936-689B-4FFE-B345-A1A5C78211DA}" dt="2026-03-16T17:46:55.819" v="62" actId="20577"/>
          <ac:spMkLst>
            <pc:docMk/>
            <pc:sldMk cId="3323103598" sldId="257"/>
            <ac:spMk id="3" creationId="{2C9F4EFB-F7FD-B99A-99F3-77FB7D7EF9D4}"/>
          </ac:spMkLst>
        </pc:spChg>
        <pc:picChg chg="add del mod">
          <ac:chgData name="Jordan, Stuart" userId="1bf9a496-f356-4f9c-b15f-a24cde0408c2" providerId="ADAL" clId="{E4EA7936-689B-4FFE-B345-A1A5C78211DA}" dt="2026-03-16T17:59:52.399" v="66"/>
          <ac:picMkLst>
            <pc:docMk/>
            <pc:sldMk cId="3323103598" sldId="257"/>
            <ac:picMk id="4" creationId="{58F24AB2-9B70-4379-1311-53082FB12C8D}"/>
          </ac:picMkLst>
        </pc:picChg>
        <pc:picChg chg="add del mod">
          <ac:chgData name="Jordan, Stuart" userId="1bf9a496-f356-4f9c-b15f-a24cde0408c2" providerId="ADAL" clId="{E4EA7936-689B-4FFE-B345-A1A5C78211DA}" dt="2026-03-16T18:12:20.649" v="97"/>
          <ac:picMkLst>
            <pc:docMk/>
            <pc:sldMk cId="3323103598" sldId="257"/>
            <ac:picMk id="5" creationId="{9A7705B1-EA20-F469-926C-BC12B519D774}"/>
          </ac:picMkLst>
        </pc:picChg>
        <pc:picChg chg="add del mod ord">
          <ac:chgData name="Jordan, Stuart" userId="1bf9a496-f356-4f9c-b15f-a24cde0408c2" providerId="ADAL" clId="{E4EA7936-689B-4FFE-B345-A1A5C78211DA}" dt="2026-03-16T18:14:55.971" v="98"/>
          <ac:picMkLst>
            <pc:docMk/>
            <pc:sldMk cId="3323103598" sldId="257"/>
            <ac:picMk id="7" creationId="{4BCC4A52-DA30-35F0-98A2-733FC2188D93}"/>
          </ac:picMkLst>
        </pc:picChg>
        <pc:picChg chg="add del mod">
          <ac:chgData name="Jordan, Stuart" userId="1bf9a496-f356-4f9c-b15f-a24cde0408c2" providerId="ADAL" clId="{E4EA7936-689B-4FFE-B345-A1A5C78211DA}" dt="2026-03-16T18:17:17.870" v="99"/>
          <ac:picMkLst>
            <pc:docMk/>
            <pc:sldMk cId="3323103598" sldId="257"/>
            <ac:picMk id="8" creationId="{7B19D7B9-A6A4-4A94-E713-B36821E4EDEF}"/>
          </ac:picMkLst>
        </pc:picChg>
      </pc:sldChg>
      <pc:sldChg chg="addSp delSp modSp mod modTransition modAnim">
        <pc:chgData name="Jordan, Stuart" userId="1bf9a496-f356-4f9c-b15f-a24cde0408c2" providerId="ADAL" clId="{E4EA7936-689B-4FFE-B345-A1A5C78211DA}" dt="2026-03-16T18:17:17.870" v="99"/>
        <pc:sldMkLst>
          <pc:docMk/>
          <pc:sldMk cId="108120371" sldId="260"/>
        </pc:sldMkLst>
        <pc:picChg chg="add del mod">
          <ac:chgData name="Jordan, Stuart" userId="1bf9a496-f356-4f9c-b15f-a24cde0408c2" providerId="ADAL" clId="{E4EA7936-689B-4FFE-B345-A1A5C78211DA}" dt="2026-03-16T17:59:52.399" v="66"/>
          <ac:picMkLst>
            <pc:docMk/>
            <pc:sldMk cId="108120371" sldId="260"/>
            <ac:picMk id="4" creationId="{96601716-1A75-02B1-BC4C-5A183592C9BD}"/>
          </ac:picMkLst>
        </pc:picChg>
        <pc:picChg chg="add del mod">
          <ac:chgData name="Jordan, Stuart" userId="1bf9a496-f356-4f9c-b15f-a24cde0408c2" providerId="ADAL" clId="{E4EA7936-689B-4FFE-B345-A1A5C78211DA}" dt="2026-03-16T18:12:20.649" v="97"/>
          <ac:picMkLst>
            <pc:docMk/>
            <pc:sldMk cId="108120371" sldId="260"/>
            <ac:picMk id="5" creationId="{B05307B8-5736-DDFE-5A83-B8B3E9D70CEF}"/>
          </ac:picMkLst>
        </pc:picChg>
        <pc:picChg chg="add del mod ord">
          <ac:chgData name="Jordan, Stuart" userId="1bf9a496-f356-4f9c-b15f-a24cde0408c2" providerId="ADAL" clId="{E4EA7936-689B-4FFE-B345-A1A5C78211DA}" dt="2026-03-16T18:14:55.971" v="98"/>
          <ac:picMkLst>
            <pc:docMk/>
            <pc:sldMk cId="108120371" sldId="260"/>
            <ac:picMk id="7" creationId="{77227287-335E-D0F4-1AD0-10C1442BD57F}"/>
          </ac:picMkLst>
        </pc:picChg>
        <pc:picChg chg="add del mod">
          <ac:chgData name="Jordan, Stuart" userId="1bf9a496-f356-4f9c-b15f-a24cde0408c2" providerId="ADAL" clId="{E4EA7936-689B-4FFE-B345-A1A5C78211DA}" dt="2026-03-16T18:17:17.870" v="99"/>
          <ac:picMkLst>
            <pc:docMk/>
            <pc:sldMk cId="108120371" sldId="260"/>
            <ac:picMk id="8" creationId="{BADEEC1C-BFBA-4FA0-68A2-8AC9C9F65F5D}"/>
          </ac:picMkLst>
        </pc:picChg>
      </pc:sldChg>
      <pc:sldChg chg="addSp delSp modSp mod modTransition modAnim">
        <pc:chgData name="Jordan, Stuart" userId="1bf9a496-f356-4f9c-b15f-a24cde0408c2" providerId="ADAL" clId="{E4EA7936-689B-4FFE-B345-A1A5C78211DA}" dt="2026-03-16T18:17:17.870" v="99"/>
        <pc:sldMkLst>
          <pc:docMk/>
          <pc:sldMk cId="3557752980" sldId="264"/>
        </pc:sldMkLst>
        <pc:picChg chg="add del mod">
          <ac:chgData name="Jordan, Stuart" userId="1bf9a496-f356-4f9c-b15f-a24cde0408c2" providerId="ADAL" clId="{E4EA7936-689B-4FFE-B345-A1A5C78211DA}" dt="2026-03-16T17:59:52.399" v="66"/>
          <ac:picMkLst>
            <pc:docMk/>
            <pc:sldMk cId="3557752980" sldId="264"/>
            <ac:picMk id="6" creationId="{D05EF7D4-ECA7-935B-E097-D6386D89CF54}"/>
          </ac:picMkLst>
        </pc:picChg>
        <pc:picChg chg="add del mod">
          <ac:chgData name="Jordan, Stuart" userId="1bf9a496-f356-4f9c-b15f-a24cde0408c2" providerId="ADAL" clId="{E4EA7936-689B-4FFE-B345-A1A5C78211DA}" dt="2026-03-16T18:12:20.649" v="97"/>
          <ac:picMkLst>
            <pc:docMk/>
            <pc:sldMk cId="3557752980" sldId="264"/>
            <ac:picMk id="7" creationId="{AE7307DA-6713-64AB-1CF6-B46B5ACA2B44}"/>
          </ac:picMkLst>
        </pc:picChg>
        <pc:picChg chg="add del mod ord">
          <ac:chgData name="Jordan, Stuart" userId="1bf9a496-f356-4f9c-b15f-a24cde0408c2" providerId="ADAL" clId="{E4EA7936-689B-4FFE-B345-A1A5C78211DA}" dt="2026-03-16T18:14:55.971" v="98"/>
          <ac:picMkLst>
            <pc:docMk/>
            <pc:sldMk cId="3557752980" sldId="264"/>
            <ac:picMk id="9" creationId="{5C93033A-CDD3-E3D2-A972-E7C112E98FEC}"/>
          </ac:picMkLst>
        </pc:picChg>
        <pc:picChg chg="add del mod">
          <ac:chgData name="Jordan, Stuart" userId="1bf9a496-f356-4f9c-b15f-a24cde0408c2" providerId="ADAL" clId="{E4EA7936-689B-4FFE-B345-A1A5C78211DA}" dt="2026-03-16T18:17:17.870" v="99"/>
          <ac:picMkLst>
            <pc:docMk/>
            <pc:sldMk cId="3557752980" sldId="264"/>
            <ac:picMk id="10" creationId="{25850D95-A04D-DF00-4F0E-1A682C880AFA}"/>
          </ac:picMkLst>
        </pc:picChg>
      </pc:sldChg>
      <pc:sldChg chg="addSp delSp modSp mod modTransition modAnim">
        <pc:chgData name="Jordan, Stuart" userId="1bf9a496-f356-4f9c-b15f-a24cde0408c2" providerId="ADAL" clId="{E4EA7936-689B-4FFE-B345-A1A5C78211DA}" dt="2026-03-16T18:17:17.870" v="99"/>
        <pc:sldMkLst>
          <pc:docMk/>
          <pc:sldMk cId="2837070334" sldId="265"/>
        </pc:sldMkLst>
        <pc:picChg chg="add del mod">
          <ac:chgData name="Jordan, Stuart" userId="1bf9a496-f356-4f9c-b15f-a24cde0408c2" providerId="ADAL" clId="{E4EA7936-689B-4FFE-B345-A1A5C78211DA}" dt="2026-03-16T17:59:52.399" v="66"/>
          <ac:picMkLst>
            <pc:docMk/>
            <pc:sldMk cId="2837070334" sldId="265"/>
            <ac:picMk id="8" creationId="{DB80416F-CA56-E9B6-29E3-09AC135638E1}"/>
          </ac:picMkLst>
        </pc:picChg>
        <pc:picChg chg="add del mod">
          <ac:chgData name="Jordan, Stuart" userId="1bf9a496-f356-4f9c-b15f-a24cde0408c2" providerId="ADAL" clId="{E4EA7936-689B-4FFE-B345-A1A5C78211DA}" dt="2026-03-16T18:12:20.649" v="97"/>
          <ac:picMkLst>
            <pc:docMk/>
            <pc:sldMk cId="2837070334" sldId="265"/>
            <ac:picMk id="9" creationId="{67777A13-4D47-3829-BC7E-328E5E0613F1}"/>
          </ac:picMkLst>
        </pc:picChg>
        <pc:picChg chg="add del mod ord">
          <ac:chgData name="Jordan, Stuart" userId="1bf9a496-f356-4f9c-b15f-a24cde0408c2" providerId="ADAL" clId="{E4EA7936-689B-4FFE-B345-A1A5C78211DA}" dt="2026-03-16T18:14:55.971" v="98"/>
          <ac:picMkLst>
            <pc:docMk/>
            <pc:sldMk cId="2837070334" sldId="265"/>
            <ac:picMk id="11" creationId="{F4856493-CB0E-E435-DF4B-80C5A0827E6C}"/>
          </ac:picMkLst>
        </pc:picChg>
        <pc:picChg chg="add del mod">
          <ac:chgData name="Jordan, Stuart" userId="1bf9a496-f356-4f9c-b15f-a24cde0408c2" providerId="ADAL" clId="{E4EA7936-689B-4FFE-B345-A1A5C78211DA}" dt="2026-03-16T18:17:17.870" v="99"/>
          <ac:picMkLst>
            <pc:docMk/>
            <pc:sldMk cId="2837070334" sldId="265"/>
            <ac:picMk id="12" creationId="{74994454-711D-4BF9-E19B-C10600764E64}"/>
          </ac:picMkLst>
        </pc:picChg>
      </pc:sldChg>
      <pc:sldChg chg="addSp delSp modSp mod modTransition modAnim">
        <pc:chgData name="Jordan, Stuart" userId="1bf9a496-f356-4f9c-b15f-a24cde0408c2" providerId="ADAL" clId="{E4EA7936-689B-4FFE-B345-A1A5C78211DA}" dt="2026-03-16T18:17:17.870" v="99"/>
        <pc:sldMkLst>
          <pc:docMk/>
          <pc:sldMk cId="110318210" sldId="267"/>
        </pc:sldMkLst>
        <pc:picChg chg="add del mod">
          <ac:chgData name="Jordan, Stuart" userId="1bf9a496-f356-4f9c-b15f-a24cde0408c2" providerId="ADAL" clId="{E4EA7936-689B-4FFE-B345-A1A5C78211DA}" dt="2026-03-16T17:59:52.399" v="66"/>
          <ac:picMkLst>
            <pc:docMk/>
            <pc:sldMk cId="110318210" sldId="267"/>
            <ac:picMk id="10" creationId="{4BD0B3FD-F8AF-B8A4-2C16-51BC274045AF}"/>
          </ac:picMkLst>
        </pc:picChg>
        <pc:picChg chg="add del mod">
          <ac:chgData name="Jordan, Stuart" userId="1bf9a496-f356-4f9c-b15f-a24cde0408c2" providerId="ADAL" clId="{E4EA7936-689B-4FFE-B345-A1A5C78211DA}" dt="2026-03-16T18:12:20.649" v="97"/>
          <ac:picMkLst>
            <pc:docMk/>
            <pc:sldMk cId="110318210" sldId="267"/>
            <ac:picMk id="11" creationId="{88B8CF17-08D7-DF08-4460-B454C451AF7A}"/>
          </ac:picMkLst>
        </pc:picChg>
        <pc:picChg chg="add del mod ord">
          <ac:chgData name="Jordan, Stuart" userId="1bf9a496-f356-4f9c-b15f-a24cde0408c2" providerId="ADAL" clId="{E4EA7936-689B-4FFE-B345-A1A5C78211DA}" dt="2026-03-16T18:14:55.971" v="98"/>
          <ac:picMkLst>
            <pc:docMk/>
            <pc:sldMk cId="110318210" sldId="267"/>
            <ac:picMk id="13" creationId="{B8AD297C-C8D2-5CD3-E47B-A770F8B86D7F}"/>
          </ac:picMkLst>
        </pc:picChg>
        <pc:picChg chg="add del mod">
          <ac:chgData name="Jordan, Stuart" userId="1bf9a496-f356-4f9c-b15f-a24cde0408c2" providerId="ADAL" clId="{E4EA7936-689B-4FFE-B345-A1A5C78211DA}" dt="2026-03-16T18:17:17.870" v="99"/>
          <ac:picMkLst>
            <pc:docMk/>
            <pc:sldMk cId="110318210" sldId="267"/>
            <ac:picMk id="14" creationId="{14F8FDA3-C096-BD4D-0FED-A092CA4F190C}"/>
          </ac:picMkLst>
        </pc:picChg>
      </pc:sldChg>
      <pc:sldChg chg="addSp delSp modSp mod modTransition modAnim">
        <pc:chgData name="Jordan, Stuart" userId="1bf9a496-f356-4f9c-b15f-a24cde0408c2" providerId="ADAL" clId="{E4EA7936-689B-4FFE-B345-A1A5C78211DA}" dt="2026-03-16T18:17:17.870" v="99"/>
        <pc:sldMkLst>
          <pc:docMk/>
          <pc:sldMk cId="3320475731" sldId="268"/>
        </pc:sldMkLst>
        <pc:picChg chg="add del mod">
          <ac:chgData name="Jordan, Stuart" userId="1bf9a496-f356-4f9c-b15f-a24cde0408c2" providerId="ADAL" clId="{E4EA7936-689B-4FFE-B345-A1A5C78211DA}" dt="2026-03-16T17:59:52.399" v="66"/>
          <ac:picMkLst>
            <pc:docMk/>
            <pc:sldMk cId="3320475731" sldId="268"/>
            <ac:picMk id="2" creationId="{9DD2CCD5-23DC-5BB0-C6E4-264CC0262A62}"/>
          </ac:picMkLst>
        </pc:picChg>
        <pc:picChg chg="add del mod">
          <ac:chgData name="Jordan, Stuart" userId="1bf9a496-f356-4f9c-b15f-a24cde0408c2" providerId="ADAL" clId="{E4EA7936-689B-4FFE-B345-A1A5C78211DA}" dt="2026-03-16T18:12:20.649" v="97"/>
          <ac:picMkLst>
            <pc:docMk/>
            <pc:sldMk cId="3320475731" sldId="268"/>
            <ac:picMk id="3" creationId="{D009ED00-D0E8-B9F2-69F2-2606C8E397A6}"/>
          </ac:picMkLst>
        </pc:picChg>
        <pc:picChg chg="add mod ord">
          <ac:chgData name="Jordan, Stuart" userId="1bf9a496-f356-4f9c-b15f-a24cde0408c2" providerId="ADAL" clId="{E4EA7936-689B-4FFE-B345-A1A5C78211DA}" dt="2026-03-16T18:12:18.924" v="80" actId="34307"/>
          <ac:picMkLst>
            <pc:docMk/>
            <pc:sldMk cId="3320475731" sldId="268"/>
            <ac:picMk id="7" creationId="{7A7D9F53-73F9-258F-0BB8-06A685CF8D0E}"/>
          </ac:picMkLst>
        </pc:picChg>
      </pc:sldChg>
      <pc:sldChg chg="addSp delSp modSp mod modTransition modAnim">
        <pc:chgData name="Jordan, Stuart" userId="1bf9a496-f356-4f9c-b15f-a24cde0408c2" providerId="ADAL" clId="{E4EA7936-689B-4FFE-B345-A1A5C78211DA}" dt="2026-03-16T18:17:17.870" v="99"/>
        <pc:sldMkLst>
          <pc:docMk/>
          <pc:sldMk cId="3676805045" sldId="269"/>
        </pc:sldMkLst>
        <pc:picChg chg="add del mod">
          <ac:chgData name="Jordan, Stuart" userId="1bf9a496-f356-4f9c-b15f-a24cde0408c2" providerId="ADAL" clId="{E4EA7936-689B-4FFE-B345-A1A5C78211DA}" dt="2026-03-16T17:59:52.399" v="66"/>
          <ac:picMkLst>
            <pc:docMk/>
            <pc:sldMk cId="3676805045" sldId="269"/>
            <ac:picMk id="2" creationId="{0D410946-F384-A765-03F9-9A5C331D7536}"/>
          </ac:picMkLst>
        </pc:picChg>
        <pc:picChg chg="add del mod">
          <ac:chgData name="Jordan, Stuart" userId="1bf9a496-f356-4f9c-b15f-a24cde0408c2" providerId="ADAL" clId="{E4EA7936-689B-4FFE-B345-A1A5C78211DA}" dt="2026-03-16T18:12:20.649" v="97"/>
          <ac:picMkLst>
            <pc:docMk/>
            <pc:sldMk cId="3676805045" sldId="269"/>
            <ac:picMk id="3" creationId="{D46FACF3-FC73-B3BE-A476-3DAA6BCD0863}"/>
          </ac:picMkLst>
        </pc:picChg>
        <pc:picChg chg="add mod ord">
          <ac:chgData name="Jordan, Stuart" userId="1bf9a496-f356-4f9c-b15f-a24cde0408c2" providerId="ADAL" clId="{E4EA7936-689B-4FFE-B345-A1A5C78211DA}" dt="2026-03-16T18:12:18.924" v="82" actId="34307"/>
          <ac:picMkLst>
            <pc:docMk/>
            <pc:sldMk cId="3676805045" sldId="269"/>
            <ac:picMk id="7" creationId="{7CB13EC9-020E-16E4-7F8C-735079002D14}"/>
          </ac:picMkLst>
        </pc:picChg>
      </pc:sldChg>
      <pc:sldChg chg="addSp delSp modSp mod modTransition modAnim">
        <pc:chgData name="Jordan, Stuart" userId="1bf9a496-f356-4f9c-b15f-a24cde0408c2" providerId="ADAL" clId="{E4EA7936-689B-4FFE-B345-A1A5C78211DA}" dt="2026-03-16T18:17:17.870" v="99"/>
        <pc:sldMkLst>
          <pc:docMk/>
          <pc:sldMk cId="2104376219" sldId="270"/>
        </pc:sldMkLst>
        <pc:picChg chg="add del mod">
          <ac:chgData name="Jordan, Stuart" userId="1bf9a496-f356-4f9c-b15f-a24cde0408c2" providerId="ADAL" clId="{E4EA7936-689B-4FFE-B345-A1A5C78211DA}" dt="2026-03-16T17:59:52.399" v="66"/>
          <ac:picMkLst>
            <pc:docMk/>
            <pc:sldMk cId="2104376219" sldId="270"/>
            <ac:picMk id="3" creationId="{A6450D88-378C-4F00-83E9-B1A47B2DC39A}"/>
          </ac:picMkLst>
        </pc:picChg>
        <pc:picChg chg="add del mod">
          <ac:chgData name="Jordan, Stuart" userId="1bf9a496-f356-4f9c-b15f-a24cde0408c2" providerId="ADAL" clId="{E4EA7936-689B-4FFE-B345-A1A5C78211DA}" dt="2026-03-16T18:12:20.649" v="97"/>
          <ac:picMkLst>
            <pc:docMk/>
            <pc:sldMk cId="2104376219" sldId="270"/>
            <ac:picMk id="6" creationId="{7F387F5E-5A3D-16DD-2F7E-05EB94C76B18}"/>
          </ac:picMkLst>
        </pc:picChg>
        <pc:picChg chg="add mod ord">
          <ac:chgData name="Jordan, Stuart" userId="1bf9a496-f356-4f9c-b15f-a24cde0408c2" providerId="ADAL" clId="{E4EA7936-689B-4FFE-B345-A1A5C78211DA}" dt="2026-03-16T18:12:18.924" v="83" actId="34307"/>
          <ac:picMkLst>
            <pc:docMk/>
            <pc:sldMk cId="2104376219" sldId="270"/>
            <ac:picMk id="8" creationId="{CFEF4737-5B6F-A142-3452-6C3B5E63A9D0}"/>
          </ac:picMkLst>
        </pc:picChg>
      </pc:sldChg>
      <pc:sldChg chg="addSp delSp modSp mod modTransition modAnim">
        <pc:chgData name="Jordan, Stuart" userId="1bf9a496-f356-4f9c-b15f-a24cde0408c2" providerId="ADAL" clId="{E4EA7936-689B-4FFE-B345-A1A5C78211DA}" dt="2026-03-16T18:17:17.870" v="99"/>
        <pc:sldMkLst>
          <pc:docMk/>
          <pc:sldMk cId="1625245009" sldId="271"/>
        </pc:sldMkLst>
        <pc:picChg chg="add del mod">
          <ac:chgData name="Jordan, Stuart" userId="1bf9a496-f356-4f9c-b15f-a24cde0408c2" providerId="ADAL" clId="{E4EA7936-689B-4FFE-B345-A1A5C78211DA}" dt="2026-03-16T17:59:52.399" v="66"/>
          <ac:picMkLst>
            <pc:docMk/>
            <pc:sldMk cId="1625245009" sldId="271"/>
            <ac:picMk id="3" creationId="{2FB52699-F616-5B1C-C3FD-A09BEB59DC51}"/>
          </ac:picMkLst>
        </pc:picChg>
        <pc:picChg chg="add del mod">
          <ac:chgData name="Jordan, Stuart" userId="1bf9a496-f356-4f9c-b15f-a24cde0408c2" providerId="ADAL" clId="{E4EA7936-689B-4FFE-B345-A1A5C78211DA}" dt="2026-03-16T18:12:20.649" v="97"/>
          <ac:picMkLst>
            <pc:docMk/>
            <pc:sldMk cId="1625245009" sldId="271"/>
            <ac:picMk id="6" creationId="{559FF194-DACA-B3D4-289F-6DF90975B23B}"/>
          </ac:picMkLst>
        </pc:picChg>
        <pc:picChg chg="add mod ord">
          <ac:chgData name="Jordan, Stuart" userId="1bf9a496-f356-4f9c-b15f-a24cde0408c2" providerId="ADAL" clId="{E4EA7936-689B-4FFE-B345-A1A5C78211DA}" dt="2026-03-16T18:12:18.924" v="84" actId="34307"/>
          <ac:picMkLst>
            <pc:docMk/>
            <pc:sldMk cId="1625245009" sldId="271"/>
            <ac:picMk id="10" creationId="{CF7638F7-FD8C-0D95-603C-DB6F025FEC18}"/>
          </ac:picMkLst>
        </pc:picChg>
      </pc:sldChg>
      <pc:sldChg chg="addSp delSp modSp mod modTransition modAnim">
        <pc:chgData name="Jordan, Stuart" userId="1bf9a496-f356-4f9c-b15f-a24cde0408c2" providerId="ADAL" clId="{E4EA7936-689B-4FFE-B345-A1A5C78211DA}" dt="2026-03-16T18:17:17.870" v="99"/>
        <pc:sldMkLst>
          <pc:docMk/>
          <pc:sldMk cId="2006489724" sldId="272"/>
        </pc:sldMkLst>
        <pc:picChg chg="add del mod">
          <ac:chgData name="Jordan, Stuart" userId="1bf9a496-f356-4f9c-b15f-a24cde0408c2" providerId="ADAL" clId="{E4EA7936-689B-4FFE-B345-A1A5C78211DA}" dt="2026-03-16T17:59:52.399" v="66"/>
          <ac:picMkLst>
            <pc:docMk/>
            <pc:sldMk cId="2006489724" sldId="272"/>
            <ac:picMk id="3" creationId="{FB8CE6A7-F88E-F0AE-BD25-88A9B830BEC8}"/>
          </ac:picMkLst>
        </pc:picChg>
        <pc:picChg chg="add del mod">
          <ac:chgData name="Jordan, Stuart" userId="1bf9a496-f356-4f9c-b15f-a24cde0408c2" providerId="ADAL" clId="{E4EA7936-689B-4FFE-B345-A1A5C78211DA}" dt="2026-03-16T18:10:53.118" v="68"/>
          <ac:picMkLst>
            <pc:docMk/>
            <pc:sldMk cId="2006489724" sldId="272"/>
            <ac:picMk id="6" creationId="{99E0BC8B-7A3A-FFFE-3072-46673E4DBD99}"/>
          </ac:picMkLst>
        </pc:picChg>
        <pc:picChg chg="add del mod ord">
          <ac:chgData name="Jordan, Stuart" userId="1bf9a496-f356-4f9c-b15f-a24cde0408c2" providerId="ADAL" clId="{E4EA7936-689B-4FFE-B345-A1A5C78211DA}" dt="2026-03-16T18:11:31.939" v="69"/>
          <ac:picMkLst>
            <pc:docMk/>
            <pc:sldMk cId="2006489724" sldId="272"/>
            <ac:picMk id="10" creationId="{FB801570-182E-D739-3B1E-6B3F029ACBDF}"/>
          </ac:picMkLst>
        </pc:picChg>
        <pc:picChg chg="add del mod">
          <ac:chgData name="Jordan, Stuart" userId="1bf9a496-f356-4f9c-b15f-a24cde0408c2" providerId="ADAL" clId="{E4EA7936-689B-4FFE-B345-A1A5C78211DA}" dt="2026-03-16T18:12:20.649" v="97"/>
          <ac:picMkLst>
            <pc:docMk/>
            <pc:sldMk cId="2006489724" sldId="272"/>
            <ac:picMk id="11" creationId="{F5BB90B3-B388-1BD2-D96B-7E99824CACE0}"/>
          </ac:picMkLst>
        </pc:picChg>
        <pc:picChg chg="add mod ord">
          <ac:chgData name="Jordan, Stuart" userId="1bf9a496-f356-4f9c-b15f-a24cde0408c2" providerId="ADAL" clId="{E4EA7936-689B-4FFE-B345-A1A5C78211DA}" dt="2026-03-16T18:12:18.939" v="85" actId="34307"/>
          <ac:picMkLst>
            <pc:docMk/>
            <pc:sldMk cId="2006489724" sldId="272"/>
            <ac:picMk id="15" creationId="{AFE42C17-1392-B72D-FA18-32181ABB9B0D}"/>
          </ac:picMkLst>
        </pc:picChg>
      </pc:sldChg>
      <pc:sldChg chg="addSp delSp modSp mod modTransition modAnim">
        <pc:chgData name="Jordan, Stuart" userId="1bf9a496-f356-4f9c-b15f-a24cde0408c2" providerId="ADAL" clId="{E4EA7936-689B-4FFE-B345-A1A5C78211DA}" dt="2026-03-16T18:17:17.870" v="99"/>
        <pc:sldMkLst>
          <pc:docMk/>
          <pc:sldMk cId="1873515390" sldId="273"/>
        </pc:sldMkLst>
        <pc:picChg chg="add del mod">
          <ac:chgData name="Jordan, Stuart" userId="1bf9a496-f356-4f9c-b15f-a24cde0408c2" providerId="ADAL" clId="{E4EA7936-689B-4FFE-B345-A1A5C78211DA}" dt="2026-03-16T17:59:52.399" v="66"/>
          <ac:picMkLst>
            <pc:docMk/>
            <pc:sldMk cId="1873515390" sldId="273"/>
            <ac:picMk id="3" creationId="{B0290002-0B4A-DAFE-26FF-3565737F2F59}"/>
          </ac:picMkLst>
        </pc:picChg>
        <pc:picChg chg="add del mod">
          <ac:chgData name="Jordan, Stuart" userId="1bf9a496-f356-4f9c-b15f-a24cde0408c2" providerId="ADAL" clId="{E4EA7936-689B-4FFE-B345-A1A5C78211DA}" dt="2026-03-16T18:12:20.649" v="97"/>
          <ac:picMkLst>
            <pc:docMk/>
            <pc:sldMk cId="1873515390" sldId="273"/>
            <ac:picMk id="6" creationId="{5B75BDAB-8DB0-4048-DEFB-2208A69C3E74}"/>
          </ac:picMkLst>
        </pc:picChg>
        <pc:picChg chg="add mod ord">
          <ac:chgData name="Jordan, Stuart" userId="1bf9a496-f356-4f9c-b15f-a24cde0408c2" providerId="ADAL" clId="{E4EA7936-689B-4FFE-B345-A1A5C78211DA}" dt="2026-03-16T18:12:18.939" v="86" actId="34307"/>
          <ac:picMkLst>
            <pc:docMk/>
            <pc:sldMk cId="1873515390" sldId="273"/>
            <ac:picMk id="8" creationId="{03C47381-069C-376D-1091-0B949DF48EA2}"/>
          </ac:picMkLst>
        </pc:picChg>
      </pc:sldChg>
      <pc:sldChg chg="addSp delSp modSp mod modTransition modAnim">
        <pc:chgData name="Jordan, Stuart" userId="1bf9a496-f356-4f9c-b15f-a24cde0408c2" providerId="ADAL" clId="{E4EA7936-689B-4FFE-B345-A1A5C78211DA}" dt="2026-03-16T18:17:17.870" v="99"/>
        <pc:sldMkLst>
          <pc:docMk/>
          <pc:sldMk cId="2280511302" sldId="274"/>
        </pc:sldMkLst>
        <pc:picChg chg="add del mod">
          <ac:chgData name="Jordan, Stuart" userId="1bf9a496-f356-4f9c-b15f-a24cde0408c2" providerId="ADAL" clId="{E4EA7936-689B-4FFE-B345-A1A5C78211DA}" dt="2026-03-16T17:59:52.399" v="66"/>
          <ac:picMkLst>
            <pc:docMk/>
            <pc:sldMk cId="2280511302" sldId="274"/>
            <ac:picMk id="3" creationId="{4AE9FBD5-BD83-116C-CA70-A743553354D4}"/>
          </ac:picMkLst>
        </pc:picChg>
        <pc:picChg chg="add del mod">
          <ac:chgData name="Jordan, Stuart" userId="1bf9a496-f356-4f9c-b15f-a24cde0408c2" providerId="ADAL" clId="{E4EA7936-689B-4FFE-B345-A1A5C78211DA}" dt="2026-03-16T18:12:20.649" v="97"/>
          <ac:picMkLst>
            <pc:docMk/>
            <pc:sldMk cId="2280511302" sldId="274"/>
            <ac:picMk id="6" creationId="{5BC2CC54-E40B-E479-0FEB-E403C97B9F67}"/>
          </ac:picMkLst>
        </pc:picChg>
        <pc:picChg chg="add mod ord">
          <ac:chgData name="Jordan, Stuart" userId="1bf9a496-f356-4f9c-b15f-a24cde0408c2" providerId="ADAL" clId="{E4EA7936-689B-4FFE-B345-A1A5C78211DA}" dt="2026-03-16T18:12:18.939" v="87" actId="34307"/>
          <ac:picMkLst>
            <pc:docMk/>
            <pc:sldMk cId="2280511302" sldId="274"/>
            <ac:picMk id="7" creationId="{305EB93E-09AA-1246-12B7-87C04A5730F3}"/>
          </ac:picMkLst>
        </pc:picChg>
      </pc:sldChg>
      <pc:sldChg chg="addSp delSp modSp mod modTransition modAnim">
        <pc:chgData name="Jordan, Stuart" userId="1bf9a496-f356-4f9c-b15f-a24cde0408c2" providerId="ADAL" clId="{E4EA7936-689B-4FFE-B345-A1A5C78211DA}" dt="2026-03-16T18:17:17.870" v="99"/>
        <pc:sldMkLst>
          <pc:docMk/>
          <pc:sldMk cId="458234291" sldId="275"/>
        </pc:sldMkLst>
        <pc:picChg chg="add del mod">
          <ac:chgData name="Jordan, Stuart" userId="1bf9a496-f356-4f9c-b15f-a24cde0408c2" providerId="ADAL" clId="{E4EA7936-689B-4FFE-B345-A1A5C78211DA}" dt="2026-03-16T17:59:52.399" v="66"/>
          <ac:picMkLst>
            <pc:docMk/>
            <pc:sldMk cId="458234291" sldId="275"/>
            <ac:picMk id="3" creationId="{30B758BC-093D-6F50-AF6F-9F12E195628C}"/>
          </ac:picMkLst>
        </pc:picChg>
        <pc:picChg chg="add del mod">
          <ac:chgData name="Jordan, Stuart" userId="1bf9a496-f356-4f9c-b15f-a24cde0408c2" providerId="ADAL" clId="{E4EA7936-689B-4FFE-B345-A1A5C78211DA}" dt="2026-03-16T18:12:20.649" v="97"/>
          <ac:picMkLst>
            <pc:docMk/>
            <pc:sldMk cId="458234291" sldId="275"/>
            <ac:picMk id="6" creationId="{FC96F24D-93C6-9B13-1D8D-A8CB57AD886C}"/>
          </ac:picMkLst>
        </pc:picChg>
        <pc:picChg chg="add mod ord">
          <ac:chgData name="Jordan, Stuart" userId="1bf9a496-f356-4f9c-b15f-a24cde0408c2" providerId="ADAL" clId="{E4EA7936-689B-4FFE-B345-A1A5C78211DA}" dt="2026-03-16T18:12:18.939" v="88" actId="34307"/>
          <ac:picMkLst>
            <pc:docMk/>
            <pc:sldMk cId="458234291" sldId="275"/>
            <ac:picMk id="7" creationId="{B09978EE-281F-6C13-9595-400610502CB4}"/>
          </ac:picMkLst>
        </pc:picChg>
      </pc:sldChg>
      <pc:sldChg chg="addSp modSp mod modTransition">
        <pc:chgData name="Jordan, Stuart" userId="1bf9a496-f356-4f9c-b15f-a24cde0408c2" providerId="ADAL" clId="{E4EA7936-689B-4FFE-B345-A1A5C78211DA}" dt="2026-03-16T18:17:17.870" v="99"/>
        <pc:sldMkLst>
          <pc:docMk/>
          <pc:sldMk cId="3512384347" sldId="276"/>
        </pc:sldMkLst>
        <pc:picChg chg="add mod">
          <ac:chgData name="Jordan, Stuart" userId="1bf9a496-f356-4f9c-b15f-a24cde0408c2" providerId="ADAL" clId="{E4EA7936-689B-4FFE-B345-A1A5C78211DA}" dt="2026-03-16T17:47:21.319" v="63" actId="34818"/>
          <ac:picMkLst>
            <pc:docMk/>
            <pc:sldMk cId="3512384347" sldId="276"/>
            <ac:picMk id="17" creationId="{F97D3650-8EC4-992C-1366-10AD5CA9F9A8}"/>
          </ac:picMkLst>
        </pc:picChg>
      </pc:sldChg>
      <pc:sldChg chg="addSp delSp modSp mod modTransition modAnim">
        <pc:chgData name="Jordan, Stuart" userId="1bf9a496-f356-4f9c-b15f-a24cde0408c2" providerId="ADAL" clId="{E4EA7936-689B-4FFE-B345-A1A5C78211DA}" dt="2026-03-16T18:17:17.870" v="99"/>
        <pc:sldMkLst>
          <pc:docMk/>
          <pc:sldMk cId="2886677110" sldId="278"/>
        </pc:sldMkLst>
        <pc:picChg chg="add del mod">
          <ac:chgData name="Jordan, Stuart" userId="1bf9a496-f356-4f9c-b15f-a24cde0408c2" providerId="ADAL" clId="{E4EA7936-689B-4FFE-B345-A1A5C78211DA}" dt="2026-03-16T17:59:52.399" v="66"/>
          <ac:picMkLst>
            <pc:docMk/>
            <pc:sldMk cId="2886677110" sldId="278"/>
            <ac:picMk id="2" creationId="{B7BAA9FF-3188-4A27-4D10-595DB8B360AE}"/>
          </ac:picMkLst>
        </pc:picChg>
        <pc:picChg chg="add del mod">
          <ac:chgData name="Jordan, Stuart" userId="1bf9a496-f356-4f9c-b15f-a24cde0408c2" providerId="ADAL" clId="{E4EA7936-689B-4FFE-B345-A1A5C78211DA}" dt="2026-03-16T18:12:20.649" v="97"/>
          <ac:picMkLst>
            <pc:docMk/>
            <pc:sldMk cId="2886677110" sldId="278"/>
            <ac:picMk id="3" creationId="{6A64EB44-8F63-AF42-B801-D2DC78ABCA97}"/>
          </ac:picMkLst>
        </pc:picChg>
        <pc:picChg chg="add del mod ord">
          <ac:chgData name="Jordan, Stuart" userId="1bf9a496-f356-4f9c-b15f-a24cde0408c2" providerId="ADAL" clId="{E4EA7936-689B-4FFE-B345-A1A5C78211DA}" dt="2026-03-16T18:14:55.971" v="98"/>
          <ac:picMkLst>
            <pc:docMk/>
            <pc:sldMk cId="2886677110" sldId="278"/>
            <ac:picMk id="6" creationId="{F69EA31F-F23E-0B10-D6DF-F4BCA13B8CCB}"/>
          </ac:picMkLst>
        </pc:picChg>
        <pc:picChg chg="add del mod">
          <ac:chgData name="Jordan, Stuart" userId="1bf9a496-f356-4f9c-b15f-a24cde0408c2" providerId="ADAL" clId="{E4EA7936-689B-4FFE-B345-A1A5C78211DA}" dt="2026-03-16T18:17:17.870" v="99"/>
          <ac:picMkLst>
            <pc:docMk/>
            <pc:sldMk cId="2886677110" sldId="278"/>
            <ac:picMk id="7" creationId="{55E5D3C6-3769-FC2A-8A88-D2E19AC45C67}"/>
          </ac:picMkLst>
        </pc:picChg>
      </pc:sldChg>
      <pc:sldChg chg="addSp delSp modSp mod modTransition modAnim">
        <pc:chgData name="Jordan, Stuart" userId="1bf9a496-f356-4f9c-b15f-a24cde0408c2" providerId="ADAL" clId="{E4EA7936-689B-4FFE-B345-A1A5C78211DA}" dt="2026-03-16T18:17:17.870" v="99"/>
        <pc:sldMkLst>
          <pc:docMk/>
          <pc:sldMk cId="2558891770" sldId="279"/>
        </pc:sldMkLst>
        <pc:picChg chg="add del mod">
          <ac:chgData name="Jordan, Stuart" userId="1bf9a496-f356-4f9c-b15f-a24cde0408c2" providerId="ADAL" clId="{E4EA7936-689B-4FFE-B345-A1A5C78211DA}" dt="2026-03-16T17:59:52.399" v="66"/>
          <ac:picMkLst>
            <pc:docMk/>
            <pc:sldMk cId="2558891770" sldId="279"/>
            <ac:picMk id="3" creationId="{2BCF0EFE-3D8F-0FF1-3026-4035B2CD3C80}"/>
          </ac:picMkLst>
        </pc:picChg>
        <pc:picChg chg="add del mod">
          <ac:chgData name="Jordan, Stuart" userId="1bf9a496-f356-4f9c-b15f-a24cde0408c2" providerId="ADAL" clId="{E4EA7936-689B-4FFE-B345-A1A5C78211DA}" dt="2026-03-16T18:12:20.649" v="97"/>
          <ac:picMkLst>
            <pc:docMk/>
            <pc:sldMk cId="2558891770" sldId="279"/>
            <ac:picMk id="5" creationId="{9C65A375-3E9C-E9BF-1DB3-8DA11D848051}"/>
          </ac:picMkLst>
        </pc:picChg>
        <pc:picChg chg="add mod ord">
          <ac:chgData name="Jordan, Stuart" userId="1bf9a496-f356-4f9c-b15f-a24cde0408c2" providerId="ADAL" clId="{E4EA7936-689B-4FFE-B345-A1A5C78211DA}" dt="2026-03-16T18:12:18.924" v="77" actId="34307"/>
          <ac:picMkLst>
            <pc:docMk/>
            <pc:sldMk cId="2558891770" sldId="279"/>
            <ac:picMk id="7" creationId="{DA7677D3-C208-CBF1-63D5-E4DDEDA81455}"/>
          </ac:picMkLst>
        </pc:picChg>
      </pc:sldChg>
      <pc:sldChg chg="addSp delSp modSp mod modTransition modAnim">
        <pc:chgData name="Jordan, Stuart" userId="1bf9a496-f356-4f9c-b15f-a24cde0408c2" providerId="ADAL" clId="{E4EA7936-689B-4FFE-B345-A1A5C78211DA}" dt="2026-03-16T18:17:17.870" v="99"/>
        <pc:sldMkLst>
          <pc:docMk/>
          <pc:sldMk cId="3056532311" sldId="280"/>
        </pc:sldMkLst>
        <pc:picChg chg="add del mod">
          <ac:chgData name="Jordan, Stuart" userId="1bf9a496-f356-4f9c-b15f-a24cde0408c2" providerId="ADAL" clId="{E4EA7936-689B-4FFE-B345-A1A5C78211DA}" dt="2026-03-16T17:59:52.399" v="66"/>
          <ac:picMkLst>
            <pc:docMk/>
            <pc:sldMk cId="3056532311" sldId="280"/>
            <ac:picMk id="5" creationId="{E07B6BC9-4929-26D3-D948-B55A60D36596}"/>
          </ac:picMkLst>
        </pc:picChg>
        <pc:picChg chg="add del mod">
          <ac:chgData name="Jordan, Stuart" userId="1bf9a496-f356-4f9c-b15f-a24cde0408c2" providerId="ADAL" clId="{E4EA7936-689B-4FFE-B345-A1A5C78211DA}" dt="2026-03-16T18:12:20.649" v="97"/>
          <ac:picMkLst>
            <pc:docMk/>
            <pc:sldMk cId="3056532311" sldId="280"/>
            <ac:picMk id="6" creationId="{9EC9DB90-C14B-E8DE-6899-1B0F96E9EA97}"/>
          </ac:picMkLst>
        </pc:picChg>
        <pc:picChg chg="add mod ord">
          <ac:chgData name="Jordan, Stuart" userId="1bf9a496-f356-4f9c-b15f-a24cde0408c2" providerId="ADAL" clId="{E4EA7936-689B-4FFE-B345-A1A5C78211DA}" dt="2026-03-16T18:12:18.924" v="78" actId="34307"/>
          <ac:picMkLst>
            <pc:docMk/>
            <pc:sldMk cId="3056532311" sldId="280"/>
            <ac:picMk id="8" creationId="{4B0B5B87-8836-7EE8-03B8-7B9D6647CB16}"/>
          </ac:picMkLst>
        </pc:picChg>
      </pc:sldChg>
      <pc:sldChg chg="addSp delSp modSp mod modTransition modAnim">
        <pc:chgData name="Jordan, Stuart" userId="1bf9a496-f356-4f9c-b15f-a24cde0408c2" providerId="ADAL" clId="{E4EA7936-689B-4FFE-B345-A1A5C78211DA}" dt="2026-03-16T18:17:17.870" v="99"/>
        <pc:sldMkLst>
          <pc:docMk/>
          <pc:sldMk cId="2616811548" sldId="281"/>
        </pc:sldMkLst>
        <pc:picChg chg="add del mod">
          <ac:chgData name="Jordan, Stuart" userId="1bf9a496-f356-4f9c-b15f-a24cde0408c2" providerId="ADAL" clId="{E4EA7936-689B-4FFE-B345-A1A5C78211DA}" dt="2026-03-16T17:59:52.399" v="66"/>
          <ac:picMkLst>
            <pc:docMk/>
            <pc:sldMk cId="2616811548" sldId="281"/>
            <ac:picMk id="3" creationId="{299D4BF7-4919-E689-2267-3FFEB4CF0703}"/>
          </ac:picMkLst>
        </pc:picChg>
        <pc:picChg chg="add del mod">
          <ac:chgData name="Jordan, Stuart" userId="1bf9a496-f356-4f9c-b15f-a24cde0408c2" providerId="ADAL" clId="{E4EA7936-689B-4FFE-B345-A1A5C78211DA}" dt="2026-03-16T18:12:20.649" v="97"/>
          <ac:picMkLst>
            <pc:docMk/>
            <pc:sldMk cId="2616811548" sldId="281"/>
            <ac:picMk id="9" creationId="{6099C51D-E223-CE40-23C1-561DB7AD273A}"/>
          </ac:picMkLst>
        </pc:picChg>
        <pc:picChg chg="add mod ord">
          <ac:chgData name="Jordan, Stuart" userId="1bf9a496-f356-4f9c-b15f-a24cde0408c2" providerId="ADAL" clId="{E4EA7936-689B-4FFE-B345-A1A5C78211DA}" dt="2026-03-16T18:12:18.924" v="81" actId="34307"/>
          <ac:picMkLst>
            <pc:docMk/>
            <pc:sldMk cId="2616811548" sldId="281"/>
            <ac:picMk id="15" creationId="{0656F373-3ABF-DB7D-1D2C-1EE034B24CCE}"/>
          </ac:picMkLst>
        </pc:picChg>
      </pc:sldChg>
      <pc:sldChg chg="addSp delSp modSp mod modTransition modAnim">
        <pc:chgData name="Jordan, Stuart" userId="1bf9a496-f356-4f9c-b15f-a24cde0408c2" providerId="ADAL" clId="{E4EA7936-689B-4FFE-B345-A1A5C78211DA}" dt="2026-03-16T18:17:17.870" v="99"/>
        <pc:sldMkLst>
          <pc:docMk/>
          <pc:sldMk cId="3837889062" sldId="282"/>
        </pc:sldMkLst>
        <pc:picChg chg="add del mod">
          <ac:chgData name="Jordan, Stuart" userId="1bf9a496-f356-4f9c-b15f-a24cde0408c2" providerId="ADAL" clId="{E4EA7936-689B-4FFE-B345-A1A5C78211DA}" dt="2026-03-16T17:59:52.399" v="66"/>
          <ac:picMkLst>
            <pc:docMk/>
            <pc:sldMk cId="3837889062" sldId="282"/>
            <ac:picMk id="17" creationId="{98668B5D-F617-2476-2D44-501A68D2B877}"/>
          </ac:picMkLst>
        </pc:picChg>
        <pc:picChg chg="add del mod">
          <ac:chgData name="Jordan, Stuart" userId="1bf9a496-f356-4f9c-b15f-a24cde0408c2" providerId="ADAL" clId="{E4EA7936-689B-4FFE-B345-A1A5C78211DA}" dt="2026-03-16T18:12:20.649" v="97"/>
          <ac:picMkLst>
            <pc:docMk/>
            <pc:sldMk cId="3837889062" sldId="282"/>
            <ac:picMk id="18" creationId="{BAE6650A-E610-E984-689D-74F1A81FF386}"/>
          </ac:picMkLst>
        </pc:picChg>
        <pc:picChg chg="add mod ord">
          <ac:chgData name="Jordan, Stuart" userId="1bf9a496-f356-4f9c-b15f-a24cde0408c2" providerId="ADAL" clId="{E4EA7936-689B-4FFE-B345-A1A5C78211DA}" dt="2026-03-16T18:12:18.939" v="89" actId="34307"/>
          <ac:picMkLst>
            <pc:docMk/>
            <pc:sldMk cId="3837889062" sldId="282"/>
            <ac:picMk id="19" creationId="{0A544F3B-2B1E-6B32-3F0C-0F4ACBD739B4}"/>
          </ac:picMkLst>
        </pc:picChg>
      </pc:sldChg>
      <pc:sldChg chg="addSp delSp modSp mod modTransition modAnim">
        <pc:chgData name="Jordan, Stuart" userId="1bf9a496-f356-4f9c-b15f-a24cde0408c2" providerId="ADAL" clId="{E4EA7936-689B-4FFE-B345-A1A5C78211DA}" dt="2026-03-16T18:17:17.870" v="99"/>
        <pc:sldMkLst>
          <pc:docMk/>
          <pc:sldMk cId="2092553359" sldId="283"/>
        </pc:sldMkLst>
        <pc:picChg chg="add del mod">
          <ac:chgData name="Jordan, Stuart" userId="1bf9a496-f356-4f9c-b15f-a24cde0408c2" providerId="ADAL" clId="{E4EA7936-689B-4FFE-B345-A1A5C78211DA}" dt="2026-03-16T17:59:52.399" v="66"/>
          <ac:picMkLst>
            <pc:docMk/>
            <pc:sldMk cId="2092553359" sldId="283"/>
            <ac:picMk id="19" creationId="{AB17DF88-61E7-65EE-9FF4-F93024C5E1AC}"/>
          </ac:picMkLst>
        </pc:picChg>
        <pc:picChg chg="add del mod">
          <ac:chgData name="Jordan, Stuart" userId="1bf9a496-f356-4f9c-b15f-a24cde0408c2" providerId="ADAL" clId="{E4EA7936-689B-4FFE-B345-A1A5C78211DA}" dt="2026-03-16T18:12:20.649" v="97"/>
          <ac:picMkLst>
            <pc:docMk/>
            <pc:sldMk cId="2092553359" sldId="283"/>
            <ac:picMk id="20" creationId="{E0453D8F-B008-D33B-21C1-0BED5D4C88AE}"/>
          </ac:picMkLst>
        </pc:picChg>
        <pc:picChg chg="add mod ord">
          <ac:chgData name="Jordan, Stuart" userId="1bf9a496-f356-4f9c-b15f-a24cde0408c2" providerId="ADAL" clId="{E4EA7936-689B-4FFE-B345-A1A5C78211DA}" dt="2026-03-16T18:12:18.939" v="90" actId="34307"/>
          <ac:picMkLst>
            <pc:docMk/>
            <pc:sldMk cId="2092553359" sldId="283"/>
            <ac:picMk id="21" creationId="{5E046446-A02D-6EA3-7C69-4B2B9FB0B928}"/>
          </ac:picMkLst>
        </pc:picChg>
      </pc:sldChg>
      <pc:sldChg chg="addSp delSp modSp mod modTransition modAnim">
        <pc:chgData name="Jordan, Stuart" userId="1bf9a496-f356-4f9c-b15f-a24cde0408c2" providerId="ADAL" clId="{E4EA7936-689B-4FFE-B345-A1A5C78211DA}" dt="2026-03-16T18:17:17.870" v="99"/>
        <pc:sldMkLst>
          <pc:docMk/>
          <pc:sldMk cId="3065060493" sldId="284"/>
        </pc:sldMkLst>
        <pc:picChg chg="add del mod">
          <ac:chgData name="Jordan, Stuart" userId="1bf9a496-f356-4f9c-b15f-a24cde0408c2" providerId="ADAL" clId="{E4EA7936-689B-4FFE-B345-A1A5C78211DA}" dt="2026-03-16T17:59:52.399" v="66"/>
          <ac:picMkLst>
            <pc:docMk/>
            <pc:sldMk cId="3065060493" sldId="284"/>
            <ac:picMk id="20" creationId="{A402AAEA-4EEB-E498-E4F7-83065EC293D4}"/>
          </ac:picMkLst>
        </pc:picChg>
        <pc:picChg chg="add del mod">
          <ac:chgData name="Jordan, Stuart" userId="1bf9a496-f356-4f9c-b15f-a24cde0408c2" providerId="ADAL" clId="{E4EA7936-689B-4FFE-B345-A1A5C78211DA}" dt="2026-03-16T18:12:20.649" v="97"/>
          <ac:picMkLst>
            <pc:docMk/>
            <pc:sldMk cId="3065060493" sldId="284"/>
            <ac:picMk id="21" creationId="{29F112EF-2021-6280-B569-8996D6D708BA}"/>
          </ac:picMkLst>
        </pc:picChg>
        <pc:picChg chg="add mod ord">
          <ac:chgData name="Jordan, Stuart" userId="1bf9a496-f356-4f9c-b15f-a24cde0408c2" providerId="ADAL" clId="{E4EA7936-689B-4FFE-B345-A1A5C78211DA}" dt="2026-03-16T18:12:18.939" v="91" actId="34307"/>
          <ac:picMkLst>
            <pc:docMk/>
            <pc:sldMk cId="3065060493" sldId="284"/>
            <ac:picMk id="22" creationId="{9E10E50D-0FF9-74F3-577D-8E174EAAF14D}"/>
          </ac:picMkLst>
        </pc:picChg>
      </pc:sldChg>
      <pc:sldChg chg="addSp delSp modSp mod modTransition modAnim">
        <pc:chgData name="Jordan, Stuart" userId="1bf9a496-f356-4f9c-b15f-a24cde0408c2" providerId="ADAL" clId="{E4EA7936-689B-4FFE-B345-A1A5C78211DA}" dt="2026-03-16T18:17:17.870" v="99"/>
        <pc:sldMkLst>
          <pc:docMk/>
          <pc:sldMk cId="3214093061" sldId="285"/>
        </pc:sldMkLst>
        <pc:picChg chg="add del mod">
          <ac:chgData name="Jordan, Stuart" userId="1bf9a496-f356-4f9c-b15f-a24cde0408c2" providerId="ADAL" clId="{E4EA7936-689B-4FFE-B345-A1A5C78211DA}" dt="2026-03-16T17:59:52.399" v="66"/>
          <ac:picMkLst>
            <pc:docMk/>
            <pc:sldMk cId="3214093061" sldId="285"/>
            <ac:picMk id="19" creationId="{1288F607-8576-BD96-6080-3AE7B651580E}"/>
          </ac:picMkLst>
        </pc:picChg>
        <pc:picChg chg="add del mod">
          <ac:chgData name="Jordan, Stuart" userId="1bf9a496-f356-4f9c-b15f-a24cde0408c2" providerId="ADAL" clId="{E4EA7936-689B-4FFE-B345-A1A5C78211DA}" dt="2026-03-16T18:12:20.649" v="97"/>
          <ac:picMkLst>
            <pc:docMk/>
            <pc:sldMk cId="3214093061" sldId="285"/>
            <ac:picMk id="21" creationId="{BCAF7A0B-50D4-A742-0591-8506F6B859C4}"/>
          </ac:picMkLst>
        </pc:picChg>
        <pc:picChg chg="add mod ord">
          <ac:chgData name="Jordan, Stuart" userId="1bf9a496-f356-4f9c-b15f-a24cde0408c2" providerId="ADAL" clId="{E4EA7936-689B-4FFE-B345-A1A5C78211DA}" dt="2026-03-16T18:12:18.939" v="92" actId="34307"/>
          <ac:picMkLst>
            <pc:docMk/>
            <pc:sldMk cId="3214093061" sldId="285"/>
            <ac:picMk id="23" creationId="{85FC8371-CB84-1B0B-E83A-188DDDA9701F}"/>
          </ac:picMkLst>
        </pc:picChg>
      </pc:sldChg>
      <pc:sldChg chg="addSp delSp modSp mod modTransition modAnim">
        <pc:chgData name="Jordan, Stuart" userId="1bf9a496-f356-4f9c-b15f-a24cde0408c2" providerId="ADAL" clId="{E4EA7936-689B-4FFE-B345-A1A5C78211DA}" dt="2026-03-16T18:17:17.870" v="99"/>
        <pc:sldMkLst>
          <pc:docMk/>
          <pc:sldMk cId="2790136542" sldId="286"/>
        </pc:sldMkLst>
        <pc:picChg chg="add del mod">
          <ac:chgData name="Jordan, Stuart" userId="1bf9a496-f356-4f9c-b15f-a24cde0408c2" providerId="ADAL" clId="{E4EA7936-689B-4FFE-B345-A1A5C78211DA}" dt="2026-03-16T17:59:52.399" v="66"/>
          <ac:picMkLst>
            <pc:docMk/>
            <pc:sldMk cId="2790136542" sldId="286"/>
            <ac:picMk id="26" creationId="{435083B5-7E7A-74DB-9270-BB520F6182BB}"/>
          </ac:picMkLst>
        </pc:picChg>
        <pc:picChg chg="add del mod">
          <ac:chgData name="Jordan, Stuart" userId="1bf9a496-f356-4f9c-b15f-a24cde0408c2" providerId="ADAL" clId="{E4EA7936-689B-4FFE-B345-A1A5C78211DA}" dt="2026-03-16T18:12:20.649" v="97"/>
          <ac:picMkLst>
            <pc:docMk/>
            <pc:sldMk cId="2790136542" sldId="286"/>
            <ac:picMk id="27" creationId="{1440142E-64C9-2241-9363-48EB5E8D4485}"/>
          </ac:picMkLst>
        </pc:picChg>
        <pc:picChg chg="add mod ord">
          <ac:chgData name="Jordan, Stuart" userId="1bf9a496-f356-4f9c-b15f-a24cde0408c2" providerId="ADAL" clId="{E4EA7936-689B-4FFE-B345-A1A5C78211DA}" dt="2026-03-16T18:12:18.939" v="95" actId="34307"/>
          <ac:picMkLst>
            <pc:docMk/>
            <pc:sldMk cId="2790136542" sldId="286"/>
            <ac:picMk id="28" creationId="{E262E44A-7471-7794-7926-CAAF6F6BD26C}"/>
          </ac:picMkLst>
        </pc:picChg>
      </pc:sldChg>
      <pc:sldChg chg="addSp delSp modSp mod modTransition modAnim">
        <pc:chgData name="Jordan, Stuart" userId="1bf9a496-f356-4f9c-b15f-a24cde0408c2" providerId="ADAL" clId="{E4EA7936-689B-4FFE-B345-A1A5C78211DA}" dt="2026-03-16T18:17:17.870" v="99"/>
        <pc:sldMkLst>
          <pc:docMk/>
          <pc:sldMk cId="929803338" sldId="287"/>
        </pc:sldMkLst>
        <pc:picChg chg="add del mod">
          <ac:chgData name="Jordan, Stuart" userId="1bf9a496-f356-4f9c-b15f-a24cde0408c2" providerId="ADAL" clId="{E4EA7936-689B-4FFE-B345-A1A5C78211DA}" dt="2026-03-16T17:59:52.399" v="66"/>
          <ac:picMkLst>
            <pc:docMk/>
            <pc:sldMk cId="929803338" sldId="287"/>
            <ac:picMk id="19" creationId="{10C6444E-22BA-AC83-7C15-DCE3B3F7FAFE}"/>
          </ac:picMkLst>
        </pc:picChg>
        <pc:picChg chg="add del mod">
          <ac:chgData name="Jordan, Stuart" userId="1bf9a496-f356-4f9c-b15f-a24cde0408c2" providerId="ADAL" clId="{E4EA7936-689B-4FFE-B345-A1A5C78211DA}" dt="2026-03-16T18:12:20.649" v="97"/>
          <ac:picMkLst>
            <pc:docMk/>
            <pc:sldMk cId="929803338" sldId="287"/>
            <ac:picMk id="21" creationId="{CC278090-CE62-B884-DA51-A141D6B5213A}"/>
          </ac:picMkLst>
        </pc:picChg>
        <pc:picChg chg="add mod ord">
          <ac:chgData name="Jordan, Stuart" userId="1bf9a496-f356-4f9c-b15f-a24cde0408c2" providerId="ADAL" clId="{E4EA7936-689B-4FFE-B345-A1A5C78211DA}" dt="2026-03-16T18:12:18.939" v="94" actId="34307"/>
          <ac:picMkLst>
            <pc:docMk/>
            <pc:sldMk cId="929803338" sldId="287"/>
            <ac:picMk id="23" creationId="{73088AD8-0D30-732F-139E-D4E23A1F2635}"/>
          </ac:picMkLst>
        </pc:picChg>
      </pc:sldChg>
      <pc:sldChg chg="addSp delSp modSp mod modTransition modAnim">
        <pc:chgData name="Jordan, Stuart" userId="1bf9a496-f356-4f9c-b15f-a24cde0408c2" providerId="ADAL" clId="{E4EA7936-689B-4FFE-B345-A1A5C78211DA}" dt="2026-03-16T18:17:17.870" v="99"/>
        <pc:sldMkLst>
          <pc:docMk/>
          <pc:sldMk cId="332719737" sldId="288"/>
        </pc:sldMkLst>
        <pc:picChg chg="add del mod">
          <ac:chgData name="Jordan, Stuart" userId="1bf9a496-f356-4f9c-b15f-a24cde0408c2" providerId="ADAL" clId="{E4EA7936-689B-4FFE-B345-A1A5C78211DA}" dt="2026-03-16T17:59:52.399" v="66"/>
          <ac:picMkLst>
            <pc:docMk/>
            <pc:sldMk cId="332719737" sldId="288"/>
            <ac:picMk id="19" creationId="{52F67E0F-5941-5B75-509F-D536A8B633AF}"/>
          </ac:picMkLst>
        </pc:picChg>
        <pc:picChg chg="add del mod">
          <ac:chgData name="Jordan, Stuart" userId="1bf9a496-f356-4f9c-b15f-a24cde0408c2" providerId="ADAL" clId="{E4EA7936-689B-4FFE-B345-A1A5C78211DA}" dt="2026-03-16T18:12:20.649" v="97"/>
          <ac:picMkLst>
            <pc:docMk/>
            <pc:sldMk cId="332719737" sldId="288"/>
            <ac:picMk id="21" creationId="{C7C30CF0-1AF0-DDBD-3E2C-1B7FAA65F93D}"/>
          </ac:picMkLst>
        </pc:picChg>
        <pc:picChg chg="add mod ord">
          <ac:chgData name="Jordan, Stuart" userId="1bf9a496-f356-4f9c-b15f-a24cde0408c2" providerId="ADAL" clId="{E4EA7936-689B-4FFE-B345-A1A5C78211DA}" dt="2026-03-16T18:12:18.939" v="93" actId="34307"/>
          <ac:picMkLst>
            <pc:docMk/>
            <pc:sldMk cId="332719737" sldId="288"/>
            <ac:picMk id="23" creationId="{0311A0BF-D790-42F5-B550-E568CC769C9D}"/>
          </ac:picMkLst>
        </pc:picChg>
      </pc:sldChg>
      <pc:sldChg chg="addSp modSp mod modTransition">
        <pc:chgData name="Jordan, Stuart" userId="1bf9a496-f356-4f9c-b15f-a24cde0408c2" providerId="ADAL" clId="{E4EA7936-689B-4FFE-B345-A1A5C78211DA}" dt="2026-03-16T18:17:17.870" v="99"/>
        <pc:sldMkLst>
          <pc:docMk/>
          <pc:sldMk cId="2833046119" sldId="290"/>
        </pc:sldMkLst>
        <pc:picChg chg="add mod">
          <ac:chgData name="Jordan, Stuart" userId="1bf9a496-f356-4f9c-b15f-a24cde0408c2" providerId="ADAL" clId="{E4EA7936-689B-4FFE-B345-A1A5C78211DA}" dt="2026-03-16T17:47:21.319" v="63" actId="34818"/>
          <ac:picMkLst>
            <pc:docMk/>
            <pc:sldMk cId="2833046119" sldId="290"/>
            <ac:picMk id="26" creationId="{990407E7-83D6-80C3-CC93-A1BE7ADC5DB9}"/>
          </ac:picMkLst>
        </pc:picChg>
      </pc:sldChg>
      <pc:sldChg chg="addSp delSp modSp mod modTransition modAnim">
        <pc:chgData name="Jordan, Stuart" userId="1bf9a496-f356-4f9c-b15f-a24cde0408c2" providerId="ADAL" clId="{E4EA7936-689B-4FFE-B345-A1A5C78211DA}" dt="2026-03-16T18:17:17.870" v="99"/>
        <pc:sldMkLst>
          <pc:docMk/>
          <pc:sldMk cId="650879840" sldId="294"/>
        </pc:sldMkLst>
        <pc:picChg chg="add del mod">
          <ac:chgData name="Jordan, Stuart" userId="1bf9a496-f356-4f9c-b15f-a24cde0408c2" providerId="ADAL" clId="{E4EA7936-689B-4FFE-B345-A1A5C78211DA}" dt="2026-03-16T17:59:52.399" v="66"/>
          <ac:picMkLst>
            <pc:docMk/>
            <pc:sldMk cId="650879840" sldId="294"/>
            <ac:picMk id="33" creationId="{9018B3AE-B178-530E-B9BA-75A62B158B5E}"/>
          </ac:picMkLst>
        </pc:picChg>
        <pc:picChg chg="add del mod">
          <ac:chgData name="Jordan, Stuart" userId="1bf9a496-f356-4f9c-b15f-a24cde0408c2" providerId="ADAL" clId="{E4EA7936-689B-4FFE-B345-A1A5C78211DA}" dt="2026-03-16T18:12:20.649" v="97"/>
          <ac:picMkLst>
            <pc:docMk/>
            <pc:sldMk cId="650879840" sldId="294"/>
            <ac:picMk id="35" creationId="{5BE76635-18BF-D8D7-B787-E119AEDC9F88}"/>
          </ac:picMkLst>
        </pc:picChg>
        <pc:picChg chg="add mod ord">
          <ac:chgData name="Jordan, Stuart" userId="1bf9a496-f356-4f9c-b15f-a24cde0408c2" providerId="ADAL" clId="{E4EA7936-689B-4FFE-B345-A1A5C78211DA}" dt="2026-03-16T18:12:18.939" v="96" actId="34307"/>
          <ac:picMkLst>
            <pc:docMk/>
            <pc:sldMk cId="650879840" sldId="294"/>
            <ac:picMk id="41" creationId="{BC46B463-E1EE-9D6F-642C-0017CA5604D1}"/>
          </ac:picMkLst>
        </pc:picChg>
      </pc:sldChg>
      <pc:sldChg chg="addSp modSp mod modTransition">
        <pc:chgData name="Jordan, Stuart" userId="1bf9a496-f356-4f9c-b15f-a24cde0408c2" providerId="ADAL" clId="{E4EA7936-689B-4FFE-B345-A1A5C78211DA}" dt="2026-03-16T18:17:17.870" v="99"/>
        <pc:sldMkLst>
          <pc:docMk/>
          <pc:sldMk cId="3728270380" sldId="295"/>
        </pc:sldMkLst>
        <pc:picChg chg="add mod">
          <ac:chgData name="Jordan, Stuart" userId="1bf9a496-f356-4f9c-b15f-a24cde0408c2" providerId="ADAL" clId="{E4EA7936-689B-4FFE-B345-A1A5C78211DA}" dt="2026-03-16T17:47:21.319" v="63" actId="34818"/>
          <ac:picMkLst>
            <pc:docMk/>
            <pc:sldMk cId="3728270380" sldId="295"/>
            <ac:picMk id="25" creationId="{1106A9C7-BE9D-D61E-0C4D-3B29B34A8E7D}"/>
          </ac:picMkLst>
        </pc:picChg>
      </pc:sldChg>
      <pc:sldChg chg="addSp modSp mod modTransition">
        <pc:chgData name="Jordan, Stuart" userId="1bf9a496-f356-4f9c-b15f-a24cde0408c2" providerId="ADAL" clId="{E4EA7936-689B-4FFE-B345-A1A5C78211DA}" dt="2026-03-16T18:17:17.870" v="99"/>
        <pc:sldMkLst>
          <pc:docMk/>
          <pc:sldMk cId="3831054039" sldId="296"/>
        </pc:sldMkLst>
        <pc:picChg chg="add mod">
          <ac:chgData name="Jordan, Stuart" userId="1bf9a496-f356-4f9c-b15f-a24cde0408c2" providerId="ADAL" clId="{E4EA7936-689B-4FFE-B345-A1A5C78211DA}" dt="2026-03-16T17:47:21.319" v="63" actId="34818"/>
          <ac:picMkLst>
            <pc:docMk/>
            <pc:sldMk cId="3831054039" sldId="296"/>
            <ac:picMk id="25" creationId="{7D6EF8B0-7E5A-6527-FE19-BE241E53E349}"/>
          </ac:picMkLst>
        </pc:picChg>
      </pc:sldChg>
      <pc:sldChg chg="addSp modSp mod modTransition">
        <pc:chgData name="Jordan, Stuart" userId="1bf9a496-f356-4f9c-b15f-a24cde0408c2" providerId="ADAL" clId="{E4EA7936-689B-4FFE-B345-A1A5C78211DA}" dt="2026-03-16T18:17:17.870" v="99"/>
        <pc:sldMkLst>
          <pc:docMk/>
          <pc:sldMk cId="385213472" sldId="297"/>
        </pc:sldMkLst>
        <pc:picChg chg="add mod">
          <ac:chgData name="Jordan, Stuart" userId="1bf9a496-f356-4f9c-b15f-a24cde0408c2" providerId="ADAL" clId="{E4EA7936-689B-4FFE-B345-A1A5C78211DA}" dt="2026-03-16T17:47:21.319" v="63" actId="34818"/>
          <ac:picMkLst>
            <pc:docMk/>
            <pc:sldMk cId="385213472" sldId="297"/>
            <ac:picMk id="27" creationId="{78706154-9DC3-E7E1-CE55-45DB07402184}"/>
          </ac:picMkLst>
        </pc:picChg>
      </pc:sldChg>
      <pc:sldChg chg="addSp modSp mod modTransition">
        <pc:chgData name="Jordan, Stuart" userId="1bf9a496-f356-4f9c-b15f-a24cde0408c2" providerId="ADAL" clId="{E4EA7936-689B-4FFE-B345-A1A5C78211DA}" dt="2026-03-16T18:17:17.870" v="99"/>
        <pc:sldMkLst>
          <pc:docMk/>
          <pc:sldMk cId="1060572664" sldId="298"/>
        </pc:sldMkLst>
        <pc:picChg chg="add mod">
          <ac:chgData name="Jordan, Stuart" userId="1bf9a496-f356-4f9c-b15f-a24cde0408c2" providerId="ADAL" clId="{E4EA7936-689B-4FFE-B345-A1A5C78211DA}" dt="2026-03-16T17:47:21.319" v="63" actId="34818"/>
          <ac:picMkLst>
            <pc:docMk/>
            <pc:sldMk cId="1060572664" sldId="298"/>
            <ac:picMk id="3" creationId="{7F949A93-A833-1D85-BAA5-CC173B93909E}"/>
          </ac:picMkLst>
        </pc:picChg>
      </pc:sldChg>
      <pc:sldChg chg="addSp modSp mod modTransition">
        <pc:chgData name="Jordan, Stuart" userId="1bf9a496-f356-4f9c-b15f-a24cde0408c2" providerId="ADAL" clId="{E4EA7936-689B-4FFE-B345-A1A5C78211DA}" dt="2026-03-16T18:17:17.870" v="99"/>
        <pc:sldMkLst>
          <pc:docMk/>
          <pc:sldMk cId="1960020840" sldId="299"/>
        </pc:sldMkLst>
        <pc:picChg chg="add mod">
          <ac:chgData name="Jordan, Stuart" userId="1bf9a496-f356-4f9c-b15f-a24cde0408c2" providerId="ADAL" clId="{E4EA7936-689B-4FFE-B345-A1A5C78211DA}" dt="2026-03-16T17:47:21.319" v="63" actId="34818"/>
          <ac:picMkLst>
            <pc:docMk/>
            <pc:sldMk cId="1960020840" sldId="299"/>
            <ac:picMk id="17" creationId="{2F61A720-D5FB-1193-4A21-10DE1CDBD1EE}"/>
          </ac:picMkLst>
        </pc:picChg>
      </pc:sldChg>
      <pc:sldChg chg="addSp modSp mod modTransition">
        <pc:chgData name="Jordan, Stuart" userId="1bf9a496-f356-4f9c-b15f-a24cde0408c2" providerId="ADAL" clId="{E4EA7936-689B-4FFE-B345-A1A5C78211DA}" dt="2026-03-16T18:17:17.870" v="99"/>
        <pc:sldMkLst>
          <pc:docMk/>
          <pc:sldMk cId="2255923123" sldId="300"/>
        </pc:sldMkLst>
        <pc:picChg chg="add mod">
          <ac:chgData name="Jordan, Stuart" userId="1bf9a496-f356-4f9c-b15f-a24cde0408c2" providerId="ADAL" clId="{E4EA7936-689B-4FFE-B345-A1A5C78211DA}" dt="2026-03-16T17:47:21.319" v="63" actId="34818"/>
          <ac:picMkLst>
            <pc:docMk/>
            <pc:sldMk cId="2255923123" sldId="300"/>
            <ac:picMk id="18" creationId="{4978839F-4A76-7DCF-B90F-62709661F531}"/>
          </ac:picMkLst>
        </pc:picChg>
      </pc:sldChg>
      <pc:sldChg chg="addSp modSp mod modTransition">
        <pc:chgData name="Jordan, Stuart" userId="1bf9a496-f356-4f9c-b15f-a24cde0408c2" providerId="ADAL" clId="{E4EA7936-689B-4FFE-B345-A1A5C78211DA}" dt="2026-03-16T18:17:17.870" v="99"/>
        <pc:sldMkLst>
          <pc:docMk/>
          <pc:sldMk cId="1354665796" sldId="301"/>
        </pc:sldMkLst>
        <pc:picChg chg="add mod">
          <ac:chgData name="Jordan, Stuart" userId="1bf9a496-f356-4f9c-b15f-a24cde0408c2" providerId="ADAL" clId="{E4EA7936-689B-4FFE-B345-A1A5C78211DA}" dt="2026-03-16T17:47:21.319" v="63" actId="34818"/>
          <ac:picMkLst>
            <pc:docMk/>
            <pc:sldMk cId="1354665796" sldId="301"/>
            <ac:picMk id="3" creationId="{609D87BF-3240-D0F0-97A4-244F38EFD994}"/>
          </ac:picMkLst>
        </pc:picChg>
      </pc:sldChg>
      <pc:sldChg chg="addSp modSp mod modTransition">
        <pc:chgData name="Jordan, Stuart" userId="1bf9a496-f356-4f9c-b15f-a24cde0408c2" providerId="ADAL" clId="{E4EA7936-689B-4FFE-B345-A1A5C78211DA}" dt="2026-03-16T18:17:17.870" v="99"/>
        <pc:sldMkLst>
          <pc:docMk/>
          <pc:sldMk cId="1530074556" sldId="302"/>
        </pc:sldMkLst>
        <pc:picChg chg="add mod">
          <ac:chgData name="Jordan, Stuart" userId="1bf9a496-f356-4f9c-b15f-a24cde0408c2" providerId="ADAL" clId="{E4EA7936-689B-4FFE-B345-A1A5C78211DA}" dt="2026-03-16T17:47:21.319" v="63" actId="34818"/>
          <ac:picMkLst>
            <pc:docMk/>
            <pc:sldMk cId="1530074556" sldId="302"/>
            <ac:picMk id="4" creationId="{2C89D3E0-CFE1-D190-3E24-B84144042E20}"/>
          </ac:picMkLst>
        </pc:picChg>
      </pc:sldChg>
      <pc:sldChg chg="addSp modSp mod modTransition">
        <pc:chgData name="Jordan, Stuart" userId="1bf9a496-f356-4f9c-b15f-a24cde0408c2" providerId="ADAL" clId="{E4EA7936-689B-4FFE-B345-A1A5C78211DA}" dt="2026-03-16T18:17:17.870" v="99"/>
        <pc:sldMkLst>
          <pc:docMk/>
          <pc:sldMk cId="2814864117" sldId="303"/>
        </pc:sldMkLst>
        <pc:picChg chg="add mod">
          <ac:chgData name="Jordan, Stuart" userId="1bf9a496-f356-4f9c-b15f-a24cde0408c2" providerId="ADAL" clId="{E4EA7936-689B-4FFE-B345-A1A5C78211DA}" dt="2026-03-16T17:47:21.319" v="63" actId="34818"/>
          <ac:picMkLst>
            <pc:docMk/>
            <pc:sldMk cId="2814864117" sldId="303"/>
            <ac:picMk id="5" creationId="{52DBBB8B-3E30-58B2-9173-8A52BFA9B028}"/>
          </ac:picMkLst>
        </pc:picChg>
      </pc:sldChg>
      <pc:sldChg chg="addSp modSp mod modTransition">
        <pc:chgData name="Jordan, Stuart" userId="1bf9a496-f356-4f9c-b15f-a24cde0408c2" providerId="ADAL" clId="{E4EA7936-689B-4FFE-B345-A1A5C78211DA}" dt="2026-03-16T18:17:17.870" v="99"/>
        <pc:sldMkLst>
          <pc:docMk/>
          <pc:sldMk cId="2973693222" sldId="304"/>
        </pc:sldMkLst>
        <pc:picChg chg="add mod">
          <ac:chgData name="Jordan, Stuart" userId="1bf9a496-f356-4f9c-b15f-a24cde0408c2" providerId="ADAL" clId="{E4EA7936-689B-4FFE-B345-A1A5C78211DA}" dt="2026-03-16T17:47:21.319" v="63" actId="34818"/>
          <ac:picMkLst>
            <pc:docMk/>
            <pc:sldMk cId="2973693222" sldId="304"/>
            <ac:picMk id="6" creationId="{CFEA3D28-1E19-A422-974B-2BA62CD6479A}"/>
          </ac:picMkLst>
        </pc:picChg>
      </pc:sldChg>
      <pc:sldChg chg="addSp modSp mod modTransition">
        <pc:chgData name="Jordan, Stuart" userId="1bf9a496-f356-4f9c-b15f-a24cde0408c2" providerId="ADAL" clId="{E4EA7936-689B-4FFE-B345-A1A5C78211DA}" dt="2026-03-16T18:17:17.870" v="99"/>
        <pc:sldMkLst>
          <pc:docMk/>
          <pc:sldMk cId="1517266199" sldId="305"/>
        </pc:sldMkLst>
        <pc:picChg chg="add mod">
          <ac:chgData name="Jordan, Stuart" userId="1bf9a496-f356-4f9c-b15f-a24cde0408c2" providerId="ADAL" clId="{E4EA7936-689B-4FFE-B345-A1A5C78211DA}" dt="2026-03-16T17:47:21.319" v="63" actId="34818"/>
          <ac:picMkLst>
            <pc:docMk/>
            <pc:sldMk cId="1517266199" sldId="305"/>
            <ac:picMk id="7" creationId="{A59EEF6C-A65E-36C9-1B1D-256E4109A91E}"/>
          </ac:picMkLst>
        </pc:picChg>
      </pc:sldChg>
      <pc:sldChg chg="addSp modSp mod modTransition">
        <pc:chgData name="Jordan, Stuart" userId="1bf9a496-f356-4f9c-b15f-a24cde0408c2" providerId="ADAL" clId="{E4EA7936-689B-4FFE-B345-A1A5C78211DA}" dt="2026-03-16T18:17:17.870" v="99"/>
        <pc:sldMkLst>
          <pc:docMk/>
          <pc:sldMk cId="1437298261" sldId="306"/>
        </pc:sldMkLst>
        <pc:picChg chg="add mod">
          <ac:chgData name="Jordan, Stuart" userId="1bf9a496-f356-4f9c-b15f-a24cde0408c2" providerId="ADAL" clId="{E4EA7936-689B-4FFE-B345-A1A5C78211DA}" dt="2026-03-16T17:47:21.319" v="63" actId="34818"/>
          <ac:picMkLst>
            <pc:docMk/>
            <pc:sldMk cId="1437298261" sldId="306"/>
            <ac:picMk id="8" creationId="{B2F0C36C-7694-9785-1E49-6CDCCD66FE66}"/>
          </ac:picMkLst>
        </pc:picChg>
      </pc:sldChg>
      <pc:sldChg chg="addSp modSp mod modTransition">
        <pc:chgData name="Jordan, Stuart" userId="1bf9a496-f356-4f9c-b15f-a24cde0408c2" providerId="ADAL" clId="{E4EA7936-689B-4FFE-B345-A1A5C78211DA}" dt="2026-03-16T18:17:17.870" v="99"/>
        <pc:sldMkLst>
          <pc:docMk/>
          <pc:sldMk cId="4010627846" sldId="307"/>
        </pc:sldMkLst>
        <pc:picChg chg="add mod">
          <ac:chgData name="Jordan, Stuart" userId="1bf9a496-f356-4f9c-b15f-a24cde0408c2" providerId="ADAL" clId="{E4EA7936-689B-4FFE-B345-A1A5C78211DA}" dt="2026-03-16T17:47:21.319" v="63" actId="34818"/>
          <ac:picMkLst>
            <pc:docMk/>
            <pc:sldMk cId="4010627846" sldId="307"/>
            <ac:picMk id="9" creationId="{6ED7F28A-D520-081C-7084-7304BFE1DF3A}"/>
          </ac:picMkLst>
        </pc:picChg>
      </pc:sldChg>
      <pc:sldChg chg="addSp modSp mod modTransition">
        <pc:chgData name="Jordan, Stuart" userId="1bf9a496-f356-4f9c-b15f-a24cde0408c2" providerId="ADAL" clId="{E4EA7936-689B-4FFE-B345-A1A5C78211DA}" dt="2026-03-16T18:17:17.870" v="99"/>
        <pc:sldMkLst>
          <pc:docMk/>
          <pc:sldMk cId="3384654694" sldId="308"/>
        </pc:sldMkLst>
        <pc:picChg chg="add mod">
          <ac:chgData name="Jordan, Stuart" userId="1bf9a496-f356-4f9c-b15f-a24cde0408c2" providerId="ADAL" clId="{E4EA7936-689B-4FFE-B345-A1A5C78211DA}" dt="2026-03-16T17:47:21.319" v="63" actId="34818"/>
          <ac:picMkLst>
            <pc:docMk/>
            <pc:sldMk cId="3384654694" sldId="308"/>
            <ac:picMk id="4" creationId="{7424D812-8009-F023-1A86-8B9B7B7D4843}"/>
          </ac:picMkLst>
        </pc:picChg>
      </pc:sldChg>
      <pc:sldChg chg="addSp modSp mod modTransition">
        <pc:chgData name="Jordan, Stuart" userId="1bf9a496-f356-4f9c-b15f-a24cde0408c2" providerId="ADAL" clId="{E4EA7936-689B-4FFE-B345-A1A5C78211DA}" dt="2026-03-16T18:17:17.870" v="99"/>
        <pc:sldMkLst>
          <pc:docMk/>
          <pc:sldMk cId="1379792904" sldId="309"/>
        </pc:sldMkLst>
        <pc:picChg chg="add mod">
          <ac:chgData name="Jordan, Stuart" userId="1bf9a496-f356-4f9c-b15f-a24cde0408c2" providerId="ADAL" clId="{E4EA7936-689B-4FFE-B345-A1A5C78211DA}" dt="2026-03-16T17:47:21.319" v="63" actId="34818"/>
          <ac:picMkLst>
            <pc:docMk/>
            <pc:sldMk cId="1379792904" sldId="309"/>
            <ac:picMk id="6" creationId="{948807DF-9E22-CBD8-8F49-30E05DCA51A5}"/>
          </ac:picMkLst>
        </pc:picChg>
      </pc:sldChg>
      <pc:sldChg chg="addSp modSp mod modTransition">
        <pc:chgData name="Jordan, Stuart" userId="1bf9a496-f356-4f9c-b15f-a24cde0408c2" providerId="ADAL" clId="{E4EA7936-689B-4FFE-B345-A1A5C78211DA}" dt="2026-03-16T18:17:17.870" v="99"/>
        <pc:sldMkLst>
          <pc:docMk/>
          <pc:sldMk cId="564449303" sldId="310"/>
        </pc:sldMkLst>
        <pc:picChg chg="add mod">
          <ac:chgData name="Jordan, Stuart" userId="1bf9a496-f356-4f9c-b15f-a24cde0408c2" providerId="ADAL" clId="{E4EA7936-689B-4FFE-B345-A1A5C78211DA}" dt="2026-03-16T17:47:21.319" v="63" actId="34818"/>
          <ac:picMkLst>
            <pc:docMk/>
            <pc:sldMk cId="564449303" sldId="310"/>
            <ac:picMk id="4" creationId="{78195649-71B6-206D-D862-10ADF45E11F3}"/>
          </ac:picMkLst>
        </pc:picChg>
      </pc:sldChg>
      <pc:sldChg chg="addSp modSp mod modTransition">
        <pc:chgData name="Jordan, Stuart" userId="1bf9a496-f356-4f9c-b15f-a24cde0408c2" providerId="ADAL" clId="{E4EA7936-689B-4FFE-B345-A1A5C78211DA}" dt="2026-03-16T18:17:17.870" v="99"/>
        <pc:sldMkLst>
          <pc:docMk/>
          <pc:sldMk cId="1038885437" sldId="311"/>
        </pc:sldMkLst>
        <pc:picChg chg="add mod">
          <ac:chgData name="Jordan, Stuart" userId="1bf9a496-f356-4f9c-b15f-a24cde0408c2" providerId="ADAL" clId="{E4EA7936-689B-4FFE-B345-A1A5C78211DA}" dt="2026-03-16T17:47:21.319" v="63" actId="34818"/>
          <ac:picMkLst>
            <pc:docMk/>
            <pc:sldMk cId="1038885437" sldId="311"/>
            <ac:picMk id="3" creationId="{911E670B-2BA3-7500-A5BE-1A3DA004D278}"/>
          </ac:picMkLst>
        </pc:picChg>
      </pc:sldChg>
      <pc:sldChg chg="addSp modSp mod modTransition">
        <pc:chgData name="Jordan, Stuart" userId="1bf9a496-f356-4f9c-b15f-a24cde0408c2" providerId="ADAL" clId="{E4EA7936-689B-4FFE-B345-A1A5C78211DA}" dt="2026-03-16T18:17:17.870" v="99"/>
        <pc:sldMkLst>
          <pc:docMk/>
          <pc:sldMk cId="747782283" sldId="312"/>
        </pc:sldMkLst>
        <pc:picChg chg="add mod">
          <ac:chgData name="Jordan, Stuart" userId="1bf9a496-f356-4f9c-b15f-a24cde0408c2" providerId="ADAL" clId="{E4EA7936-689B-4FFE-B345-A1A5C78211DA}" dt="2026-03-16T17:47:21.319" v="63" actId="34818"/>
          <ac:picMkLst>
            <pc:docMk/>
            <pc:sldMk cId="747782283" sldId="312"/>
            <ac:picMk id="17" creationId="{73C225D2-E00C-AD57-B9FD-4D8BDCEEC844}"/>
          </ac:picMkLst>
        </pc:picChg>
      </pc:sldChg>
      <pc:sldChg chg="addSp modSp mod modTransition">
        <pc:chgData name="Jordan, Stuart" userId="1bf9a496-f356-4f9c-b15f-a24cde0408c2" providerId="ADAL" clId="{E4EA7936-689B-4FFE-B345-A1A5C78211DA}" dt="2026-03-16T18:17:17.870" v="99"/>
        <pc:sldMkLst>
          <pc:docMk/>
          <pc:sldMk cId="1880701294" sldId="313"/>
        </pc:sldMkLst>
        <pc:picChg chg="add mod">
          <ac:chgData name="Jordan, Stuart" userId="1bf9a496-f356-4f9c-b15f-a24cde0408c2" providerId="ADAL" clId="{E4EA7936-689B-4FFE-B345-A1A5C78211DA}" dt="2026-03-16T17:47:21.319" v="63" actId="34818"/>
          <ac:picMkLst>
            <pc:docMk/>
            <pc:sldMk cId="1880701294" sldId="313"/>
            <ac:picMk id="3" creationId="{E73F0597-AFAB-9573-A711-DFCD73A9AF31}"/>
          </ac:picMkLst>
        </pc:picChg>
      </pc:sldChg>
      <pc:sldChg chg="addSp delSp modSp mod modTransition modAnim">
        <pc:chgData name="Jordan, Stuart" userId="1bf9a496-f356-4f9c-b15f-a24cde0408c2" providerId="ADAL" clId="{E4EA7936-689B-4FFE-B345-A1A5C78211DA}" dt="2026-03-16T18:17:17.870" v="99"/>
        <pc:sldMkLst>
          <pc:docMk/>
          <pc:sldMk cId="3090795625" sldId="314"/>
        </pc:sldMkLst>
        <pc:picChg chg="add del mod">
          <ac:chgData name="Jordan, Stuart" userId="1bf9a496-f356-4f9c-b15f-a24cde0408c2" providerId="ADAL" clId="{E4EA7936-689B-4FFE-B345-A1A5C78211DA}" dt="2026-03-16T17:59:52.399" v="66"/>
          <ac:picMkLst>
            <pc:docMk/>
            <pc:sldMk cId="3090795625" sldId="314"/>
            <ac:picMk id="4" creationId="{042CE3F2-C70B-F1F8-E94B-7728D661C4D8}"/>
          </ac:picMkLst>
        </pc:picChg>
        <pc:picChg chg="add del mod">
          <ac:chgData name="Jordan, Stuart" userId="1bf9a496-f356-4f9c-b15f-a24cde0408c2" providerId="ADAL" clId="{E4EA7936-689B-4FFE-B345-A1A5C78211DA}" dt="2026-03-16T18:12:20.649" v="97"/>
          <ac:picMkLst>
            <pc:docMk/>
            <pc:sldMk cId="3090795625" sldId="314"/>
            <ac:picMk id="5" creationId="{255D5D27-2A1D-85A0-2E18-0C7F0A7D8C61}"/>
          </ac:picMkLst>
        </pc:picChg>
        <pc:picChg chg="add mod ord">
          <ac:chgData name="Jordan, Stuart" userId="1bf9a496-f356-4f9c-b15f-a24cde0408c2" providerId="ADAL" clId="{E4EA7936-689B-4FFE-B345-A1A5C78211DA}" dt="2026-03-16T18:12:18.924" v="79" actId="34307"/>
          <ac:picMkLst>
            <pc:docMk/>
            <pc:sldMk cId="3090795625" sldId="314"/>
            <ac:picMk id="7" creationId="{9D08356B-420E-99EC-78B0-3D44614D93E9}"/>
          </ac:picMkLst>
        </pc:picChg>
      </pc:sldChg>
      <pc:sldChg chg="addSp modSp mod modTransition">
        <pc:chgData name="Jordan, Stuart" userId="1bf9a496-f356-4f9c-b15f-a24cde0408c2" providerId="ADAL" clId="{E4EA7936-689B-4FFE-B345-A1A5C78211DA}" dt="2026-03-16T18:17:17.870" v="99"/>
        <pc:sldMkLst>
          <pc:docMk/>
          <pc:sldMk cId="2353363795" sldId="315"/>
        </pc:sldMkLst>
        <pc:picChg chg="add mod">
          <ac:chgData name="Jordan, Stuart" userId="1bf9a496-f356-4f9c-b15f-a24cde0408c2" providerId="ADAL" clId="{E4EA7936-689B-4FFE-B345-A1A5C78211DA}" dt="2026-03-16T17:47:21.319" v="63" actId="34818"/>
          <ac:picMkLst>
            <pc:docMk/>
            <pc:sldMk cId="2353363795" sldId="315"/>
            <ac:picMk id="4" creationId="{0951E587-2C00-026E-25F0-D4DD427B18CD}"/>
          </ac:picMkLst>
        </pc:picChg>
      </pc:sldChg>
      <pc:sldChg chg="addSp modSp mod modTransition">
        <pc:chgData name="Jordan, Stuart" userId="1bf9a496-f356-4f9c-b15f-a24cde0408c2" providerId="ADAL" clId="{E4EA7936-689B-4FFE-B345-A1A5C78211DA}" dt="2026-03-16T18:17:17.870" v="99"/>
        <pc:sldMkLst>
          <pc:docMk/>
          <pc:sldMk cId="3866475895" sldId="316"/>
        </pc:sldMkLst>
        <pc:picChg chg="add mod">
          <ac:chgData name="Jordan, Stuart" userId="1bf9a496-f356-4f9c-b15f-a24cde0408c2" providerId="ADAL" clId="{E4EA7936-689B-4FFE-B345-A1A5C78211DA}" dt="2026-03-16T17:47:21.319" v="63" actId="34818"/>
          <ac:picMkLst>
            <pc:docMk/>
            <pc:sldMk cId="3866475895" sldId="316"/>
            <ac:picMk id="3" creationId="{E97D0EA4-8A2C-6917-506C-E0C28753E994}"/>
          </ac:picMkLst>
        </pc:picChg>
      </pc:sldChg>
      <pc:sldChg chg="addSp modSp mod modTransition">
        <pc:chgData name="Jordan, Stuart" userId="1bf9a496-f356-4f9c-b15f-a24cde0408c2" providerId="ADAL" clId="{E4EA7936-689B-4FFE-B345-A1A5C78211DA}" dt="2026-03-16T18:17:17.870" v="99"/>
        <pc:sldMkLst>
          <pc:docMk/>
          <pc:sldMk cId="4266347772" sldId="317"/>
        </pc:sldMkLst>
        <pc:picChg chg="add mod">
          <ac:chgData name="Jordan, Stuart" userId="1bf9a496-f356-4f9c-b15f-a24cde0408c2" providerId="ADAL" clId="{E4EA7936-689B-4FFE-B345-A1A5C78211DA}" dt="2026-03-16T17:47:21.319" v="63" actId="34818"/>
          <ac:picMkLst>
            <pc:docMk/>
            <pc:sldMk cId="4266347772" sldId="317"/>
            <ac:picMk id="6" creationId="{939A8C4D-FAE3-C9DB-0FC1-568DA788EB1D}"/>
          </ac:picMkLst>
        </pc:picChg>
      </pc:sldChg>
      <pc:sldChg chg="addSp modSp mod modTransition">
        <pc:chgData name="Jordan, Stuart" userId="1bf9a496-f356-4f9c-b15f-a24cde0408c2" providerId="ADAL" clId="{E4EA7936-689B-4FFE-B345-A1A5C78211DA}" dt="2026-03-16T18:17:17.870" v="99"/>
        <pc:sldMkLst>
          <pc:docMk/>
          <pc:sldMk cId="2301766103" sldId="318"/>
        </pc:sldMkLst>
        <pc:picChg chg="add mod">
          <ac:chgData name="Jordan, Stuart" userId="1bf9a496-f356-4f9c-b15f-a24cde0408c2" providerId="ADAL" clId="{E4EA7936-689B-4FFE-B345-A1A5C78211DA}" dt="2026-03-16T17:47:21.319" v="63" actId="34818"/>
          <ac:picMkLst>
            <pc:docMk/>
            <pc:sldMk cId="2301766103" sldId="318"/>
            <ac:picMk id="2" creationId="{B42FEC2E-08DD-8A6A-5778-58181F356E94}"/>
          </ac:picMkLst>
        </pc:picChg>
      </pc:sldChg>
      <pc:sldChg chg="addSp modSp mod modTransition">
        <pc:chgData name="Jordan, Stuart" userId="1bf9a496-f356-4f9c-b15f-a24cde0408c2" providerId="ADAL" clId="{E4EA7936-689B-4FFE-B345-A1A5C78211DA}" dt="2026-03-16T18:17:17.870" v="99"/>
        <pc:sldMkLst>
          <pc:docMk/>
          <pc:sldMk cId="3873322394" sldId="340"/>
        </pc:sldMkLst>
        <pc:picChg chg="add mod">
          <ac:chgData name="Jordan, Stuart" userId="1bf9a496-f356-4f9c-b15f-a24cde0408c2" providerId="ADAL" clId="{E4EA7936-689B-4FFE-B345-A1A5C78211DA}" dt="2026-03-16T17:47:21.319" v="63" actId="34818"/>
          <ac:picMkLst>
            <pc:docMk/>
            <pc:sldMk cId="3873322394" sldId="340"/>
            <ac:picMk id="8" creationId="{F01B25A6-9C85-EC73-2346-E5A21DCD1DC2}"/>
          </ac:picMkLst>
        </pc:picChg>
      </pc:sldChg>
      <pc:sldChg chg="addSp modSp mod modTransition">
        <pc:chgData name="Jordan, Stuart" userId="1bf9a496-f356-4f9c-b15f-a24cde0408c2" providerId="ADAL" clId="{E4EA7936-689B-4FFE-B345-A1A5C78211DA}" dt="2026-03-16T18:17:17.870" v="99"/>
        <pc:sldMkLst>
          <pc:docMk/>
          <pc:sldMk cId="4186953412" sldId="341"/>
        </pc:sldMkLst>
        <pc:picChg chg="add mod">
          <ac:chgData name="Jordan, Stuart" userId="1bf9a496-f356-4f9c-b15f-a24cde0408c2" providerId="ADAL" clId="{E4EA7936-689B-4FFE-B345-A1A5C78211DA}" dt="2026-03-16T17:47:21.319" v="63" actId="34818"/>
          <ac:picMkLst>
            <pc:docMk/>
            <pc:sldMk cId="4186953412" sldId="341"/>
            <ac:picMk id="9" creationId="{367C7CA5-AE9E-C4BF-EBA9-BAEE1BEBA5F3}"/>
          </ac:picMkLst>
        </pc:picChg>
      </pc:sldChg>
      <pc:sldChg chg="addSp modSp mod modTransition">
        <pc:chgData name="Jordan, Stuart" userId="1bf9a496-f356-4f9c-b15f-a24cde0408c2" providerId="ADAL" clId="{E4EA7936-689B-4FFE-B345-A1A5C78211DA}" dt="2026-03-16T18:17:17.870" v="99"/>
        <pc:sldMkLst>
          <pc:docMk/>
          <pc:sldMk cId="762280809" sldId="342"/>
        </pc:sldMkLst>
        <pc:picChg chg="add mod">
          <ac:chgData name="Jordan, Stuart" userId="1bf9a496-f356-4f9c-b15f-a24cde0408c2" providerId="ADAL" clId="{E4EA7936-689B-4FFE-B345-A1A5C78211DA}" dt="2026-03-16T17:47:21.319" v="63" actId="34818"/>
          <ac:picMkLst>
            <pc:docMk/>
            <pc:sldMk cId="762280809" sldId="342"/>
            <ac:picMk id="10" creationId="{892E698B-6764-C95A-DABE-8646DB98BF3C}"/>
          </ac:picMkLst>
        </pc:picChg>
      </pc:sldChg>
      <pc:sldChg chg="addSp modSp mod modTransition">
        <pc:chgData name="Jordan, Stuart" userId="1bf9a496-f356-4f9c-b15f-a24cde0408c2" providerId="ADAL" clId="{E4EA7936-689B-4FFE-B345-A1A5C78211DA}" dt="2026-03-16T18:17:17.870" v="99"/>
        <pc:sldMkLst>
          <pc:docMk/>
          <pc:sldMk cId="3912094827" sldId="343"/>
        </pc:sldMkLst>
        <pc:picChg chg="add mod">
          <ac:chgData name="Jordan, Stuart" userId="1bf9a496-f356-4f9c-b15f-a24cde0408c2" providerId="ADAL" clId="{E4EA7936-689B-4FFE-B345-A1A5C78211DA}" dt="2026-03-16T17:47:21.319" v="63" actId="34818"/>
          <ac:picMkLst>
            <pc:docMk/>
            <pc:sldMk cId="3912094827" sldId="343"/>
            <ac:picMk id="11" creationId="{F9F3F8CB-0DA1-F9B1-FEA1-CF2FBD4A9D96}"/>
          </ac:picMkLst>
        </pc:picChg>
      </pc:sldChg>
      <pc:sldChg chg="addSp modSp mod modTransition">
        <pc:chgData name="Jordan, Stuart" userId="1bf9a496-f356-4f9c-b15f-a24cde0408c2" providerId="ADAL" clId="{E4EA7936-689B-4FFE-B345-A1A5C78211DA}" dt="2026-03-16T18:17:17.870" v="99"/>
        <pc:sldMkLst>
          <pc:docMk/>
          <pc:sldMk cId="1190606977" sldId="344"/>
        </pc:sldMkLst>
        <pc:picChg chg="add mod">
          <ac:chgData name="Jordan, Stuart" userId="1bf9a496-f356-4f9c-b15f-a24cde0408c2" providerId="ADAL" clId="{E4EA7936-689B-4FFE-B345-A1A5C78211DA}" dt="2026-03-16T17:47:21.319" v="63" actId="34818"/>
          <ac:picMkLst>
            <pc:docMk/>
            <pc:sldMk cId="1190606977" sldId="344"/>
            <ac:picMk id="14" creationId="{4BA1D302-72D8-18C5-0165-0A4F9A4D0B93}"/>
          </ac:picMkLst>
        </pc:picChg>
      </pc:sldChg>
      <pc:sldChg chg="addSp modSp mod modTransition">
        <pc:chgData name="Jordan, Stuart" userId="1bf9a496-f356-4f9c-b15f-a24cde0408c2" providerId="ADAL" clId="{E4EA7936-689B-4FFE-B345-A1A5C78211DA}" dt="2026-03-16T18:17:17.870" v="99"/>
        <pc:sldMkLst>
          <pc:docMk/>
          <pc:sldMk cId="1927126816" sldId="345"/>
        </pc:sldMkLst>
        <pc:picChg chg="add mod">
          <ac:chgData name="Jordan, Stuart" userId="1bf9a496-f356-4f9c-b15f-a24cde0408c2" providerId="ADAL" clId="{E4EA7936-689B-4FFE-B345-A1A5C78211DA}" dt="2026-03-16T17:47:21.319" v="63" actId="34818"/>
          <ac:picMkLst>
            <pc:docMk/>
            <pc:sldMk cId="1927126816" sldId="345"/>
            <ac:picMk id="24" creationId="{CE720825-7694-0BD6-A5EB-194D06050F60}"/>
          </ac:picMkLst>
        </pc:picChg>
      </pc:sldChg>
      <pc:sldChg chg="addSp modSp mod modTransition">
        <pc:chgData name="Jordan, Stuart" userId="1bf9a496-f356-4f9c-b15f-a24cde0408c2" providerId="ADAL" clId="{E4EA7936-689B-4FFE-B345-A1A5C78211DA}" dt="2026-03-16T18:17:17.870" v="99"/>
        <pc:sldMkLst>
          <pc:docMk/>
          <pc:sldMk cId="3525091489" sldId="346"/>
        </pc:sldMkLst>
        <pc:picChg chg="add mod">
          <ac:chgData name="Jordan, Stuart" userId="1bf9a496-f356-4f9c-b15f-a24cde0408c2" providerId="ADAL" clId="{E4EA7936-689B-4FFE-B345-A1A5C78211DA}" dt="2026-03-16T17:47:21.319" v="63" actId="34818"/>
          <ac:picMkLst>
            <pc:docMk/>
            <pc:sldMk cId="3525091489" sldId="346"/>
            <ac:picMk id="28" creationId="{03411975-D7AD-4DA9-B2CD-CD6E638794A9}"/>
          </ac:picMkLst>
        </pc:picChg>
      </pc:sldChg>
      <pc:sldChg chg="addSp modSp mod modTransition">
        <pc:chgData name="Jordan, Stuart" userId="1bf9a496-f356-4f9c-b15f-a24cde0408c2" providerId="ADAL" clId="{E4EA7936-689B-4FFE-B345-A1A5C78211DA}" dt="2026-03-16T18:17:17.870" v="99"/>
        <pc:sldMkLst>
          <pc:docMk/>
          <pc:sldMk cId="727103593" sldId="347"/>
        </pc:sldMkLst>
        <pc:picChg chg="add mod">
          <ac:chgData name="Jordan, Stuart" userId="1bf9a496-f356-4f9c-b15f-a24cde0408c2" providerId="ADAL" clId="{E4EA7936-689B-4FFE-B345-A1A5C78211DA}" dt="2026-03-16T17:47:21.319" v="63" actId="34818"/>
          <ac:picMkLst>
            <pc:docMk/>
            <pc:sldMk cId="727103593" sldId="347"/>
            <ac:picMk id="13" creationId="{812E6498-6FCF-5169-ECF4-4D0595925203}"/>
          </ac:picMkLst>
        </pc:picChg>
      </pc:sldChg>
      <pc:sldChg chg="addSp modSp mod modTransition">
        <pc:chgData name="Jordan, Stuart" userId="1bf9a496-f356-4f9c-b15f-a24cde0408c2" providerId="ADAL" clId="{E4EA7936-689B-4FFE-B345-A1A5C78211DA}" dt="2026-03-16T18:17:17.870" v="99"/>
        <pc:sldMkLst>
          <pc:docMk/>
          <pc:sldMk cId="882467811" sldId="348"/>
        </pc:sldMkLst>
        <pc:picChg chg="add mod">
          <ac:chgData name="Jordan, Stuart" userId="1bf9a496-f356-4f9c-b15f-a24cde0408c2" providerId="ADAL" clId="{E4EA7936-689B-4FFE-B345-A1A5C78211DA}" dt="2026-03-16T17:47:21.319" v="63" actId="34818"/>
          <ac:picMkLst>
            <pc:docMk/>
            <pc:sldMk cId="882467811" sldId="348"/>
            <ac:picMk id="29" creationId="{05A4D82D-61BC-8A26-65F6-2045922413EE}"/>
          </ac:picMkLst>
        </pc:picChg>
      </pc:sldChg>
      <pc:sldChg chg="addSp modSp mod modTransition">
        <pc:chgData name="Jordan, Stuart" userId="1bf9a496-f356-4f9c-b15f-a24cde0408c2" providerId="ADAL" clId="{E4EA7936-689B-4FFE-B345-A1A5C78211DA}" dt="2026-03-16T18:17:17.870" v="99"/>
        <pc:sldMkLst>
          <pc:docMk/>
          <pc:sldMk cId="1314851023" sldId="349"/>
        </pc:sldMkLst>
        <pc:picChg chg="add mod">
          <ac:chgData name="Jordan, Stuart" userId="1bf9a496-f356-4f9c-b15f-a24cde0408c2" providerId="ADAL" clId="{E4EA7936-689B-4FFE-B345-A1A5C78211DA}" dt="2026-03-16T17:47:21.319" v="63" actId="34818"/>
          <ac:picMkLst>
            <pc:docMk/>
            <pc:sldMk cId="1314851023" sldId="349"/>
            <ac:picMk id="13" creationId="{7BF969CC-7FCB-6EC6-9C2E-721B294AAE04}"/>
          </ac:picMkLst>
        </pc:picChg>
      </pc:sldChg>
      <pc:sldChg chg="addSp modSp mod modTransition">
        <pc:chgData name="Jordan, Stuart" userId="1bf9a496-f356-4f9c-b15f-a24cde0408c2" providerId="ADAL" clId="{E4EA7936-689B-4FFE-B345-A1A5C78211DA}" dt="2026-03-16T18:17:17.870" v="99"/>
        <pc:sldMkLst>
          <pc:docMk/>
          <pc:sldMk cId="244584641" sldId="350"/>
        </pc:sldMkLst>
        <pc:picChg chg="add mod">
          <ac:chgData name="Jordan, Stuart" userId="1bf9a496-f356-4f9c-b15f-a24cde0408c2" providerId="ADAL" clId="{E4EA7936-689B-4FFE-B345-A1A5C78211DA}" dt="2026-03-16T17:47:21.319" v="63" actId="34818"/>
          <ac:picMkLst>
            <pc:docMk/>
            <pc:sldMk cId="244584641" sldId="350"/>
            <ac:picMk id="13" creationId="{C2B2850D-C106-135A-2B93-D1BF57F0B649}"/>
          </ac:picMkLst>
        </pc:picChg>
      </pc:sldChg>
      <pc:sldChg chg="addSp modSp mod modTransition">
        <pc:chgData name="Jordan, Stuart" userId="1bf9a496-f356-4f9c-b15f-a24cde0408c2" providerId="ADAL" clId="{E4EA7936-689B-4FFE-B345-A1A5C78211DA}" dt="2026-03-16T18:17:17.870" v="99"/>
        <pc:sldMkLst>
          <pc:docMk/>
          <pc:sldMk cId="1593991559" sldId="351"/>
        </pc:sldMkLst>
        <pc:picChg chg="add mod">
          <ac:chgData name="Jordan, Stuart" userId="1bf9a496-f356-4f9c-b15f-a24cde0408c2" providerId="ADAL" clId="{E4EA7936-689B-4FFE-B345-A1A5C78211DA}" dt="2026-03-16T17:47:21.319" v="63" actId="34818"/>
          <ac:picMkLst>
            <pc:docMk/>
            <pc:sldMk cId="1593991559" sldId="351"/>
            <ac:picMk id="31" creationId="{07EA02E4-083E-E813-E65E-F9851F0AF925}"/>
          </ac:picMkLst>
        </pc:picChg>
      </pc:sldChg>
      <pc:sldChg chg="addSp modSp mod modTransition">
        <pc:chgData name="Jordan, Stuart" userId="1bf9a496-f356-4f9c-b15f-a24cde0408c2" providerId="ADAL" clId="{E4EA7936-689B-4FFE-B345-A1A5C78211DA}" dt="2026-03-16T18:17:17.870" v="99"/>
        <pc:sldMkLst>
          <pc:docMk/>
          <pc:sldMk cId="2069851857" sldId="352"/>
        </pc:sldMkLst>
        <pc:picChg chg="add mod">
          <ac:chgData name="Jordan, Stuart" userId="1bf9a496-f356-4f9c-b15f-a24cde0408c2" providerId="ADAL" clId="{E4EA7936-689B-4FFE-B345-A1A5C78211DA}" dt="2026-03-16T17:47:21.319" v="63" actId="34818"/>
          <ac:picMkLst>
            <pc:docMk/>
            <pc:sldMk cId="2069851857" sldId="352"/>
            <ac:picMk id="32" creationId="{6B3418FB-1E41-7FF4-4382-8A081411CF91}"/>
          </ac:picMkLst>
        </pc:picChg>
      </pc:sldChg>
      <pc:sldChg chg="addSp modSp mod modTransition">
        <pc:chgData name="Jordan, Stuart" userId="1bf9a496-f356-4f9c-b15f-a24cde0408c2" providerId="ADAL" clId="{E4EA7936-689B-4FFE-B345-A1A5C78211DA}" dt="2026-03-16T18:17:17.870" v="99"/>
        <pc:sldMkLst>
          <pc:docMk/>
          <pc:sldMk cId="2567095186" sldId="353"/>
        </pc:sldMkLst>
        <pc:picChg chg="add mod">
          <ac:chgData name="Jordan, Stuart" userId="1bf9a496-f356-4f9c-b15f-a24cde0408c2" providerId="ADAL" clId="{E4EA7936-689B-4FFE-B345-A1A5C78211DA}" dt="2026-03-16T17:47:21.319" v="63" actId="34818"/>
          <ac:picMkLst>
            <pc:docMk/>
            <pc:sldMk cId="2567095186" sldId="353"/>
            <ac:picMk id="33" creationId="{60BAAEDD-005E-8489-08BE-F33CC86DC420}"/>
          </ac:picMkLst>
        </pc:picChg>
      </pc:sldChg>
      <pc:sldChg chg="addSp modSp mod modTransition">
        <pc:chgData name="Jordan, Stuart" userId="1bf9a496-f356-4f9c-b15f-a24cde0408c2" providerId="ADAL" clId="{E4EA7936-689B-4FFE-B345-A1A5C78211DA}" dt="2026-03-16T18:17:17.870" v="99"/>
        <pc:sldMkLst>
          <pc:docMk/>
          <pc:sldMk cId="2391036007" sldId="354"/>
        </pc:sldMkLst>
        <pc:picChg chg="add mod">
          <ac:chgData name="Jordan, Stuart" userId="1bf9a496-f356-4f9c-b15f-a24cde0408c2" providerId="ADAL" clId="{E4EA7936-689B-4FFE-B345-A1A5C78211DA}" dt="2026-03-16T17:47:21.319" v="63" actId="34818"/>
          <ac:picMkLst>
            <pc:docMk/>
            <pc:sldMk cId="2391036007" sldId="354"/>
            <ac:picMk id="33" creationId="{5FB433F0-971F-AD93-FC9A-5014E7B5C387}"/>
          </ac:picMkLst>
        </pc:picChg>
      </pc:sldChg>
      <pc:sldChg chg="addSp modSp mod modTransition">
        <pc:chgData name="Jordan, Stuart" userId="1bf9a496-f356-4f9c-b15f-a24cde0408c2" providerId="ADAL" clId="{E4EA7936-689B-4FFE-B345-A1A5C78211DA}" dt="2026-03-16T18:17:17.870" v="99"/>
        <pc:sldMkLst>
          <pc:docMk/>
          <pc:sldMk cId="1347436115" sldId="355"/>
        </pc:sldMkLst>
        <pc:picChg chg="add mod">
          <ac:chgData name="Jordan, Stuart" userId="1bf9a496-f356-4f9c-b15f-a24cde0408c2" providerId="ADAL" clId="{E4EA7936-689B-4FFE-B345-A1A5C78211DA}" dt="2026-03-16T17:47:21.319" v="63" actId="34818"/>
          <ac:picMkLst>
            <pc:docMk/>
            <pc:sldMk cId="1347436115" sldId="355"/>
            <ac:picMk id="32" creationId="{1B1E5F47-4897-0F67-A938-BCD74E7A7B8F}"/>
          </ac:picMkLst>
        </pc:picChg>
      </pc:sldChg>
      <pc:sldChg chg="addSp modSp mod modTransition">
        <pc:chgData name="Jordan, Stuart" userId="1bf9a496-f356-4f9c-b15f-a24cde0408c2" providerId="ADAL" clId="{E4EA7936-689B-4FFE-B345-A1A5C78211DA}" dt="2026-03-16T18:17:17.870" v="99"/>
        <pc:sldMkLst>
          <pc:docMk/>
          <pc:sldMk cId="3093317884" sldId="356"/>
        </pc:sldMkLst>
        <pc:picChg chg="add mod">
          <ac:chgData name="Jordan, Stuart" userId="1bf9a496-f356-4f9c-b15f-a24cde0408c2" providerId="ADAL" clId="{E4EA7936-689B-4FFE-B345-A1A5C78211DA}" dt="2026-03-16T17:47:21.319" v="63" actId="34818"/>
          <ac:picMkLst>
            <pc:docMk/>
            <pc:sldMk cId="3093317884" sldId="356"/>
            <ac:picMk id="33" creationId="{361ED5AB-D42D-416F-3587-094215BE2925}"/>
          </ac:picMkLst>
        </pc:picChg>
      </pc:sldChg>
      <pc:sldChg chg="addSp modSp mod modTransition">
        <pc:chgData name="Jordan, Stuart" userId="1bf9a496-f356-4f9c-b15f-a24cde0408c2" providerId="ADAL" clId="{E4EA7936-689B-4FFE-B345-A1A5C78211DA}" dt="2026-03-16T18:17:17.870" v="99"/>
        <pc:sldMkLst>
          <pc:docMk/>
          <pc:sldMk cId="1643050510" sldId="357"/>
        </pc:sldMkLst>
        <pc:picChg chg="add mod">
          <ac:chgData name="Jordan, Stuart" userId="1bf9a496-f356-4f9c-b15f-a24cde0408c2" providerId="ADAL" clId="{E4EA7936-689B-4FFE-B345-A1A5C78211DA}" dt="2026-03-16T17:47:21.319" v="63" actId="34818"/>
          <ac:picMkLst>
            <pc:docMk/>
            <pc:sldMk cId="1643050510" sldId="357"/>
            <ac:picMk id="34" creationId="{D58204F4-95BC-F56F-1B46-1ECFD80E623D}"/>
          </ac:picMkLst>
        </pc:picChg>
      </pc:sldChg>
      <pc:sldChg chg="addSp modSp mod modTransition">
        <pc:chgData name="Jordan, Stuart" userId="1bf9a496-f356-4f9c-b15f-a24cde0408c2" providerId="ADAL" clId="{E4EA7936-689B-4FFE-B345-A1A5C78211DA}" dt="2026-03-16T18:17:17.870" v="99"/>
        <pc:sldMkLst>
          <pc:docMk/>
          <pc:sldMk cId="872798929" sldId="358"/>
        </pc:sldMkLst>
        <pc:picChg chg="add mod">
          <ac:chgData name="Jordan, Stuart" userId="1bf9a496-f356-4f9c-b15f-a24cde0408c2" providerId="ADAL" clId="{E4EA7936-689B-4FFE-B345-A1A5C78211DA}" dt="2026-03-16T17:47:21.319" v="63" actId="34818"/>
          <ac:picMkLst>
            <pc:docMk/>
            <pc:sldMk cId="872798929" sldId="358"/>
            <ac:picMk id="34" creationId="{634B5330-4855-1C31-2B7C-4178E95FB8CF}"/>
          </ac:picMkLst>
        </pc:picChg>
      </pc:sldChg>
      <pc:sldChg chg="addSp modSp mod modTransition">
        <pc:chgData name="Jordan, Stuart" userId="1bf9a496-f356-4f9c-b15f-a24cde0408c2" providerId="ADAL" clId="{E4EA7936-689B-4FFE-B345-A1A5C78211DA}" dt="2026-03-16T18:17:17.870" v="99"/>
        <pc:sldMkLst>
          <pc:docMk/>
          <pc:sldMk cId="183616678" sldId="359"/>
        </pc:sldMkLst>
        <pc:picChg chg="add mod">
          <ac:chgData name="Jordan, Stuart" userId="1bf9a496-f356-4f9c-b15f-a24cde0408c2" providerId="ADAL" clId="{E4EA7936-689B-4FFE-B345-A1A5C78211DA}" dt="2026-03-16T17:47:21.319" v="63" actId="34818"/>
          <ac:picMkLst>
            <pc:docMk/>
            <pc:sldMk cId="183616678" sldId="359"/>
            <ac:picMk id="11" creationId="{CC493666-11AD-FFDD-9FCA-DA2A10A541C0}"/>
          </ac:picMkLst>
        </pc:picChg>
      </pc:sldChg>
      <pc:sldChg chg="addSp modSp mod modTransition">
        <pc:chgData name="Jordan, Stuart" userId="1bf9a496-f356-4f9c-b15f-a24cde0408c2" providerId="ADAL" clId="{E4EA7936-689B-4FFE-B345-A1A5C78211DA}" dt="2026-03-16T18:17:17.870" v="99"/>
        <pc:sldMkLst>
          <pc:docMk/>
          <pc:sldMk cId="4045748912" sldId="360"/>
        </pc:sldMkLst>
        <pc:picChg chg="add mod">
          <ac:chgData name="Jordan, Stuart" userId="1bf9a496-f356-4f9c-b15f-a24cde0408c2" providerId="ADAL" clId="{E4EA7936-689B-4FFE-B345-A1A5C78211DA}" dt="2026-03-16T17:47:21.319" v="63" actId="34818"/>
          <ac:picMkLst>
            <pc:docMk/>
            <pc:sldMk cId="4045748912" sldId="360"/>
            <ac:picMk id="15" creationId="{D8615B0D-6AE5-7DE0-2657-899F8AE88EE4}"/>
          </ac:picMkLst>
        </pc:picChg>
      </pc:sldChg>
      <pc:sldChg chg="addSp modSp mod modTransition">
        <pc:chgData name="Jordan, Stuart" userId="1bf9a496-f356-4f9c-b15f-a24cde0408c2" providerId="ADAL" clId="{E4EA7936-689B-4FFE-B345-A1A5C78211DA}" dt="2026-03-16T18:17:17.870" v="99"/>
        <pc:sldMkLst>
          <pc:docMk/>
          <pc:sldMk cId="2413150042" sldId="361"/>
        </pc:sldMkLst>
        <pc:picChg chg="add mod">
          <ac:chgData name="Jordan, Stuart" userId="1bf9a496-f356-4f9c-b15f-a24cde0408c2" providerId="ADAL" clId="{E4EA7936-689B-4FFE-B345-A1A5C78211DA}" dt="2026-03-16T17:47:21.319" v="63" actId="34818"/>
          <ac:picMkLst>
            <pc:docMk/>
            <pc:sldMk cId="2413150042" sldId="361"/>
            <ac:picMk id="15" creationId="{72ACC2DB-7534-164A-B1E5-94D15ED8597E}"/>
          </ac:picMkLst>
        </pc:picChg>
      </pc:sldChg>
      <pc:sldChg chg="addSp modSp mod modTransition">
        <pc:chgData name="Jordan, Stuart" userId="1bf9a496-f356-4f9c-b15f-a24cde0408c2" providerId="ADAL" clId="{E4EA7936-689B-4FFE-B345-A1A5C78211DA}" dt="2026-03-16T18:17:17.870" v="99"/>
        <pc:sldMkLst>
          <pc:docMk/>
          <pc:sldMk cId="356776217" sldId="362"/>
        </pc:sldMkLst>
        <pc:picChg chg="add mod">
          <ac:chgData name="Jordan, Stuart" userId="1bf9a496-f356-4f9c-b15f-a24cde0408c2" providerId="ADAL" clId="{E4EA7936-689B-4FFE-B345-A1A5C78211DA}" dt="2026-03-16T17:47:21.319" v="63" actId="34818"/>
          <ac:picMkLst>
            <pc:docMk/>
            <pc:sldMk cId="356776217" sldId="362"/>
            <ac:picMk id="15" creationId="{1CC55650-7BA2-B784-8610-7DA44007D6A1}"/>
          </ac:picMkLst>
        </pc:picChg>
      </pc:sldChg>
      <pc:sldChg chg="addSp modSp mod modTransition">
        <pc:chgData name="Jordan, Stuart" userId="1bf9a496-f356-4f9c-b15f-a24cde0408c2" providerId="ADAL" clId="{E4EA7936-689B-4FFE-B345-A1A5C78211DA}" dt="2026-03-16T18:17:17.870" v="99"/>
        <pc:sldMkLst>
          <pc:docMk/>
          <pc:sldMk cId="3454740378" sldId="363"/>
        </pc:sldMkLst>
        <pc:picChg chg="add mod">
          <ac:chgData name="Jordan, Stuart" userId="1bf9a496-f356-4f9c-b15f-a24cde0408c2" providerId="ADAL" clId="{E4EA7936-689B-4FFE-B345-A1A5C78211DA}" dt="2026-03-16T17:47:21.319" v="63" actId="34818"/>
          <ac:picMkLst>
            <pc:docMk/>
            <pc:sldMk cId="3454740378" sldId="363"/>
            <ac:picMk id="15" creationId="{DA8CB020-F386-BF44-52C5-99379E286697}"/>
          </ac:picMkLst>
        </pc:picChg>
      </pc:sldChg>
      <pc:sldChg chg="addSp modSp mod modTransition">
        <pc:chgData name="Jordan, Stuart" userId="1bf9a496-f356-4f9c-b15f-a24cde0408c2" providerId="ADAL" clId="{E4EA7936-689B-4FFE-B345-A1A5C78211DA}" dt="2026-03-16T18:17:17.870" v="99"/>
        <pc:sldMkLst>
          <pc:docMk/>
          <pc:sldMk cId="1427934418" sldId="364"/>
        </pc:sldMkLst>
        <pc:picChg chg="add mod">
          <ac:chgData name="Jordan, Stuart" userId="1bf9a496-f356-4f9c-b15f-a24cde0408c2" providerId="ADAL" clId="{E4EA7936-689B-4FFE-B345-A1A5C78211DA}" dt="2026-03-16T17:47:21.319" v="63" actId="34818"/>
          <ac:picMkLst>
            <pc:docMk/>
            <pc:sldMk cId="1427934418" sldId="364"/>
            <ac:picMk id="15" creationId="{06538DF3-FEC4-1E74-38D9-A6F713BA8CEC}"/>
          </ac:picMkLst>
        </pc:picChg>
      </pc:sldChg>
      <pc:sldChg chg="addSp modSp mod modTransition">
        <pc:chgData name="Jordan, Stuart" userId="1bf9a496-f356-4f9c-b15f-a24cde0408c2" providerId="ADAL" clId="{E4EA7936-689B-4FFE-B345-A1A5C78211DA}" dt="2026-03-16T18:17:17.870" v="99"/>
        <pc:sldMkLst>
          <pc:docMk/>
          <pc:sldMk cId="1466821386" sldId="365"/>
        </pc:sldMkLst>
        <pc:picChg chg="add mod">
          <ac:chgData name="Jordan, Stuart" userId="1bf9a496-f356-4f9c-b15f-a24cde0408c2" providerId="ADAL" clId="{E4EA7936-689B-4FFE-B345-A1A5C78211DA}" dt="2026-03-16T17:47:21.319" v="63" actId="34818"/>
          <ac:picMkLst>
            <pc:docMk/>
            <pc:sldMk cId="1466821386" sldId="365"/>
            <ac:picMk id="15" creationId="{F2864C1C-9E40-ECEE-889B-5E9CD44C8B5E}"/>
          </ac:picMkLst>
        </pc:picChg>
      </pc:sldChg>
      <pc:sldChg chg="addSp modSp mod modTransition">
        <pc:chgData name="Jordan, Stuart" userId="1bf9a496-f356-4f9c-b15f-a24cde0408c2" providerId="ADAL" clId="{E4EA7936-689B-4FFE-B345-A1A5C78211DA}" dt="2026-03-16T18:17:17.870" v="99"/>
        <pc:sldMkLst>
          <pc:docMk/>
          <pc:sldMk cId="896751471" sldId="366"/>
        </pc:sldMkLst>
        <pc:picChg chg="add mod">
          <ac:chgData name="Jordan, Stuart" userId="1bf9a496-f356-4f9c-b15f-a24cde0408c2" providerId="ADAL" clId="{E4EA7936-689B-4FFE-B345-A1A5C78211DA}" dt="2026-03-16T17:47:21.319" v="63" actId="34818"/>
          <ac:picMkLst>
            <pc:docMk/>
            <pc:sldMk cId="896751471" sldId="366"/>
            <ac:picMk id="14" creationId="{A7C998A9-463C-05EA-28A6-E29ADC60D9ED}"/>
          </ac:picMkLst>
        </pc:picChg>
      </pc:sldChg>
      <pc:sldChg chg="addSp modSp mod modTransition">
        <pc:chgData name="Jordan, Stuart" userId="1bf9a496-f356-4f9c-b15f-a24cde0408c2" providerId="ADAL" clId="{E4EA7936-689B-4FFE-B345-A1A5C78211DA}" dt="2026-03-16T18:17:17.870" v="99"/>
        <pc:sldMkLst>
          <pc:docMk/>
          <pc:sldMk cId="3310890432" sldId="367"/>
        </pc:sldMkLst>
        <pc:picChg chg="add mod">
          <ac:chgData name="Jordan, Stuart" userId="1bf9a496-f356-4f9c-b15f-a24cde0408c2" providerId="ADAL" clId="{E4EA7936-689B-4FFE-B345-A1A5C78211DA}" dt="2026-03-16T17:47:21.319" v="63" actId="34818"/>
          <ac:picMkLst>
            <pc:docMk/>
            <pc:sldMk cId="3310890432" sldId="367"/>
            <ac:picMk id="12" creationId="{A730B416-925F-5099-DA4A-C39DCFF39427}"/>
          </ac:picMkLst>
        </pc:picChg>
      </pc:sldChg>
      <pc:sldChg chg="addSp modSp mod modTransition">
        <pc:chgData name="Jordan, Stuart" userId="1bf9a496-f356-4f9c-b15f-a24cde0408c2" providerId="ADAL" clId="{E4EA7936-689B-4FFE-B345-A1A5C78211DA}" dt="2026-03-16T18:17:17.870" v="99"/>
        <pc:sldMkLst>
          <pc:docMk/>
          <pc:sldMk cId="1090730106" sldId="368"/>
        </pc:sldMkLst>
        <pc:picChg chg="add mod">
          <ac:chgData name="Jordan, Stuart" userId="1bf9a496-f356-4f9c-b15f-a24cde0408c2" providerId="ADAL" clId="{E4EA7936-689B-4FFE-B345-A1A5C78211DA}" dt="2026-03-16T17:47:21.319" v="63" actId="34818"/>
          <ac:picMkLst>
            <pc:docMk/>
            <pc:sldMk cId="1090730106" sldId="368"/>
            <ac:picMk id="14" creationId="{AD24B194-E993-92C3-8F1F-699BC4EDB6C3}"/>
          </ac:picMkLst>
        </pc:picChg>
      </pc:sldChg>
      <pc:sldChg chg="addSp modSp mod modTransition">
        <pc:chgData name="Jordan, Stuart" userId="1bf9a496-f356-4f9c-b15f-a24cde0408c2" providerId="ADAL" clId="{E4EA7936-689B-4FFE-B345-A1A5C78211DA}" dt="2026-03-16T18:17:17.870" v="99"/>
        <pc:sldMkLst>
          <pc:docMk/>
          <pc:sldMk cId="3575225487" sldId="369"/>
        </pc:sldMkLst>
        <pc:picChg chg="add mod">
          <ac:chgData name="Jordan, Stuart" userId="1bf9a496-f356-4f9c-b15f-a24cde0408c2" providerId="ADAL" clId="{E4EA7936-689B-4FFE-B345-A1A5C78211DA}" dt="2026-03-16T17:47:21.319" v="63" actId="34818"/>
          <ac:picMkLst>
            <pc:docMk/>
            <pc:sldMk cId="3575225487" sldId="369"/>
            <ac:picMk id="12" creationId="{5A07175C-6059-1B8E-4613-E3496539483E}"/>
          </ac:picMkLst>
        </pc:picChg>
      </pc:sldChg>
      <pc:sldChg chg="addSp modSp mod modTransition">
        <pc:chgData name="Jordan, Stuart" userId="1bf9a496-f356-4f9c-b15f-a24cde0408c2" providerId="ADAL" clId="{E4EA7936-689B-4FFE-B345-A1A5C78211DA}" dt="2026-03-16T18:17:17.870" v="99"/>
        <pc:sldMkLst>
          <pc:docMk/>
          <pc:sldMk cId="2580124776" sldId="370"/>
        </pc:sldMkLst>
        <pc:picChg chg="add mod">
          <ac:chgData name="Jordan, Stuart" userId="1bf9a496-f356-4f9c-b15f-a24cde0408c2" providerId="ADAL" clId="{E4EA7936-689B-4FFE-B345-A1A5C78211DA}" dt="2026-03-16T17:47:21.319" v="63" actId="34818"/>
          <ac:picMkLst>
            <pc:docMk/>
            <pc:sldMk cId="2580124776" sldId="370"/>
            <ac:picMk id="13" creationId="{F46E8E81-4DEF-B0D3-2D57-66D5188C49AD}"/>
          </ac:picMkLst>
        </pc:picChg>
      </pc:sldChg>
      <pc:sldChg chg="addSp modSp mod modTransition">
        <pc:chgData name="Jordan, Stuart" userId="1bf9a496-f356-4f9c-b15f-a24cde0408c2" providerId="ADAL" clId="{E4EA7936-689B-4FFE-B345-A1A5C78211DA}" dt="2026-03-16T18:17:17.870" v="99"/>
        <pc:sldMkLst>
          <pc:docMk/>
          <pc:sldMk cId="3409069218" sldId="371"/>
        </pc:sldMkLst>
        <pc:picChg chg="add mod">
          <ac:chgData name="Jordan, Stuart" userId="1bf9a496-f356-4f9c-b15f-a24cde0408c2" providerId="ADAL" clId="{E4EA7936-689B-4FFE-B345-A1A5C78211DA}" dt="2026-03-16T17:47:21.319" v="63" actId="34818"/>
          <ac:picMkLst>
            <pc:docMk/>
            <pc:sldMk cId="3409069218" sldId="371"/>
            <ac:picMk id="14" creationId="{7B87DCC2-95EE-C94B-42CA-897240F55B40}"/>
          </ac:picMkLst>
        </pc:picChg>
      </pc:sldChg>
      <pc:sldChg chg="addSp modSp mod modTransition">
        <pc:chgData name="Jordan, Stuart" userId="1bf9a496-f356-4f9c-b15f-a24cde0408c2" providerId="ADAL" clId="{E4EA7936-689B-4FFE-B345-A1A5C78211DA}" dt="2026-03-16T18:17:17.870" v="99"/>
        <pc:sldMkLst>
          <pc:docMk/>
          <pc:sldMk cId="2012447703" sldId="372"/>
        </pc:sldMkLst>
        <pc:picChg chg="add mod">
          <ac:chgData name="Jordan, Stuart" userId="1bf9a496-f356-4f9c-b15f-a24cde0408c2" providerId="ADAL" clId="{E4EA7936-689B-4FFE-B345-A1A5C78211DA}" dt="2026-03-16T17:47:21.319" v="63" actId="34818"/>
          <ac:picMkLst>
            <pc:docMk/>
            <pc:sldMk cId="2012447703" sldId="372"/>
            <ac:picMk id="15" creationId="{743CD600-D87B-3754-3155-BA53C93DA638}"/>
          </ac:picMkLst>
        </pc:picChg>
      </pc:sldChg>
      <pc:sldChg chg="addSp modSp mod modTransition">
        <pc:chgData name="Jordan, Stuart" userId="1bf9a496-f356-4f9c-b15f-a24cde0408c2" providerId="ADAL" clId="{E4EA7936-689B-4FFE-B345-A1A5C78211DA}" dt="2026-03-16T18:17:17.870" v="99"/>
        <pc:sldMkLst>
          <pc:docMk/>
          <pc:sldMk cId="3624933992" sldId="373"/>
        </pc:sldMkLst>
        <pc:picChg chg="add mod">
          <ac:chgData name="Jordan, Stuart" userId="1bf9a496-f356-4f9c-b15f-a24cde0408c2" providerId="ADAL" clId="{E4EA7936-689B-4FFE-B345-A1A5C78211DA}" dt="2026-03-16T17:47:21.319" v="63" actId="34818"/>
          <ac:picMkLst>
            <pc:docMk/>
            <pc:sldMk cId="3624933992" sldId="373"/>
            <ac:picMk id="16" creationId="{0035DD44-D036-7D6D-D98F-F361A19C1EFE}"/>
          </ac:picMkLst>
        </pc:picChg>
      </pc:sldChg>
      <pc:sldChg chg="addSp modSp mod modTransition">
        <pc:chgData name="Jordan, Stuart" userId="1bf9a496-f356-4f9c-b15f-a24cde0408c2" providerId="ADAL" clId="{E4EA7936-689B-4FFE-B345-A1A5C78211DA}" dt="2026-03-16T18:17:17.870" v="99"/>
        <pc:sldMkLst>
          <pc:docMk/>
          <pc:sldMk cId="4206071748" sldId="374"/>
        </pc:sldMkLst>
        <pc:picChg chg="add mod">
          <ac:chgData name="Jordan, Stuart" userId="1bf9a496-f356-4f9c-b15f-a24cde0408c2" providerId="ADAL" clId="{E4EA7936-689B-4FFE-B345-A1A5C78211DA}" dt="2026-03-16T17:47:21.319" v="63" actId="34818"/>
          <ac:picMkLst>
            <pc:docMk/>
            <pc:sldMk cId="4206071748" sldId="374"/>
            <ac:picMk id="17" creationId="{6889A9F2-12E7-6EE6-B154-D3FB0C148800}"/>
          </ac:picMkLst>
        </pc:picChg>
      </pc:sldChg>
      <pc:sldChg chg="addSp modSp mod modTransition">
        <pc:chgData name="Jordan, Stuart" userId="1bf9a496-f356-4f9c-b15f-a24cde0408c2" providerId="ADAL" clId="{E4EA7936-689B-4FFE-B345-A1A5C78211DA}" dt="2026-03-16T18:17:17.870" v="99"/>
        <pc:sldMkLst>
          <pc:docMk/>
          <pc:sldMk cId="10164247" sldId="375"/>
        </pc:sldMkLst>
        <pc:picChg chg="add mod">
          <ac:chgData name="Jordan, Stuart" userId="1bf9a496-f356-4f9c-b15f-a24cde0408c2" providerId="ADAL" clId="{E4EA7936-689B-4FFE-B345-A1A5C78211DA}" dt="2026-03-16T17:47:21.319" v="63" actId="34818"/>
          <ac:picMkLst>
            <pc:docMk/>
            <pc:sldMk cId="10164247" sldId="375"/>
            <ac:picMk id="18" creationId="{7A76E35D-3F9D-3A92-8F1B-7B6128594E34}"/>
          </ac:picMkLst>
        </pc:picChg>
      </pc:sldChg>
      <pc:sldChg chg="addSp modSp mod modTransition">
        <pc:chgData name="Jordan, Stuart" userId="1bf9a496-f356-4f9c-b15f-a24cde0408c2" providerId="ADAL" clId="{E4EA7936-689B-4FFE-B345-A1A5C78211DA}" dt="2026-03-16T18:17:17.870" v="99"/>
        <pc:sldMkLst>
          <pc:docMk/>
          <pc:sldMk cId="369324102" sldId="376"/>
        </pc:sldMkLst>
        <pc:picChg chg="add mod">
          <ac:chgData name="Jordan, Stuart" userId="1bf9a496-f356-4f9c-b15f-a24cde0408c2" providerId="ADAL" clId="{E4EA7936-689B-4FFE-B345-A1A5C78211DA}" dt="2026-03-16T17:47:21.319" v="63" actId="34818"/>
          <ac:picMkLst>
            <pc:docMk/>
            <pc:sldMk cId="369324102" sldId="376"/>
            <ac:picMk id="18" creationId="{A87F49F7-55FA-AE78-125F-5F8BA800B14B}"/>
          </ac:picMkLst>
        </pc:picChg>
      </pc:sldChg>
      <pc:sldChg chg="addSp modSp mod modTransition">
        <pc:chgData name="Jordan, Stuart" userId="1bf9a496-f356-4f9c-b15f-a24cde0408c2" providerId="ADAL" clId="{E4EA7936-689B-4FFE-B345-A1A5C78211DA}" dt="2026-03-16T18:17:17.870" v="99"/>
        <pc:sldMkLst>
          <pc:docMk/>
          <pc:sldMk cId="3360762008" sldId="377"/>
        </pc:sldMkLst>
        <pc:picChg chg="add mod">
          <ac:chgData name="Jordan, Stuart" userId="1bf9a496-f356-4f9c-b15f-a24cde0408c2" providerId="ADAL" clId="{E4EA7936-689B-4FFE-B345-A1A5C78211DA}" dt="2026-03-16T17:47:21.319" v="63" actId="34818"/>
          <ac:picMkLst>
            <pc:docMk/>
            <pc:sldMk cId="3360762008" sldId="377"/>
            <ac:picMk id="19" creationId="{3FABD97C-8F04-E100-311A-3B16CB0A2602}"/>
          </ac:picMkLst>
        </pc:picChg>
      </pc:sldChg>
      <pc:sldChg chg="addSp modSp mod modTransition">
        <pc:chgData name="Jordan, Stuart" userId="1bf9a496-f356-4f9c-b15f-a24cde0408c2" providerId="ADAL" clId="{E4EA7936-689B-4FFE-B345-A1A5C78211DA}" dt="2026-03-16T18:17:17.870" v="99"/>
        <pc:sldMkLst>
          <pc:docMk/>
          <pc:sldMk cId="1072907075" sldId="378"/>
        </pc:sldMkLst>
        <pc:picChg chg="add mod">
          <ac:chgData name="Jordan, Stuart" userId="1bf9a496-f356-4f9c-b15f-a24cde0408c2" providerId="ADAL" clId="{E4EA7936-689B-4FFE-B345-A1A5C78211DA}" dt="2026-03-16T17:47:21.319" v="63" actId="34818"/>
          <ac:picMkLst>
            <pc:docMk/>
            <pc:sldMk cId="1072907075" sldId="378"/>
            <ac:picMk id="19" creationId="{907EA920-2576-D021-DE1D-7A2D62BCD470}"/>
          </ac:picMkLst>
        </pc:picChg>
      </pc:sldChg>
      <pc:sldChg chg="addSp modSp mod modTransition">
        <pc:chgData name="Jordan, Stuart" userId="1bf9a496-f356-4f9c-b15f-a24cde0408c2" providerId="ADAL" clId="{E4EA7936-689B-4FFE-B345-A1A5C78211DA}" dt="2026-03-16T18:17:17.870" v="99"/>
        <pc:sldMkLst>
          <pc:docMk/>
          <pc:sldMk cId="2449472661" sldId="379"/>
        </pc:sldMkLst>
        <pc:picChg chg="add mod">
          <ac:chgData name="Jordan, Stuart" userId="1bf9a496-f356-4f9c-b15f-a24cde0408c2" providerId="ADAL" clId="{E4EA7936-689B-4FFE-B345-A1A5C78211DA}" dt="2026-03-16T17:47:21.319" v="63" actId="34818"/>
          <ac:picMkLst>
            <pc:docMk/>
            <pc:sldMk cId="2449472661" sldId="379"/>
            <ac:picMk id="19" creationId="{84B8C4F9-2C25-E6A6-6DDF-A55446234843}"/>
          </ac:picMkLst>
        </pc:picChg>
      </pc:sldChg>
      <pc:sldChg chg="addSp modSp mod modTransition">
        <pc:chgData name="Jordan, Stuart" userId="1bf9a496-f356-4f9c-b15f-a24cde0408c2" providerId="ADAL" clId="{E4EA7936-689B-4FFE-B345-A1A5C78211DA}" dt="2026-03-16T18:17:17.870" v="99"/>
        <pc:sldMkLst>
          <pc:docMk/>
          <pc:sldMk cId="3949512394" sldId="380"/>
        </pc:sldMkLst>
        <pc:picChg chg="add mod">
          <ac:chgData name="Jordan, Stuart" userId="1bf9a496-f356-4f9c-b15f-a24cde0408c2" providerId="ADAL" clId="{E4EA7936-689B-4FFE-B345-A1A5C78211DA}" dt="2026-03-16T17:47:21.319" v="63" actId="34818"/>
          <ac:picMkLst>
            <pc:docMk/>
            <pc:sldMk cId="3949512394" sldId="380"/>
            <ac:picMk id="20" creationId="{1451D269-5F94-C234-5D4C-06AFB8584132}"/>
          </ac:picMkLst>
        </pc:picChg>
      </pc:sldChg>
      <pc:sldChg chg="addSp modSp mod modTransition">
        <pc:chgData name="Jordan, Stuart" userId="1bf9a496-f356-4f9c-b15f-a24cde0408c2" providerId="ADAL" clId="{E4EA7936-689B-4FFE-B345-A1A5C78211DA}" dt="2026-03-16T18:17:17.870" v="99"/>
        <pc:sldMkLst>
          <pc:docMk/>
          <pc:sldMk cId="2074835784" sldId="381"/>
        </pc:sldMkLst>
        <pc:picChg chg="add mod">
          <ac:chgData name="Jordan, Stuart" userId="1bf9a496-f356-4f9c-b15f-a24cde0408c2" providerId="ADAL" clId="{E4EA7936-689B-4FFE-B345-A1A5C78211DA}" dt="2026-03-16T17:47:21.319" v="63" actId="34818"/>
          <ac:picMkLst>
            <pc:docMk/>
            <pc:sldMk cId="2074835784" sldId="381"/>
            <ac:picMk id="22" creationId="{D71BB6CC-DCE9-8E58-DFE1-9FD2EBF57FEF}"/>
          </ac:picMkLst>
        </pc:picChg>
      </pc:sldChg>
      <pc:sldChg chg="addSp modSp mod modTransition">
        <pc:chgData name="Jordan, Stuart" userId="1bf9a496-f356-4f9c-b15f-a24cde0408c2" providerId="ADAL" clId="{E4EA7936-689B-4FFE-B345-A1A5C78211DA}" dt="2026-03-16T18:17:17.870" v="99"/>
        <pc:sldMkLst>
          <pc:docMk/>
          <pc:sldMk cId="814440362" sldId="382"/>
        </pc:sldMkLst>
        <pc:picChg chg="add mod">
          <ac:chgData name="Jordan, Stuart" userId="1bf9a496-f356-4f9c-b15f-a24cde0408c2" providerId="ADAL" clId="{E4EA7936-689B-4FFE-B345-A1A5C78211DA}" dt="2026-03-16T17:47:21.319" v="63" actId="34818"/>
          <ac:picMkLst>
            <pc:docMk/>
            <pc:sldMk cId="814440362" sldId="382"/>
            <ac:picMk id="22" creationId="{D5C39BDE-DFFD-AB1E-D23F-F665205AC19B}"/>
          </ac:picMkLst>
        </pc:picChg>
      </pc:sldChg>
      <pc:sldChg chg="addSp modSp mod modTransition">
        <pc:chgData name="Jordan, Stuart" userId="1bf9a496-f356-4f9c-b15f-a24cde0408c2" providerId="ADAL" clId="{E4EA7936-689B-4FFE-B345-A1A5C78211DA}" dt="2026-03-16T18:17:17.870" v="99"/>
        <pc:sldMkLst>
          <pc:docMk/>
          <pc:sldMk cId="4114659510" sldId="383"/>
        </pc:sldMkLst>
        <pc:picChg chg="add mod">
          <ac:chgData name="Jordan, Stuart" userId="1bf9a496-f356-4f9c-b15f-a24cde0408c2" providerId="ADAL" clId="{E4EA7936-689B-4FFE-B345-A1A5C78211DA}" dt="2026-03-16T17:47:21.319" v="63" actId="34818"/>
          <ac:picMkLst>
            <pc:docMk/>
            <pc:sldMk cId="4114659510" sldId="383"/>
            <ac:picMk id="22" creationId="{E6C5BF05-F999-866A-4624-12859DE01099}"/>
          </ac:picMkLst>
        </pc:picChg>
      </pc:sldChg>
      <pc:sldChg chg="addSp modSp mod modTransition">
        <pc:chgData name="Jordan, Stuart" userId="1bf9a496-f356-4f9c-b15f-a24cde0408c2" providerId="ADAL" clId="{E4EA7936-689B-4FFE-B345-A1A5C78211DA}" dt="2026-03-16T18:17:17.870" v="99"/>
        <pc:sldMkLst>
          <pc:docMk/>
          <pc:sldMk cId="953855492" sldId="384"/>
        </pc:sldMkLst>
        <pc:picChg chg="add mod">
          <ac:chgData name="Jordan, Stuart" userId="1bf9a496-f356-4f9c-b15f-a24cde0408c2" providerId="ADAL" clId="{E4EA7936-689B-4FFE-B345-A1A5C78211DA}" dt="2026-03-16T17:47:21.319" v="63" actId="34818"/>
          <ac:picMkLst>
            <pc:docMk/>
            <pc:sldMk cId="953855492" sldId="384"/>
            <ac:picMk id="22" creationId="{22E1407C-DCF9-6EFB-7F36-D088A0D269A5}"/>
          </ac:picMkLst>
        </pc:picChg>
      </pc:sldChg>
      <pc:sldChg chg="addSp modSp mod modTransition">
        <pc:chgData name="Jordan, Stuart" userId="1bf9a496-f356-4f9c-b15f-a24cde0408c2" providerId="ADAL" clId="{E4EA7936-689B-4FFE-B345-A1A5C78211DA}" dt="2026-03-16T18:17:17.870" v="99"/>
        <pc:sldMkLst>
          <pc:docMk/>
          <pc:sldMk cId="3468642350" sldId="385"/>
        </pc:sldMkLst>
        <pc:picChg chg="add mod">
          <ac:chgData name="Jordan, Stuart" userId="1bf9a496-f356-4f9c-b15f-a24cde0408c2" providerId="ADAL" clId="{E4EA7936-689B-4FFE-B345-A1A5C78211DA}" dt="2026-03-16T17:47:21.319" v="63" actId="34818"/>
          <ac:picMkLst>
            <pc:docMk/>
            <pc:sldMk cId="3468642350" sldId="385"/>
            <ac:picMk id="22" creationId="{D29FCBB6-7526-D13C-191D-9AFEACA27EF0}"/>
          </ac:picMkLst>
        </pc:picChg>
      </pc:sldChg>
      <pc:sldChg chg="addSp modSp mod modTransition">
        <pc:chgData name="Jordan, Stuart" userId="1bf9a496-f356-4f9c-b15f-a24cde0408c2" providerId="ADAL" clId="{E4EA7936-689B-4FFE-B345-A1A5C78211DA}" dt="2026-03-16T18:17:17.870" v="99"/>
        <pc:sldMkLst>
          <pc:docMk/>
          <pc:sldMk cId="1322779850" sldId="386"/>
        </pc:sldMkLst>
        <pc:picChg chg="add mod">
          <ac:chgData name="Jordan, Stuart" userId="1bf9a496-f356-4f9c-b15f-a24cde0408c2" providerId="ADAL" clId="{E4EA7936-689B-4FFE-B345-A1A5C78211DA}" dt="2026-03-16T17:47:21.319" v="63" actId="34818"/>
          <ac:picMkLst>
            <pc:docMk/>
            <pc:sldMk cId="1322779850" sldId="386"/>
            <ac:picMk id="22" creationId="{5904B578-1F8D-BDBB-4E06-E04E23320A70}"/>
          </ac:picMkLst>
        </pc:picChg>
      </pc:sldChg>
      <pc:sldChg chg="addSp modSp mod modTransition">
        <pc:chgData name="Jordan, Stuart" userId="1bf9a496-f356-4f9c-b15f-a24cde0408c2" providerId="ADAL" clId="{E4EA7936-689B-4FFE-B345-A1A5C78211DA}" dt="2026-03-16T18:17:17.870" v="99"/>
        <pc:sldMkLst>
          <pc:docMk/>
          <pc:sldMk cId="1515664906" sldId="387"/>
        </pc:sldMkLst>
        <pc:picChg chg="add mod">
          <ac:chgData name="Jordan, Stuart" userId="1bf9a496-f356-4f9c-b15f-a24cde0408c2" providerId="ADAL" clId="{E4EA7936-689B-4FFE-B345-A1A5C78211DA}" dt="2026-03-16T17:47:21.319" v="63" actId="34818"/>
          <ac:picMkLst>
            <pc:docMk/>
            <pc:sldMk cId="1515664906" sldId="387"/>
            <ac:picMk id="20" creationId="{B585D2E3-FED5-A2AD-7205-293E03BE13A0}"/>
          </ac:picMkLst>
        </pc:picChg>
      </pc:sldChg>
      <pc:sldChg chg="addSp modSp mod modTransition">
        <pc:chgData name="Jordan, Stuart" userId="1bf9a496-f356-4f9c-b15f-a24cde0408c2" providerId="ADAL" clId="{E4EA7936-689B-4FFE-B345-A1A5C78211DA}" dt="2026-03-16T18:17:17.870" v="99"/>
        <pc:sldMkLst>
          <pc:docMk/>
          <pc:sldMk cId="140206148" sldId="388"/>
        </pc:sldMkLst>
        <pc:picChg chg="add mod">
          <ac:chgData name="Jordan, Stuart" userId="1bf9a496-f356-4f9c-b15f-a24cde0408c2" providerId="ADAL" clId="{E4EA7936-689B-4FFE-B345-A1A5C78211DA}" dt="2026-03-16T17:47:21.319" v="63" actId="34818"/>
          <ac:picMkLst>
            <pc:docMk/>
            <pc:sldMk cId="140206148" sldId="388"/>
            <ac:picMk id="20" creationId="{6A830E89-5C64-0308-DB41-D9D03BE1BBD9}"/>
          </ac:picMkLst>
        </pc:picChg>
      </pc:sldChg>
      <pc:sldChg chg="addSp modSp mod modTransition">
        <pc:chgData name="Jordan, Stuart" userId="1bf9a496-f356-4f9c-b15f-a24cde0408c2" providerId="ADAL" clId="{E4EA7936-689B-4FFE-B345-A1A5C78211DA}" dt="2026-03-16T18:17:17.870" v="99"/>
        <pc:sldMkLst>
          <pc:docMk/>
          <pc:sldMk cId="3387784465" sldId="389"/>
        </pc:sldMkLst>
        <pc:picChg chg="add mod">
          <ac:chgData name="Jordan, Stuart" userId="1bf9a496-f356-4f9c-b15f-a24cde0408c2" providerId="ADAL" clId="{E4EA7936-689B-4FFE-B345-A1A5C78211DA}" dt="2026-03-16T17:47:21.319" v="63" actId="34818"/>
          <ac:picMkLst>
            <pc:docMk/>
            <pc:sldMk cId="3387784465" sldId="389"/>
            <ac:picMk id="20" creationId="{E73B29C4-3D74-019C-F573-EF3B4B2C4891}"/>
          </ac:picMkLst>
        </pc:picChg>
      </pc:sldChg>
      <pc:sldChg chg="addSp modSp mod modTransition">
        <pc:chgData name="Jordan, Stuart" userId="1bf9a496-f356-4f9c-b15f-a24cde0408c2" providerId="ADAL" clId="{E4EA7936-689B-4FFE-B345-A1A5C78211DA}" dt="2026-03-16T18:17:17.870" v="99"/>
        <pc:sldMkLst>
          <pc:docMk/>
          <pc:sldMk cId="1685689544" sldId="390"/>
        </pc:sldMkLst>
        <pc:picChg chg="add mod">
          <ac:chgData name="Jordan, Stuart" userId="1bf9a496-f356-4f9c-b15f-a24cde0408c2" providerId="ADAL" clId="{E4EA7936-689B-4FFE-B345-A1A5C78211DA}" dt="2026-03-16T17:47:21.319" v="63" actId="34818"/>
          <ac:picMkLst>
            <pc:docMk/>
            <pc:sldMk cId="1685689544" sldId="390"/>
            <ac:picMk id="24" creationId="{8521EB5E-26C3-63AF-73B4-32F28D63206E}"/>
          </ac:picMkLst>
        </pc:picChg>
      </pc:sldChg>
      <pc:sldChg chg="addSp modSp mod modTransition">
        <pc:chgData name="Jordan, Stuart" userId="1bf9a496-f356-4f9c-b15f-a24cde0408c2" providerId="ADAL" clId="{E4EA7936-689B-4FFE-B345-A1A5C78211DA}" dt="2026-03-16T18:17:17.870" v="99"/>
        <pc:sldMkLst>
          <pc:docMk/>
          <pc:sldMk cId="2497027049" sldId="391"/>
        </pc:sldMkLst>
        <pc:picChg chg="add mod">
          <ac:chgData name="Jordan, Stuart" userId="1bf9a496-f356-4f9c-b15f-a24cde0408c2" providerId="ADAL" clId="{E4EA7936-689B-4FFE-B345-A1A5C78211DA}" dt="2026-03-16T17:47:21.319" v="63" actId="34818"/>
          <ac:picMkLst>
            <pc:docMk/>
            <pc:sldMk cId="2497027049" sldId="391"/>
            <ac:picMk id="20" creationId="{F6887A87-7242-417F-12C8-A32484B8DA2C}"/>
          </ac:picMkLst>
        </pc:picChg>
      </pc:sldChg>
      <pc:sldChg chg="addSp modSp mod modTransition">
        <pc:chgData name="Jordan, Stuart" userId="1bf9a496-f356-4f9c-b15f-a24cde0408c2" providerId="ADAL" clId="{E4EA7936-689B-4FFE-B345-A1A5C78211DA}" dt="2026-03-16T18:17:17.870" v="99"/>
        <pc:sldMkLst>
          <pc:docMk/>
          <pc:sldMk cId="1734187527" sldId="392"/>
        </pc:sldMkLst>
        <pc:picChg chg="add mod">
          <ac:chgData name="Jordan, Stuart" userId="1bf9a496-f356-4f9c-b15f-a24cde0408c2" providerId="ADAL" clId="{E4EA7936-689B-4FFE-B345-A1A5C78211DA}" dt="2026-03-16T17:47:21.319" v="63" actId="34818"/>
          <ac:picMkLst>
            <pc:docMk/>
            <pc:sldMk cId="1734187527" sldId="392"/>
            <ac:picMk id="24" creationId="{D96583D9-3464-9E41-3A56-952584AA696B}"/>
          </ac:picMkLst>
        </pc:picChg>
      </pc:sldChg>
      <pc:sldChg chg="addSp modSp mod modTransition">
        <pc:chgData name="Jordan, Stuart" userId="1bf9a496-f356-4f9c-b15f-a24cde0408c2" providerId="ADAL" clId="{E4EA7936-689B-4FFE-B345-A1A5C78211DA}" dt="2026-03-16T18:17:17.870" v="99"/>
        <pc:sldMkLst>
          <pc:docMk/>
          <pc:sldMk cId="2892610360" sldId="393"/>
        </pc:sldMkLst>
        <pc:picChg chg="add mod">
          <ac:chgData name="Jordan, Stuart" userId="1bf9a496-f356-4f9c-b15f-a24cde0408c2" providerId="ADAL" clId="{E4EA7936-689B-4FFE-B345-A1A5C78211DA}" dt="2026-03-16T17:47:21.319" v="63" actId="34818"/>
          <ac:picMkLst>
            <pc:docMk/>
            <pc:sldMk cId="2892610360" sldId="393"/>
            <ac:picMk id="20" creationId="{5807A254-E809-E9B6-154A-D18DF45977E7}"/>
          </ac:picMkLst>
        </pc:picChg>
      </pc:sldChg>
      <pc:sldChg chg="addSp modSp mod modTransition">
        <pc:chgData name="Jordan, Stuart" userId="1bf9a496-f356-4f9c-b15f-a24cde0408c2" providerId="ADAL" clId="{E4EA7936-689B-4FFE-B345-A1A5C78211DA}" dt="2026-03-16T18:17:17.870" v="99"/>
        <pc:sldMkLst>
          <pc:docMk/>
          <pc:sldMk cId="535574969" sldId="394"/>
        </pc:sldMkLst>
        <pc:picChg chg="add mod">
          <ac:chgData name="Jordan, Stuart" userId="1bf9a496-f356-4f9c-b15f-a24cde0408c2" providerId="ADAL" clId="{E4EA7936-689B-4FFE-B345-A1A5C78211DA}" dt="2026-03-16T17:47:21.319" v="63" actId="34818"/>
          <ac:picMkLst>
            <pc:docMk/>
            <pc:sldMk cId="535574969" sldId="394"/>
            <ac:picMk id="22" creationId="{EE15FA49-0706-59C8-DAA1-8EA16A367592}"/>
          </ac:picMkLst>
        </pc:picChg>
      </pc:sldChg>
      <pc:sldChg chg="addSp modSp mod modTransition">
        <pc:chgData name="Jordan, Stuart" userId="1bf9a496-f356-4f9c-b15f-a24cde0408c2" providerId="ADAL" clId="{E4EA7936-689B-4FFE-B345-A1A5C78211DA}" dt="2026-03-16T18:17:17.870" v="99"/>
        <pc:sldMkLst>
          <pc:docMk/>
          <pc:sldMk cId="3940634181" sldId="395"/>
        </pc:sldMkLst>
        <pc:picChg chg="add mod">
          <ac:chgData name="Jordan, Stuart" userId="1bf9a496-f356-4f9c-b15f-a24cde0408c2" providerId="ADAL" clId="{E4EA7936-689B-4FFE-B345-A1A5C78211DA}" dt="2026-03-16T17:47:21.319" v="63" actId="34818"/>
          <ac:picMkLst>
            <pc:docMk/>
            <pc:sldMk cId="3940634181" sldId="395"/>
            <ac:picMk id="25" creationId="{805C3A36-56FA-22B2-45FC-6185C3647DD9}"/>
          </ac:picMkLst>
        </pc:picChg>
      </pc:sldChg>
      <pc:sldChg chg="addSp modSp mod modTransition">
        <pc:chgData name="Jordan, Stuart" userId="1bf9a496-f356-4f9c-b15f-a24cde0408c2" providerId="ADAL" clId="{E4EA7936-689B-4FFE-B345-A1A5C78211DA}" dt="2026-03-16T18:17:17.870" v="99"/>
        <pc:sldMkLst>
          <pc:docMk/>
          <pc:sldMk cId="3890149852" sldId="396"/>
        </pc:sldMkLst>
        <pc:picChg chg="add mod">
          <ac:chgData name="Jordan, Stuart" userId="1bf9a496-f356-4f9c-b15f-a24cde0408c2" providerId="ADAL" clId="{E4EA7936-689B-4FFE-B345-A1A5C78211DA}" dt="2026-03-16T17:47:21.319" v="63" actId="34818"/>
          <ac:picMkLst>
            <pc:docMk/>
            <pc:sldMk cId="3890149852" sldId="396"/>
            <ac:picMk id="6" creationId="{7AD751E4-DDE7-4065-BA64-46F3E228CB7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236716-D592-4916-90A6-87989C1D25B1}"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65676B-0C35-4C16-BC8F-B7BC13DFAAE4}" type="slidenum">
              <a:rPr lang="en-US" smtClean="0"/>
              <a:t>‹#›</a:t>
            </a:fld>
            <a:endParaRPr lang="en-US"/>
          </a:p>
        </p:txBody>
      </p:sp>
    </p:spTree>
    <p:extLst>
      <p:ext uri="{BB962C8B-B14F-4D97-AF65-F5344CB8AC3E}">
        <p14:creationId xmlns:p14="http://schemas.microsoft.com/office/powerpoint/2010/main" val="672279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65676B-0C35-4C16-BC8F-B7BC13DFAAE4}" type="slidenum">
              <a:rPr lang="en-US" smtClean="0"/>
              <a:t>89</a:t>
            </a:fld>
            <a:endParaRPr lang="en-US"/>
          </a:p>
        </p:txBody>
      </p:sp>
    </p:spTree>
    <p:extLst>
      <p:ext uri="{BB962C8B-B14F-4D97-AF65-F5344CB8AC3E}">
        <p14:creationId xmlns:p14="http://schemas.microsoft.com/office/powerpoint/2010/main" val="1931432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8A1D9-F5CA-52A4-ECB5-F6F5F4C948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FEB22-80E0-26D2-5F09-9A1997BC3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33310E-C12F-6672-B0B7-4320A25004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A12A2F-A848-3268-7B50-61ACE8785199}"/>
              </a:ext>
            </a:extLst>
          </p:cNvPr>
          <p:cNvSpPr>
            <a:spLocks noGrp="1"/>
          </p:cNvSpPr>
          <p:nvPr>
            <p:ph type="sldNum" sz="quarter" idx="5"/>
          </p:nvPr>
        </p:nvSpPr>
        <p:spPr/>
        <p:txBody>
          <a:bodyPr/>
          <a:lstStyle/>
          <a:p>
            <a:fld id="{A365676B-0C35-4C16-BC8F-B7BC13DFAAE4}" type="slidenum">
              <a:rPr lang="en-US" smtClean="0"/>
              <a:t>90</a:t>
            </a:fld>
            <a:endParaRPr lang="en-US"/>
          </a:p>
        </p:txBody>
      </p:sp>
    </p:spTree>
    <p:extLst>
      <p:ext uri="{BB962C8B-B14F-4D97-AF65-F5344CB8AC3E}">
        <p14:creationId xmlns:p14="http://schemas.microsoft.com/office/powerpoint/2010/main" val="1715496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8F909-3DE6-5D76-F42B-9710E3AF8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F4918E-2A76-4615-8397-9751220368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711AC-72B9-5A21-CE8B-CA960D1947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636783-B481-F2A0-4451-1EA87FBDB526}"/>
              </a:ext>
            </a:extLst>
          </p:cNvPr>
          <p:cNvSpPr>
            <a:spLocks noGrp="1"/>
          </p:cNvSpPr>
          <p:nvPr>
            <p:ph type="sldNum" sz="quarter" idx="5"/>
          </p:nvPr>
        </p:nvSpPr>
        <p:spPr/>
        <p:txBody>
          <a:bodyPr/>
          <a:lstStyle/>
          <a:p>
            <a:fld id="{A365676B-0C35-4C16-BC8F-B7BC13DFAAE4}" type="slidenum">
              <a:rPr lang="en-US" smtClean="0"/>
              <a:t>91</a:t>
            </a:fld>
            <a:endParaRPr lang="en-US"/>
          </a:p>
        </p:txBody>
      </p:sp>
    </p:spTree>
    <p:extLst>
      <p:ext uri="{BB962C8B-B14F-4D97-AF65-F5344CB8AC3E}">
        <p14:creationId xmlns:p14="http://schemas.microsoft.com/office/powerpoint/2010/main" val="3852603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4767F-E9AE-F260-75B3-3C6323C87B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431FC-DB93-716D-2CFD-AE2355F0C3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D0046-197C-EB1B-8271-425AC89458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E6D998-C2C7-3184-15F7-68C1773CA582}"/>
              </a:ext>
            </a:extLst>
          </p:cNvPr>
          <p:cNvSpPr>
            <a:spLocks noGrp="1"/>
          </p:cNvSpPr>
          <p:nvPr>
            <p:ph type="sldNum" sz="quarter" idx="5"/>
          </p:nvPr>
        </p:nvSpPr>
        <p:spPr/>
        <p:txBody>
          <a:bodyPr/>
          <a:lstStyle/>
          <a:p>
            <a:fld id="{A365676B-0C35-4C16-BC8F-B7BC13DFAAE4}" type="slidenum">
              <a:rPr lang="en-US" smtClean="0"/>
              <a:t>92</a:t>
            </a:fld>
            <a:endParaRPr lang="en-US"/>
          </a:p>
        </p:txBody>
      </p:sp>
    </p:spTree>
    <p:extLst>
      <p:ext uri="{BB962C8B-B14F-4D97-AF65-F5344CB8AC3E}">
        <p14:creationId xmlns:p14="http://schemas.microsoft.com/office/powerpoint/2010/main" val="224424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0B93C-72CF-500C-93DA-A1F953E49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9B95D-4D07-9FB5-7155-46844AE24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C77228-F6E4-8C6B-D0F0-CC8139F672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34D0CE-C569-B1D2-9040-F45F88A26E89}"/>
              </a:ext>
            </a:extLst>
          </p:cNvPr>
          <p:cNvSpPr>
            <a:spLocks noGrp="1"/>
          </p:cNvSpPr>
          <p:nvPr>
            <p:ph type="sldNum" sz="quarter" idx="5"/>
          </p:nvPr>
        </p:nvSpPr>
        <p:spPr/>
        <p:txBody>
          <a:bodyPr/>
          <a:lstStyle/>
          <a:p>
            <a:fld id="{A365676B-0C35-4C16-BC8F-B7BC13DFAAE4}" type="slidenum">
              <a:rPr lang="en-US" smtClean="0"/>
              <a:t>93</a:t>
            </a:fld>
            <a:endParaRPr lang="en-US"/>
          </a:p>
        </p:txBody>
      </p:sp>
    </p:spTree>
    <p:extLst>
      <p:ext uri="{BB962C8B-B14F-4D97-AF65-F5344CB8AC3E}">
        <p14:creationId xmlns:p14="http://schemas.microsoft.com/office/powerpoint/2010/main" val="2226369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61277-B4FD-40A1-E82E-ADC764556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88FE74-3CAF-5371-879A-B488F7ECE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9100B-48FF-59C1-429E-E4F07BF8DB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6EDAF2-CE03-7BCF-9AAA-3B7DB4BEC11C}"/>
              </a:ext>
            </a:extLst>
          </p:cNvPr>
          <p:cNvSpPr>
            <a:spLocks noGrp="1"/>
          </p:cNvSpPr>
          <p:nvPr>
            <p:ph type="sldNum" sz="quarter" idx="5"/>
          </p:nvPr>
        </p:nvSpPr>
        <p:spPr/>
        <p:txBody>
          <a:bodyPr/>
          <a:lstStyle/>
          <a:p>
            <a:fld id="{A365676B-0C35-4C16-BC8F-B7BC13DFAAE4}" type="slidenum">
              <a:rPr lang="en-US" smtClean="0"/>
              <a:t>94</a:t>
            </a:fld>
            <a:endParaRPr lang="en-US"/>
          </a:p>
        </p:txBody>
      </p:sp>
    </p:spTree>
    <p:extLst>
      <p:ext uri="{BB962C8B-B14F-4D97-AF65-F5344CB8AC3E}">
        <p14:creationId xmlns:p14="http://schemas.microsoft.com/office/powerpoint/2010/main" val="2715007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FAAE2-E42F-425B-FF3D-C3E7D6C22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EC089A-674E-67DB-FF20-9B2ADA7F9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803A8-E882-7E70-023F-4456E89435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C98702-3AE4-8752-58E7-8416FDB90202}"/>
              </a:ext>
            </a:extLst>
          </p:cNvPr>
          <p:cNvSpPr>
            <a:spLocks noGrp="1"/>
          </p:cNvSpPr>
          <p:nvPr>
            <p:ph type="sldNum" sz="quarter" idx="5"/>
          </p:nvPr>
        </p:nvSpPr>
        <p:spPr/>
        <p:txBody>
          <a:bodyPr/>
          <a:lstStyle/>
          <a:p>
            <a:fld id="{A365676B-0C35-4C16-BC8F-B7BC13DFAAE4}" type="slidenum">
              <a:rPr lang="en-US" smtClean="0"/>
              <a:t>95</a:t>
            </a:fld>
            <a:endParaRPr lang="en-US"/>
          </a:p>
        </p:txBody>
      </p:sp>
    </p:spTree>
    <p:extLst>
      <p:ext uri="{BB962C8B-B14F-4D97-AF65-F5344CB8AC3E}">
        <p14:creationId xmlns:p14="http://schemas.microsoft.com/office/powerpoint/2010/main" val="3989942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21C4E-3E4C-4397-1F8C-369CC0021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F8054-51DE-932B-BB96-B8018F625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4DBC1-A805-7548-DE0F-7CC03DBB69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53EB71-03EE-99C4-3395-B616E7B728CA}"/>
              </a:ext>
            </a:extLst>
          </p:cNvPr>
          <p:cNvSpPr>
            <a:spLocks noGrp="1"/>
          </p:cNvSpPr>
          <p:nvPr>
            <p:ph type="sldNum" sz="quarter" idx="5"/>
          </p:nvPr>
        </p:nvSpPr>
        <p:spPr/>
        <p:txBody>
          <a:bodyPr/>
          <a:lstStyle/>
          <a:p>
            <a:fld id="{A365676B-0C35-4C16-BC8F-B7BC13DFAAE4}" type="slidenum">
              <a:rPr lang="en-US" smtClean="0"/>
              <a:t>96</a:t>
            </a:fld>
            <a:endParaRPr lang="en-US"/>
          </a:p>
        </p:txBody>
      </p:sp>
    </p:spTree>
    <p:extLst>
      <p:ext uri="{BB962C8B-B14F-4D97-AF65-F5344CB8AC3E}">
        <p14:creationId xmlns:p14="http://schemas.microsoft.com/office/powerpoint/2010/main" val="3598909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7E0D4-7519-7436-48BB-C4E5775E2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17E63-5C78-CD4B-DDFC-D4965B05F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421DA6-9558-D866-70D7-E4A04E1890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BB4406-74ED-9221-D963-EC3201FC65C2}"/>
              </a:ext>
            </a:extLst>
          </p:cNvPr>
          <p:cNvSpPr>
            <a:spLocks noGrp="1"/>
          </p:cNvSpPr>
          <p:nvPr>
            <p:ph type="sldNum" sz="quarter" idx="5"/>
          </p:nvPr>
        </p:nvSpPr>
        <p:spPr/>
        <p:txBody>
          <a:bodyPr/>
          <a:lstStyle/>
          <a:p>
            <a:fld id="{A365676B-0C35-4C16-BC8F-B7BC13DFAAE4}" type="slidenum">
              <a:rPr lang="en-US" smtClean="0"/>
              <a:t>97</a:t>
            </a:fld>
            <a:endParaRPr lang="en-US"/>
          </a:p>
        </p:txBody>
      </p:sp>
    </p:spTree>
    <p:extLst>
      <p:ext uri="{BB962C8B-B14F-4D97-AF65-F5344CB8AC3E}">
        <p14:creationId xmlns:p14="http://schemas.microsoft.com/office/powerpoint/2010/main" val="7439304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906C-3655-A6F1-790A-A92A38D97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7ACC7-2AF9-B490-2F98-77BA16603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F4CB3-BD07-03D0-0ECF-5739C4C50D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537280-93CB-B768-64A3-5EA95957A996}"/>
              </a:ext>
            </a:extLst>
          </p:cNvPr>
          <p:cNvSpPr>
            <a:spLocks noGrp="1"/>
          </p:cNvSpPr>
          <p:nvPr>
            <p:ph type="sldNum" sz="quarter" idx="5"/>
          </p:nvPr>
        </p:nvSpPr>
        <p:spPr/>
        <p:txBody>
          <a:bodyPr/>
          <a:lstStyle/>
          <a:p>
            <a:fld id="{A365676B-0C35-4C16-BC8F-B7BC13DFAAE4}" type="slidenum">
              <a:rPr lang="en-US" smtClean="0"/>
              <a:t>98</a:t>
            </a:fld>
            <a:endParaRPr lang="en-US"/>
          </a:p>
        </p:txBody>
      </p:sp>
    </p:spTree>
    <p:extLst>
      <p:ext uri="{BB962C8B-B14F-4D97-AF65-F5344CB8AC3E}">
        <p14:creationId xmlns:p14="http://schemas.microsoft.com/office/powerpoint/2010/main" val="3999097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DCED4-88E5-6435-4514-2C13D7339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4A2C0-C0D7-31BA-163C-0A4767875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DCB8E-A530-377E-D23B-377251765A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DA1249-A718-3E45-70EC-734913630089}"/>
              </a:ext>
            </a:extLst>
          </p:cNvPr>
          <p:cNvSpPr>
            <a:spLocks noGrp="1"/>
          </p:cNvSpPr>
          <p:nvPr>
            <p:ph type="sldNum" sz="quarter" idx="5"/>
          </p:nvPr>
        </p:nvSpPr>
        <p:spPr/>
        <p:txBody>
          <a:bodyPr/>
          <a:lstStyle/>
          <a:p>
            <a:fld id="{A365676B-0C35-4C16-BC8F-B7BC13DFAAE4}" type="slidenum">
              <a:rPr lang="en-US" smtClean="0"/>
              <a:t>99</a:t>
            </a:fld>
            <a:endParaRPr lang="en-US"/>
          </a:p>
        </p:txBody>
      </p:sp>
    </p:spTree>
    <p:extLst>
      <p:ext uri="{BB962C8B-B14F-4D97-AF65-F5344CB8AC3E}">
        <p14:creationId xmlns:p14="http://schemas.microsoft.com/office/powerpoint/2010/main" val="2696566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D98BC-3B6A-29AB-60B7-27AA961E2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820EAD-60CE-37E8-2658-FC5A776B9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79C5C-5097-003C-6856-CF8A2A97C8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FB645D-DD2B-6ED0-8DBD-006893881719}"/>
              </a:ext>
            </a:extLst>
          </p:cNvPr>
          <p:cNvSpPr>
            <a:spLocks noGrp="1"/>
          </p:cNvSpPr>
          <p:nvPr>
            <p:ph type="sldNum" sz="quarter" idx="5"/>
          </p:nvPr>
        </p:nvSpPr>
        <p:spPr/>
        <p:txBody>
          <a:bodyPr/>
          <a:lstStyle/>
          <a:p>
            <a:fld id="{A365676B-0C35-4C16-BC8F-B7BC13DFAAE4}" type="slidenum">
              <a:rPr lang="en-US" smtClean="0"/>
              <a:t>100</a:t>
            </a:fld>
            <a:endParaRPr lang="en-US"/>
          </a:p>
        </p:txBody>
      </p:sp>
    </p:spTree>
    <p:extLst>
      <p:ext uri="{BB962C8B-B14F-4D97-AF65-F5344CB8AC3E}">
        <p14:creationId xmlns:p14="http://schemas.microsoft.com/office/powerpoint/2010/main" val="3971301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E0D9A-C738-B40E-6CCC-5D0B6D6FC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9AAB4-F523-97AE-345E-8080D3C9A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F916E-E0E5-C20D-E8B2-1288647B22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511234-1AD7-22BB-7B9B-696C76D72B32}"/>
              </a:ext>
            </a:extLst>
          </p:cNvPr>
          <p:cNvSpPr>
            <a:spLocks noGrp="1"/>
          </p:cNvSpPr>
          <p:nvPr>
            <p:ph type="sldNum" sz="quarter" idx="5"/>
          </p:nvPr>
        </p:nvSpPr>
        <p:spPr/>
        <p:txBody>
          <a:bodyPr/>
          <a:lstStyle/>
          <a:p>
            <a:fld id="{A365676B-0C35-4C16-BC8F-B7BC13DFAAE4}" type="slidenum">
              <a:rPr lang="en-US" smtClean="0"/>
              <a:t>101</a:t>
            </a:fld>
            <a:endParaRPr lang="en-US"/>
          </a:p>
        </p:txBody>
      </p:sp>
    </p:spTree>
    <p:extLst>
      <p:ext uri="{BB962C8B-B14F-4D97-AF65-F5344CB8AC3E}">
        <p14:creationId xmlns:p14="http://schemas.microsoft.com/office/powerpoint/2010/main" val="4173459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E2C8E-5264-B4C4-B80D-DC54ABC51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CDD4F-AEC8-4382-040A-885C97EDC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FBF63-3C8D-7F17-09B0-C59A8E3D5E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B00FEB-6F92-BB0C-16D3-1D7739CCA804}"/>
              </a:ext>
            </a:extLst>
          </p:cNvPr>
          <p:cNvSpPr>
            <a:spLocks noGrp="1"/>
          </p:cNvSpPr>
          <p:nvPr>
            <p:ph type="sldNum" sz="quarter" idx="5"/>
          </p:nvPr>
        </p:nvSpPr>
        <p:spPr/>
        <p:txBody>
          <a:bodyPr/>
          <a:lstStyle/>
          <a:p>
            <a:fld id="{A365676B-0C35-4C16-BC8F-B7BC13DFAAE4}" type="slidenum">
              <a:rPr lang="en-US" smtClean="0"/>
              <a:t>102</a:t>
            </a:fld>
            <a:endParaRPr lang="en-US"/>
          </a:p>
        </p:txBody>
      </p:sp>
    </p:spTree>
    <p:extLst>
      <p:ext uri="{BB962C8B-B14F-4D97-AF65-F5344CB8AC3E}">
        <p14:creationId xmlns:p14="http://schemas.microsoft.com/office/powerpoint/2010/main" val="250507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BAA03-5824-A6D9-3550-7815E0F80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A1B3A-3CFA-A3C5-3EE2-D848BF287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6BCE7-F5FF-E722-F84B-0329E2E5F4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D996FB-C278-0CA5-DF72-15EA662DFE68}"/>
              </a:ext>
            </a:extLst>
          </p:cNvPr>
          <p:cNvSpPr>
            <a:spLocks noGrp="1"/>
          </p:cNvSpPr>
          <p:nvPr>
            <p:ph type="sldNum" sz="quarter" idx="5"/>
          </p:nvPr>
        </p:nvSpPr>
        <p:spPr/>
        <p:txBody>
          <a:bodyPr/>
          <a:lstStyle/>
          <a:p>
            <a:fld id="{A365676B-0C35-4C16-BC8F-B7BC13DFAAE4}" type="slidenum">
              <a:rPr lang="en-US" smtClean="0"/>
              <a:t>103</a:t>
            </a:fld>
            <a:endParaRPr lang="en-US"/>
          </a:p>
        </p:txBody>
      </p:sp>
    </p:spTree>
    <p:extLst>
      <p:ext uri="{BB962C8B-B14F-4D97-AF65-F5344CB8AC3E}">
        <p14:creationId xmlns:p14="http://schemas.microsoft.com/office/powerpoint/2010/main" val="3886795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7B650-8EE9-E62E-7B30-E69880AA1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C55B3C-EE0A-5EB4-6B6A-08E07B91A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A7C51-FFC8-8148-2FF3-7B1B21AE2B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222DCE-7896-555A-DA4B-A336FBED2A27}"/>
              </a:ext>
            </a:extLst>
          </p:cNvPr>
          <p:cNvSpPr>
            <a:spLocks noGrp="1"/>
          </p:cNvSpPr>
          <p:nvPr>
            <p:ph type="sldNum" sz="quarter" idx="5"/>
          </p:nvPr>
        </p:nvSpPr>
        <p:spPr/>
        <p:txBody>
          <a:bodyPr/>
          <a:lstStyle/>
          <a:p>
            <a:fld id="{A365676B-0C35-4C16-BC8F-B7BC13DFAAE4}" type="slidenum">
              <a:rPr lang="en-US" smtClean="0"/>
              <a:t>104</a:t>
            </a:fld>
            <a:endParaRPr lang="en-US"/>
          </a:p>
        </p:txBody>
      </p:sp>
    </p:spTree>
    <p:extLst>
      <p:ext uri="{BB962C8B-B14F-4D97-AF65-F5344CB8AC3E}">
        <p14:creationId xmlns:p14="http://schemas.microsoft.com/office/powerpoint/2010/main" val="3181829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C9C01-91B7-ED0B-E85D-5E571686D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55B2E-31A7-27A9-6B56-1BE3FDCD45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1A82D-5039-561A-DC9D-A3750483D1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8F6337-6CD3-9280-19BC-122490BE80FC}"/>
              </a:ext>
            </a:extLst>
          </p:cNvPr>
          <p:cNvSpPr>
            <a:spLocks noGrp="1"/>
          </p:cNvSpPr>
          <p:nvPr>
            <p:ph type="sldNum" sz="quarter" idx="5"/>
          </p:nvPr>
        </p:nvSpPr>
        <p:spPr/>
        <p:txBody>
          <a:bodyPr/>
          <a:lstStyle/>
          <a:p>
            <a:fld id="{A365676B-0C35-4C16-BC8F-B7BC13DFAAE4}" type="slidenum">
              <a:rPr lang="en-US" smtClean="0"/>
              <a:t>105</a:t>
            </a:fld>
            <a:endParaRPr lang="en-US"/>
          </a:p>
        </p:txBody>
      </p:sp>
    </p:spTree>
    <p:extLst>
      <p:ext uri="{BB962C8B-B14F-4D97-AF65-F5344CB8AC3E}">
        <p14:creationId xmlns:p14="http://schemas.microsoft.com/office/powerpoint/2010/main" val="1113017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AE7C-8B24-4E10-A28F-BC529A853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873E4-71EB-54B3-8D0B-ADA9A8E75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26E1E-2DB7-F1A4-F35F-4A7DE4502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1B6238-5399-3E2A-4D02-C024990C795F}"/>
              </a:ext>
            </a:extLst>
          </p:cNvPr>
          <p:cNvSpPr>
            <a:spLocks noGrp="1"/>
          </p:cNvSpPr>
          <p:nvPr>
            <p:ph type="sldNum" sz="quarter" idx="5"/>
          </p:nvPr>
        </p:nvSpPr>
        <p:spPr/>
        <p:txBody>
          <a:bodyPr/>
          <a:lstStyle/>
          <a:p>
            <a:fld id="{A365676B-0C35-4C16-BC8F-B7BC13DFAAE4}" type="slidenum">
              <a:rPr lang="en-US" smtClean="0"/>
              <a:t>106</a:t>
            </a:fld>
            <a:endParaRPr lang="en-US"/>
          </a:p>
        </p:txBody>
      </p:sp>
    </p:spTree>
    <p:extLst>
      <p:ext uri="{BB962C8B-B14F-4D97-AF65-F5344CB8AC3E}">
        <p14:creationId xmlns:p14="http://schemas.microsoft.com/office/powerpoint/2010/main" val="2728805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6D25B-D48B-EF5A-C25A-2E0434BD6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08A26-BAAC-DAD9-D40D-6E4865A7B2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BB6282-18C4-93BE-52AA-1133BE7C30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508024-ED38-4D5F-46A4-ECBAFBC09294}"/>
              </a:ext>
            </a:extLst>
          </p:cNvPr>
          <p:cNvSpPr>
            <a:spLocks noGrp="1"/>
          </p:cNvSpPr>
          <p:nvPr>
            <p:ph type="sldNum" sz="quarter" idx="5"/>
          </p:nvPr>
        </p:nvSpPr>
        <p:spPr/>
        <p:txBody>
          <a:bodyPr/>
          <a:lstStyle/>
          <a:p>
            <a:fld id="{A365676B-0C35-4C16-BC8F-B7BC13DFAAE4}" type="slidenum">
              <a:rPr lang="en-US" smtClean="0"/>
              <a:t>107</a:t>
            </a:fld>
            <a:endParaRPr lang="en-US"/>
          </a:p>
        </p:txBody>
      </p:sp>
    </p:spTree>
    <p:extLst>
      <p:ext uri="{BB962C8B-B14F-4D97-AF65-F5344CB8AC3E}">
        <p14:creationId xmlns:p14="http://schemas.microsoft.com/office/powerpoint/2010/main" val="4018201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CD2E9-E3C1-DB6B-BF53-1DD4B4484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B375D-87FD-20CA-D7BC-F4FD61343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AAAAFD-A5EC-C5A4-58D4-BB0E1C9902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43D255-5F92-D01B-8C76-4B7C455D5035}"/>
              </a:ext>
            </a:extLst>
          </p:cNvPr>
          <p:cNvSpPr>
            <a:spLocks noGrp="1"/>
          </p:cNvSpPr>
          <p:nvPr>
            <p:ph type="sldNum" sz="quarter" idx="5"/>
          </p:nvPr>
        </p:nvSpPr>
        <p:spPr/>
        <p:txBody>
          <a:bodyPr/>
          <a:lstStyle/>
          <a:p>
            <a:fld id="{A365676B-0C35-4C16-BC8F-B7BC13DFAAE4}" type="slidenum">
              <a:rPr lang="en-US" smtClean="0"/>
              <a:t>108</a:t>
            </a:fld>
            <a:endParaRPr lang="en-US"/>
          </a:p>
        </p:txBody>
      </p:sp>
    </p:spTree>
    <p:extLst>
      <p:ext uri="{BB962C8B-B14F-4D97-AF65-F5344CB8AC3E}">
        <p14:creationId xmlns:p14="http://schemas.microsoft.com/office/powerpoint/2010/main" val="1609253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6486A8-9F7D-422A-BD20-CF773D620349}"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3570664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6486A8-9F7D-422A-BD20-CF773D620349}"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180502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6486A8-9F7D-422A-BD20-CF773D620349}"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1251678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6486A8-9F7D-422A-BD20-CF773D62034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4147631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6486A8-9F7D-422A-BD20-CF773D620349}"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2670748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6486A8-9F7D-422A-BD20-CF773D620349}"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960917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6486A8-9F7D-422A-BD20-CF773D620349}"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4158862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6486A8-9F7D-422A-BD20-CF773D62034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500433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6486A8-9F7D-422A-BD20-CF773D62034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4283518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486A8-9F7D-422A-BD20-CF773D62034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1618076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486A8-9F7D-422A-BD20-CF773D62034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120024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486A8-9F7D-422A-BD20-CF773D62034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7509C3-76AB-4C6E-83E6-33E867C114D2}"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9336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486A8-9F7D-422A-BD20-CF773D62034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33098987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16486A8-9F7D-422A-BD20-CF773D620349}"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2385197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16486A8-9F7D-422A-BD20-CF773D620349}"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567675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6486A8-9F7D-422A-BD20-CF773D620349}"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3931858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6486A8-9F7D-422A-BD20-CF773D620349}"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7509C3-76AB-4C6E-83E6-33E867C114D2}" type="slidenum">
              <a:rPr lang="en-US" smtClean="0"/>
              <a:t>‹#›</a:t>
            </a:fld>
            <a:endParaRPr lang="en-US"/>
          </a:p>
        </p:txBody>
      </p:sp>
    </p:spTree>
    <p:extLst>
      <p:ext uri="{BB962C8B-B14F-4D97-AF65-F5344CB8AC3E}">
        <p14:creationId xmlns:p14="http://schemas.microsoft.com/office/powerpoint/2010/main" val="3119164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16486A8-9F7D-422A-BD20-CF773D620349}" type="datetimeFigureOut">
              <a:rPr lang="en-US" smtClean="0"/>
              <a:t>3/16/2026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D7509C3-76AB-4C6E-83E6-33E867C114D2}" type="slidenum">
              <a:rPr lang="en-US" smtClean="0"/>
              <a:t>‹#›</a:t>
            </a:fld>
            <a:endParaRPr lang="en-US"/>
          </a:p>
        </p:txBody>
      </p:sp>
    </p:spTree>
    <p:extLst>
      <p:ext uri="{BB962C8B-B14F-4D97-AF65-F5344CB8AC3E}">
        <p14:creationId xmlns:p14="http://schemas.microsoft.com/office/powerpoint/2010/main" val="2708916093"/>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10.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8.svg"/></Relationships>
</file>

<file path=ppt/slides/_rels/slide2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1.png"/><Relationship Id="rId7" Type="http://schemas.openxmlformats.org/officeDocument/2006/relationships/image" Target="../media/image17.png"/><Relationship Id="rId12" Type="http://schemas.openxmlformats.org/officeDocument/2006/relationships/image" Target="../media/image8.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6.png"/><Relationship Id="rId5" Type="http://schemas.openxmlformats.org/officeDocument/2006/relationships/image" Target="../media/image13.png"/><Relationship Id="rId10" Type="http://schemas.openxmlformats.org/officeDocument/2006/relationships/image" Target="../media/image20.png"/><Relationship Id="rId4" Type="http://schemas.openxmlformats.org/officeDocument/2006/relationships/image" Target="../media/image12.png"/><Relationship Id="rId9" Type="http://schemas.openxmlformats.org/officeDocument/2006/relationships/image" Target="../media/image19.png"/></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8.svg"/><Relationship Id="rId3" Type="http://schemas.openxmlformats.org/officeDocument/2006/relationships/image" Target="../media/image11.png"/><Relationship Id="rId7" Type="http://schemas.openxmlformats.org/officeDocument/2006/relationships/image" Target="../media/image21.png"/><Relationship Id="rId12"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5.png"/><Relationship Id="rId5" Type="http://schemas.openxmlformats.org/officeDocument/2006/relationships/image" Target="../media/image13.png"/><Relationship Id="rId10" Type="http://schemas.openxmlformats.org/officeDocument/2006/relationships/image" Target="../media/image24.png"/><Relationship Id="rId4" Type="http://schemas.openxmlformats.org/officeDocument/2006/relationships/image" Target="../media/image12.png"/><Relationship Id="rId9"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8.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6.xml"/><Relationship Id="rId5" Type="http://schemas.openxmlformats.org/officeDocument/2006/relationships/image" Target="../media/image8.sv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0.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0.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0.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0.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0.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41.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0.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340.png"/><Relationship Id="rId7" Type="http://schemas.openxmlformats.org/officeDocument/2006/relationships/image" Target="../media/image8.sv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6.png"/><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40.png"/><Relationship Id="rId7" Type="http://schemas.openxmlformats.org/officeDocument/2006/relationships/image" Target="../media/image6.pn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40.png"/><Relationship Id="rId7" Type="http://schemas.openxmlformats.org/officeDocument/2006/relationships/image" Target="../media/image6.pn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40.png"/><Relationship Id="rId7" Type="http://schemas.openxmlformats.org/officeDocument/2006/relationships/image" Target="../media/image40.pn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6.png"/><Relationship Id="rId9" Type="http://schemas.openxmlformats.org/officeDocument/2006/relationships/image" Target="../media/image8.svg"/></Relationships>
</file>

<file path=ppt/slides/_rels/slide4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40.png"/><Relationship Id="rId7" Type="http://schemas.openxmlformats.org/officeDocument/2006/relationships/image" Target="../media/image41.pn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6.png"/><Relationship Id="rId9" Type="http://schemas.openxmlformats.org/officeDocument/2006/relationships/image" Target="../media/image8.sv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0.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8.svg"/><Relationship Id="rId2" Type="http://schemas.openxmlformats.org/officeDocument/2006/relationships/image" Target="../media/image310.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3.png"/><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8.svg"/><Relationship Id="rId2" Type="http://schemas.openxmlformats.org/officeDocument/2006/relationships/image" Target="../media/image310.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image" Target="../media/image42.png"/></Relationships>
</file>

<file path=ppt/slides/_rels/slide5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6.xml"/><Relationship Id="rId5" Type="http://schemas.openxmlformats.org/officeDocument/2006/relationships/image" Target="../media/image8.svg"/><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6.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8.svg"/></Relationships>
</file>

<file path=ppt/slides/_rels/slide59.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8.sv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png"/><Relationship Id="rId2" Type="http://schemas.openxmlformats.org/officeDocument/2006/relationships/image" Target="../media/image45.png"/><Relationship Id="rId16"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s>
</file>

<file path=ppt/slides/_rels/slide60.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3" Type="http://schemas.openxmlformats.org/officeDocument/2006/relationships/image" Target="../media/image46.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8.svg"/><Relationship Id="rId2" Type="http://schemas.openxmlformats.org/officeDocument/2006/relationships/image" Target="../media/image45.png"/><Relationship Id="rId16"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53.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s>
</file>

<file path=ppt/slides/_rels/slide61.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8.svg"/><Relationship Id="rId3" Type="http://schemas.openxmlformats.org/officeDocument/2006/relationships/image" Target="../media/image46.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6.png"/><Relationship Id="rId2" Type="http://schemas.openxmlformats.org/officeDocument/2006/relationships/image" Target="../media/image45.png"/><Relationship Id="rId16"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53.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s>
</file>

<file path=ppt/slides/_rels/slide62.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8.svg"/><Relationship Id="rId3" Type="http://schemas.openxmlformats.org/officeDocument/2006/relationships/image" Target="../media/image46.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6.png"/><Relationship Id="rId2" Type="http://schemas.openxmlformats.org/officeDocument/2006/relationships/image" Target="../media/image45.png"/><Relationship Id="rId16"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53.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s>
</file>

<file path=ppt/slides/_rels/slide63.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71.png"/><Relationship Id="rId3" Type="http://schemas.openxmlformats.org/officeDocument/2006/relationships/image" Target="../media/image46.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73.png"/><Relationship Id="rId2" Type="http://schemas.openxmlformats.org/officeDocument/2006/relationships/image" Target="../media/image45.png"/><Relationship Id="rId20"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53.png"/><Relationship Id="rId19" Type="http://schemas.openxmlformats.org/officeDocument/2006/relationships/image" Target="../media/image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s>
</file>

<file path=ppt/slides/_rels/slide64.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76.png"/><Relationship Id="rId3" Type="http://schemas.openxmlformats.org/officeDocument/2006/relationships/image" Target="../media/image46.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75.png"/><Relationship Id="rId2" Type="http://schemas.openxmlformats.org/officeDocument/2006/relationships/image" Target="../media/image45.png"/><Relationship Id="rId16" Type="http://schemas.openxmlformats.org/officeDocument/2006/relationships/image" Target="../media/image74.png"/><Relationship Id="rId20"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53.png"/><Relationship Id="rId19" Type="http://schemas.openxmlformats.org/officeDocument/2006/relationships/image" Target="../media/image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s>
</file>

<file path=ppt/slides/_rels/slide65.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76.png"/><Relationship Id="rId3" Type="http://schemas.openxmlformats.org/officeDocument/2006/relationships/image" Target="../media/image46.png"/><Relationship Id="rId21" Type="http://schemas.openxmlformats.org/officeDocument/2006/relationships/image" Target="../media/image8.sv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77.png"/><Relationship Id="rId2" Type="http://schemas.openxmlformats.org/officeDocument/2006/relationships/image" Target="../media/image45.png"/><Relationship Id="rId16" Type="http://schemas.openxmlformats.org/officeDocument/2006/relationships/image" Target="../media/image74.png"/><Relationship Id="rId20"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53.png"/><Relationship Id="rId19" Type="http://schemas.openxmlformats.org/officeDocument/2006/relationships/image" Target="../media/image78.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s>
</file>

<file path=ppt/slides/_rels/slide66.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76.png"/><Relationship Id="rId3" Type="http://schemas.openxmlformats.org/officeDocument/2006/relationships/image" Target="../media/image46.png"/><Relationship Id="rId21" Type="http://schemas.openxmlformats.org/officeDocument/2006/relationships/image" Target="../media/image6.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77.png"/><Relationship Id="rId2" Type="http://schemas.openxmlformats.org/officeDocument/2006/relationships/image" Target="../media/image45.png"/><Relationship Id="rId16" Type="http://schemas.openxmlformats.org/officeDocument/2006/relationships/image" Target="../media/image74.png"/><Relationship Id="rId20"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53.png"/><Relationship Id="rId19" Type="http://schemas.openxmlformats.org/officeDocument/2006/relationships/image" Target="../media/image78.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 Id="rId22" Type="http://schemas.openxmlformats.org/officeDocument/2006/relationships/image" Target="../media/image8.svg"/></Relationships>
</file>

<file path=ppt/slides/_rels/slide6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76.png"/><Relationship Id="rId3" Type="http://schemas.openxmlformats.org/officeDocument/2006/relationships/image" Target="../media/image46.png"/><Relationship Id="rId21" Type="http://schemas.openxmlformats.org/officeDocument/2006/relationships/image" Target="../media/image6.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77.png"/><Relationship Id="rId2" Type="http://schemas.openxmlformats.org/officeDocument/2006/relationships/image" Target="../media/image45.png"/><Relationship Id="rId16" Type="http://schemas.openxmlformats.org/officeDocument/2006/relationships/image" Target="../media/image74.png"/><Relationship Id="rId20"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53.png"/><Relationship Id="rId19" Type="http://schemas.openxmlformats.org/officeDocument/2006/relationships/image" Target="../media/image78.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 Id="rId22" Type="http://schemas.openxmlformats.org/officeDocument/2006/relationships/image" Target="../media/image8.svg"/></Relationships>
</file>

<file path=ppt/slides/_rels/slide68.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76.png"/><Relationship Id="rId3" Type="http://schemas.openxmlformats.org/officeDocument/2006/relationships/image" Target="../media/image46.png"/><Relationship Id="rId21" Type="http://schemas.openxmlformats.org/officeDocument/2006/relationships/image" Target="../media/image8.sv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77.png"/><Relationship Id="rId2" Type="http://schemas.openxmlformats.org/officeDocument/2006/relationships/image" Target="../media/image45.png"/><Relationship Id="rId16" Type="http://schemas.openxmlformats.org/officeDocument/2006/relationships/image" Target="../media/image74.png"/><Relationship Id="rId20"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53.png"/><Relationship Id="rId19" Type="http://schemas.openxmlformats.org/officeDocument/2006/relationships/image" Target="../media/image78.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s>
</file>

<file path=ppt/slides/_rels/slide69.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76.png"/><Relationship Id="rId3" Type="http://schemas.openxmlformats.org/officeDocument/2006/relationships/image" Target="../media/image46.png"/><Relationship Id="rId21" Type="http://schemas.openxmlformats.org/officeDocument/2006/relationships/image" Target="../media/image6.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77.png"/><Relationship Id="rId2" Type="http://schemas.openxmlformats.org/officeDocument/2006/relationships/image" Target="../media/image45.png"/><Relationship Id="rId16" Type="http://schemas.openxmlformats.org/officeDocument/2006/relationships/image" Target="../media/image74.png"/><Relationship Id="rId20"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10" Type="http://schemas.openxmlformats.org/officeDocument/2006/relationships/image" Target="../media/image53.png"/><Relationship Id="rId19" Type="http://schemas.openxmlformats.org/officeDocument/2006/relationships/image" Target="../media/image78.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 Id="rId22" Type="http://schemas.openxmlformats.org/officeDocument/2006/relationships/image" Target="../media/image8.svg"/></Relationships>
</file>

<file path=ppt/slides/_rels/slide70.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76.png"/><Relationship Id="rId3" Type="http://schemas.openxmlformats.org/officeDocument/2006/relationships/image" Target="../media/image46.png"/><Relationship Id="rId21" Type="http://schemas.openxmlformats.org/officeDocument/2006/relationships/image" Target="../media/image82.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77.png"/><Relationship Id="rId2" Type="http://schemas.openxmlformats.org/officeDocument/2006/relationships/image" Target="../media/image45.png"/><Relationship Id="rId16" Type="http://schemas.openxmlformats.org/officeDocument/2006/relationships/image" Target="../media/image74.png"/><Relationship Id="rId20"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23" Type="http://schemas.openxmlformats.org/officeDocument/2006/relationships/image" Target="../media/image8.svg"/><Relationship Id="rId10" Type="http://schemas.openxmlformats.org/officeDocument/2006/relationships/image" Target="../media/image53.png"/><Relationship Id="rId19" Type="http://schemas.openxmlformats.org/officeDocument/2006/relationships/image" Target="../media/image78.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 Id="rId22" Type="http://schemas.openxmlformats.org/officeDocument/2006/relationships/image" Target="../media/image6.png"/></Relationships>
</file>

<file path=ppt/slides/_rels/slide71.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7.png"/><Relationship Id="rId18" Type="http://schemas.openxmlformats.org/officeDocument/2006/relationships/image" Target="../media/image76.png"/><Relationship Id="rId3" Type="http://schemas.openxmlformats.org/officeDocument/2006/relationships/image" Target="../media/image46.png"/><Relationship Id="rId21" Type="http://schemas.openxmlformats.org/officeDocument/2006/relationships/image" Target="../media/image80.png"/><Relationship Id="rId7" Type="http://schemas.openxmlformats.org/officeDocument/2006/relationships/image" Target="../media/image63.png"/><Relationship Id="rId12" Type="http://schemas.openxmlformats.org/officeDocument/2006/relationships/image" Target="../media/image67.png"/><Relationship Id="rId17" Type="http://schemas.openxmlformats.org/officeDocument/2006/relationships/image" Target="../media/image77.png"/><Relationship Id="rId2" Type="http://schemas.openxmlformats.org/officeDocument/2006/relationships/image" Target="../media/image45.png"/><Relationship Id="rId16" Type="http://schemas.openxmlformats.org/officeDocument/2006/relationships/image" Target="../media/image74.png"/><Relationship Id="rId20"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69.png"/><Relationship Id="rId23" Type="http://schemas.openxmlformats.org/officeDocument/2006/relationships/image" Target="../media/image8.svg"/><Relationship Id="rId10" Type="http://schemas.openxmlformats.org/officeDocument/2006/relationships/image" Target="../media/image53.png"/><Relationship Id="rId19" Type="http://schemas.openxmlformats.org/officeDocument/2006/relationships/image" Target="../media/image78.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68.png"/><Relationship Id="rId22"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7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7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8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8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84.png"/></Relationships>
</file>

<file path=ppt/slides/_rels/slide8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84.png"/></Relationships>
</file>

<file path=ppt/slides/_rels/slide83.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8.sv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85.png"/><Relationship Id="rId4" Type="http://schemas.openxmlformats.org/officeDocument/2006/relationships/image" Target="../media/image84.png"/></Relationships>
</file>

<file path=ppt/slides/_rels/slide8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6.png"/><Relationship Id="rId7" Type="http://schemas.openxmlformats.org/officeDocument/2006/relationships/image" Target="../media/image6.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4.png"/></Relationships>
</file>

<file path=ppt/slides/_rels/slide8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6.png"/><Relationship Id="rId7" Type="http://schemas.openxmlformats.org/officeDocument/2006/relationships/image" Target="../media/image89.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6.png"/><Relationship Id="rId4" Type="http://schemas.openxmlformats.org/officeDocument/2006/relationships/image" Target="../media/image84.png"/><Relationship Id="rId9" Type="http://schemas.openxmlformats.org/officeDocument/2006/relationships/image" Target="../media/image8.svg"/></Relationships>
</file>

<file path=ppt/slides/_rels/slide86.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46.png"/><Relationship Id="rId7" Type="http://schemas.openxmlformats.org/officeDocument/2006/relationships/image" Target="../media/image90.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6.png"/><Relationship Id="rId10" Type="http://schemas.openxmlformats.org/officeDocument/2006/relationships/image" Target="../media/image8.svg"/><Relationship Id="rId4" Type="http://schemas.openxmlformats.org/officeDocument/2006/relationships/image" Target="../media/image84.png"/><Relationship Id="rId9" Type="http://schemas.openxmlformats.org/officeDocument/2006/relationships/image" Target="../media/image6.png"/></Relationships>
</file>

<file path=ppt/slides/_rels/slide87.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46.png"/><Relationship Id="rId7" Type="http://schemas.openxmlformats.org/officeDocument/2006/relationships/image" Target="../media/image90.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88.png"/><Relationship Id="rId11" Type="http://schemas.openxmlformats.org/officeDocument/2006/relationships/image" Target="../media/image8.svg"/><Relationship Id="rId5" Type="http://schemas.openxmlformats.org/officeDocument/2006/relationships/image" Target="../media/image86.png"/><Relationship Id="rId10" Type="http://schemas.openxmlformats.org/officeDocument/2006/relationships/image" Target="../media/image6.png"/><Relationship Id="rId4" Type="http://schemas.openxmlformats.org/officeDocument/2006/relationships/image" Target="../media/image84.png"/><Relationship Id="rId9" Type="http://schemas.openxmlformats.org/officeDocument/2006/relationships/image" Target="../media/image93.png"/></Relationships>
</file>

<file path=ppt/slides/_rels/slide88.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46.png"/><Relationship Id="rId7" Type="http://schemas.openxmlformats.org/officeDocument/2006/relationships/image" Target="../media/image90.png"/><Relationship Id="rId12" Type="http://schemas.openxmlformats.org/officeDocument/2006/relationships/image" Target="../media/image8.sv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88.png"/><Relationship Id="rId11" Type="http://schemas.openxmlformats.org/officeDocument/2006/relationships/image" Target="../media/image6.png"/><Relationship Id="rId5" Type="http://schemas.openxmlformats.org/officeDocument/2006/relationships/image" Target="../media/image86.png"/><Relationship Id="rId10" Type="http://schemas.openxmlformats.org/officeDocument/2006/relationships/image" Target="../media/image95.png"/><Relationship Id="rId4" Type="http://schemas.openxmlformats.org/officeDocument/2006/relationships/image" Target="../media/image84.png"/><Relationship Id="rId9" Type="http://schemas.openxmlformats.org/officeDocument/2006/relationships/image" Target="../media/image94.png"/></Relationships>
</file>

<file path=ppt/slides/_rels/slide89.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8.sv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s>
</file>

<file path=ppt/slides/_rels/slide90.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6.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8.svg"/></Relationships>
</file>

<file path=ppt/slides/_rels/slide91.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6.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8.svg"/></Relationships>
</file>

<file path=ppt/slides/_rels/slide92.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6.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8.svg"/></Relationships>
</file>

<file path=ppt/slides/_rels/slide93.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0.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94.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0.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95.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0.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96.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0.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97.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0.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98.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0.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99.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0.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100.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0.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101.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0.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102.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1.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103.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1.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104.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2.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105.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2.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106.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3.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8.sv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6.png"/></Relationships>
</file>

<file path=ppt/slides/_rels/slide107.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3.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17" Type="http://schemas.openxmlformats.org/officeDocument/2006/relationships/image" Target="../media/image8.svg"/><Relationship Id="rId2" Type="http://schemas.openxmlformats.org/officeDocument/2006/relationships/notesSlide" Target="../notesSlides/notesSlide19.xml"/><Relationship Id="rId16"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105.pn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83.png"/></Relationships>
</file>

<file path=ppt/slides/_rels/slide108.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03.png"/><Relationship Id="rId3" Type="http://schemas.openxmlformats.org/officeDocument/2006/relationships/image" Target="../media/image45.png"/><Relationship Id="rId7" Type="http://schemas.openxmlformats.org/officeDocument/2006/relationships/image" Target="../media/image88.png"/><Relationship Id="rId12" Type="http://schemas.openxmlformats.org/officeDocument/2006/relationships/image" Target="../media/image99.png"/><Relationship Id="rId17" Type="http://schemas.openxmlformats.org/officeDocument/2006/relationships/image" Target="../media/image8.svg"/><Relationship Id="rId2" Type="http://schemas.openxmlformats.org/officeDocument/2006/relationships/notesSlide" Target="../notesSlides/notesSlide20.xml"/><Relationship Id="rId16"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6.png"/><Relationship Id="rId5" Type="http://schemas.openxmlformats.org/officeDocument/2006/relationships/image" Target="../media/image84.png"/><Relationship Id="rId15" Type="http://schemas.openxmlformats.org/officeDocument/2006/relationships/image" Target="../media/image105.png"/><Relationship Id="rId10" Type="http://schemas.openxmlformats.org/officeDocument/2006/relationships/image" Target="../media/image94.png"/><Relationship Id="rId4" Type="http://schemas.openxmlformats.org/officeDocument/2006/relationships/image" Target="../media/image46.png"/><Relationship Id="rId9" Type="http://schemas.openxmlformats.org/officeDocument/2006/relationships/image" Target="../media/image92.png"/><Relationship Id="rId14" Type="http://schemas.openxmlformats.org/officeDocument/2006/relationships/image" Target="../media/image83.png"/></Relationships>
</file>

<file path=ppt/slides/_rels/slide10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6.xml"/><Relationship Id="rId5" Type="http://schemas.openxmlformats.org/officeDocument/2006/relationships/image" Target="../media/image8.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D0743-A888-DA1A-F30B-9992E35BC8C7}"/>
              </a:ext>
            </a:extLst>
          </p:cNvPr>
          <p:cNvSpPr>
            <a:spLocks noGrp="1"/>
          </p:cNvSpPr>
          <p:nvPr>
            <p:ph type="ctrTitle"/>
          </p:nvPr>
        </p:nvSpPr>
        <p:spPr/>
        <p:txBody>
          <a:bodyPr/>
          <a:lstStyle/>
          <a:p>
            <a:r>
              <a:rPr lang="en-US" dirty="0"/>
              <a:t>Expected Utility Models</a:t>
            </a:r>
          </a:p>
        </p:txBody>
      </p:sp>
    </p:spTree>
    <p:extLst>
      <p:ext uri="{BB962C8B-B14F-4D97-AF65-F5344CB8AC3E}">
        <p14:creationId xmlns:p14="http://schemas.microsoft.com/office/powerpoint/2010/main" val="190141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7361A-EB7D-20AD-336D-A13DECDF6198}"/>
              </a:ext>
            </a:extLst>
          </p:cNvPr>
          <p:cNvSpPr>
            <a:spLocks noGrp="1"/>
          </p:cNvSpPr>
          <p:nvPr>
            <p:ph type="title"/>
          </p:nvPr>
        </p:nvSpPr>
        <p:spPr/>
        <p:txBody>
          <a:bodyPr/>
          <a:lstStyle/>
          <a:p>
            <a:r>
              <a:rPr lang="en-US" dirty="0"/>
              <a:t>Your List This Week</a:t>
            </a:r>
          </a:p>
        </p:txBody>
      </p:sp>
      <p:sp>
        <p:nvSpPr>
          <p:cNvPr id="3" name="Content Placeholder 2">
            <a:extLst>
              <a:ext uri="{FF2B5EF4-FFF2-40B4-BE49-F238E27FC236}">
                <a16:creationId xmlns:a16="http://schemas.microsoft.com/office/drawing/2014/main" id="{2C9F4EFB-F7FD-B99A-99F3-77FB7D7EF9D4}"/>
              </a:ext>
            </a:extLst>
          </p:cNvPr>
          <p:cNvSpPr>
            <a:spLocks noGrp="1"/>
          </p:cNvSpPr>
          <p:nvPr>
            <p:ph idx="1"/>
          </p:nvPr>
        </p:nvSpPr>
        <p:spPr/>
        <p:txBody>
          <a:bodyPr>
            <a:normAutofit/>
          </a:bodyPr>
          <a:lstStyle/>
          <a:p>
            <a:pPr>
              <a:buFont typeface="Wingdings" panose="05000000000000000000" pitchFamily="2" charset="2"/>
              <a:buChar char="q"/>
            </a:pPr>
            <a:r>
              <a:rPr lang="en-US" sz="3600" dirty="0"/>
              <a:t> Lesson 6, and all COUs in Lesson 6</a:t>
            </a:r>
            <a:br>
              <a:rPr lang="en-US" sz="3600" dirty="0"/>
            </a:br>
            <a:endParaRPr lang="en-US" sz="3600" dirty="0"/>
          </a:p>
          <a:p>
            <a:pPr>
              <a:buFont typeface="Wingdings" panose="05000000000000000000" pitchFamily="2" charset="2"/>
              <a:buChar char="q"/>
            </a:pPr>
            <a:r>
              <a:rPr lang="en-US" sz="3600" dirty="0"/>
              <a:t> Problem Solving Sessions, Thursday and Friday</a:t>
            </a:r>
            <a:br>
              <a:rPr lang="en-US" sz="3600" dirty="0"/>
            </a:br>
            <a:endParaRPr lang="en-US" sz="3600" dirty="0"/>
          </a:p>
          <a:p>
            <a:pPr>
              <a:buFont typeface="Wingdings" panose="05000000000000000000" pitchFamily="2" charset="2"/>
              <a:buChar char="q"/>
            </a:pPr>
            <a:r>
              <a:rPr lang="en-US" sz="3600" dirty="0"/>
              <a:t> Stu’s office hours are cancelled this week</a:t>
            </a:r>
          </a:p>
        </p:txBody>
      </p:sp>
    </p:spTree>
    <p:extLst>
      <p:ext uri="{BB962C8B-B14F-4D97-AF65-F5344CB8AC3E}">
        <p14:creationId xmlns:p14="http://schemas.microsoft.com/office/powerpoint/2010/main" val="3323103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AAAD5-1C55-0527-8ECF-329124C5C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0DEEC-D826-37E9-BA14-16A84251BBE1}"/>
              </a:ext>
            </a:extLst>
          </p:cNvPr>
          <p:cNvSpPr>
            <a:spLocks noGrp="1"/>
          </p:cNvSpPr>
          <p:nvPr>
            <p:ph type="title"/>
          </p:nvPr>
        </p:nvSpPr>
        <p:spPr/>
        <p:txBody>
          <a:bodyPr/>
          <a:lstStyle/>
          <a:p>
            <a:r>
              <a:rPr lang="en-US" dirty="0"/>
              <a:t>Essential Features of PPT Models</a:t>
            </a:r>
          </a:p>
        </p:txBody>
      </p:sp>
      <p:sp>
        <p:nvSpPr>
          <p:cNvPr id="3" name="Content Placeholder 2">
            <a:extLst>
              <a:ext uri="{FF2B5EF4-FFF2-40B4-BE49-F238E27FC236}">
                <a16:creationId xmlns:a16="http://schemas.microsoft.com/office/drawing/2014/main" id="{0D29EC2D-8580-D1B1-D55A-1025D5B15C5B}"/>
              </a:ext>
            </a:extLst>
          </p:cNvPr>
          <p:cNvSpPr>
            <a:spLocks noGrp="1"/>
          </p:cNvSpPr>
          <p:nvPr>
            <p:ph idx="1"/>
          </p:nvPr>
        </p:nvSpPr>
        <p:spPr>
          <a:xfrm>
            <a:off x="3191436" y="1825625"/>
            <a:ext cx="8713694" cy="4351338"/>
          </a:xfrm>
        </p:spPr>
        <p:txBody>
          <a:bodyPr>
            <a:normAutofit/>
          </a:bodyPr>
          <a:lstStyle/>
          <a:p>
            <a:pPr>
              <a:lnSpc>
                <a:spcPct val="150000"/>
              </a:lnSpc>
            </a:pPr>
            <a:r>
              <a:rPr lang="en-US" sz="2800" dirty="0"/>
              <a:t>Available Actions</a:t>
            </a:r>
          </a:p>
          <a:p>
            <a:pPr>
              <a:lnSpc>
                <a:spcPct val="150000"/>
              </a:lnSpc>
            </a:pPr>
            <a:r>
              <a:rPr lang="en-US" sz="2800" dirty="0"/>
              <a:t>Possible Outcomes</a:t>
            </a:r>
          </a:p>
          <a:p>
            <a:pPr>
              <a:lnSpc>
                <a:spcPct val="150000"/>
              </a:lnSpc>
            </a:pPr>
            <a:r>
              <a:rPr lang="en-US" sz="2800" dirty="0"/>
              <a:t>Preferences over outcomes</a:t>
            </a:r>
          </a:p>
          <a:p>
            <a:pPr>
              <a:lnSpc>
                <a:spcPct val="150000"/>
              </a:lnSpc>
            </a:pPr>
            <a:r>
              <a:rPr lang="en-US" sz="2800" dirty="0"/>
              <a:t>Beliefs about effects of actions on outcomes</a:t>
            </a:r>
          </a:p>
          <a:p>
            <a:pPr>
              <a:lnSpc>
                <a:spcPct val="150000"/>
              </a:lnSpc>
            </a:pPr>
            <a:r>
              <a:rPr lang="en-US" sz="2800" dirty="0"/>
              <a:t>Expectations about the actions other persons will take</a:t>
            </a:r>
          </a:p>
        </p:txBody>
      </p:sp>
    </p:spTree>
    <p:extLst>
      <p:ext uri="{BB962C8B-B14F-4D97-AF65-F5344CB8AC3E}">
        <p14:creationId xmlns:p14="http://schemas.microsoft.com/office/powerpoint/2010/main" val="108120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D56AF-5B19-E91F-B731-DCC95F1DD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01263-15E5-0F6C-45F3-A63EF35373C1}"/>
              </a:ext>
            </a:extLst>
          </p:cNvPr>
          <p:cNvSpPr>
            <a:spLocks noGrp="1"/>
          </p:cNvSpPr>
          <p:nvPr>
            <p:ph type="title"/>
          </p:nvPr>
        </p:nvSpPr>
        <p:spPr/>
        <p:txBody>
          <a:bodyPr/>
          <a:lstStyle/>
          <a:p>
            <a:r>
              <a:rPr lang="en-US" dirty="0"/>
              <a:t>Essential Features of PPT Models</a:t>
            </a:r>
          </a:p>
        </p:txBody>
      </p:sp>
      <p:sp>
        <p:nvSpPr>
          <p:cNvPr id="3" name="Content Placeholder 2">
            <a:extLst>
              <a:ext uri="{FF2B5EF4-FFF2-40B4-BE49-F238E27FC236}">
                <a16:creationId xmlns:a16="http://schemas.microsoft.com/office/drawing/2014/main" id="{E4D50DDC-D897-8A2D-ABC5-DD557D06248C}"/>
              </a:ext>
            </a:extLst>
          </p:cNvPr>
          <p:cNvSpPr>
            <a:spLocks noGrp="1"/>
          </p:cNvSpPr>
          <p:nvPr>
            <p:ph idx="1"/>
          </p:nvPr>
        </p:nvSpPr>
        <p:spPr>
          <a:xfrm>
            <a:off x="3191436" y="1825625"/>
            <a:ext cx="8713694" cy="4351338"/>
          </a:xfrm>
        </p:spPr>
        <p:txBody>
          <a:bodyPr>
            <a:normAutofit/>
          </a:bodyPr>
          <a:lstStyle/>
          <a:p>
            <a:pPr>
              <a:lnSpc>
                <a:spcPct val="150000"/>
              </a:lnSpc>
            </a:pPr>
            <a:r>
              <a:rPr lang="en-US" sz="2800" dirty="0"/>
              <a:t>Available Actions</a:t>
            </a:r>
          </a:p>
          <a:p>
            <a:pPr>
              <a:lnSpc>
                <a:spcPct val="150000"/>
              </a:lnSpc>
            </a:pPr>
            <a:r>
              <a:rPr lang="en-US" sz="2800" dirty="0"/>
              <a:t>Possible Outcomes</a:t>
            </a:r>
          </a:p>
          <a:p>
            <a:pPr>
              <a:lnSpc>
                <a:spcPct val="150000"/>
              </a:lnSpc>
            </a:pPr>
            <a:r>
              <a:rPr lang="en-US" sz="2800" dirty="0"/>
              <a:t>Preferences over outcomes</a:t>
            </a:r>
          </a:p>
          <a:p>
            <a:pPr>
              <a:lnSpc>
                <a:spcPct val="150000"/>
              </a:lnSpc>
            </a:pPr>
            <a:r>
              <a:rPr lang="en-US" sz="2800" dirty="0"/>
              <a:t>Beliefs about effects of actions on outcomes</a:t>
            </a:r>
          </a:p>
          <a:p>
            <a:pPr>
              <a:lnSpc>
                <a:spcPct val="150000"/>
              </a:lnSpc>
            </a:pPr>
            <a:r>
              <a:rPr lang="en-US" sz="2800" dirty="0"/>
              <a:t>Expectations about the actions other persons will take</a:t>
            </a:r>
          </a:p>
        </p:txBody>
      </p:sp>
      <p:sp>
        <p:nvSpPr>
          <p:cNvPr id="4" name="Left Brace 3">
            <a:extLst>
              <a:ext uri="{FF2B5EF4-FFF2-40B4-BE49-F238E27FC236}">
                <a16:creationId xmlns:a16="http://schemas.microsoft.com/office/drawing/2014/main" id="{B8CC08C5-8393-F0D8-55D1-24CADBC750C4}"/>
              </a:ext>
            </a:extLst>
          </p:cNvPr>
          <p:cNvSpPr/>
          <p:nvPr/>
        </p:nvSpPr>
        <p:spPr>
          <a:xfrm>
            <a:off x="2707342" y="2084293"/>
            <a:ext cx="663388" cy="1909482"/>
          </a:xfrm>
          <a:prstGeom prst="leftBrace">
            <a:avLst/>
          </a:prstGeom>
          <a:ln>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A8E32AC8-3CF0-A6EC-78CC-0FE60DAC8EDB}"/>
              </a:ext>
            </a:extLst>
          </p:cNvPr>
          <p:cNvSpPr txBox="1"/>
          <p:nvPr/>
        </p:nvSpPr>
        <p:spPr>
          <a:xfrm rot="20309975">
            <a:off x="628744" y="3025586"/>
            <a:ext cx="2366682" cy="369332"/>
          </a:xfrm>
          <a:prstGeom prst="rect">
            <a:avLst/>
          </a:prstGeom>
          <a:noFill/>
        </p:spPr>
        <p:txBody>
          <a:bodyPr wrap="square" rtlCol="0">
            <a:spAutoFit/>
          </a:bodyPr>
          <a:lstStyle/>
          <a:p>
            <a:r>
              <a:rPr lang="en-US" dirty="0">
                <a:solidFill>
                  <a:schemeClr val="accent6"/>
                </a:solidFill>
              </a:rPr>
              <a:t>Lessons 1 through 3</a:t>
            </a:r>
          </a:p>
        </p:txBody>
      </p:sp>
    </p:spTree>
    <p:extLst>
      <p:ext uri="{BB962C8B-B14F-4D97-AF65-F5344CB8AC3E}">
        <p14:creationId xmlns:p14="http://schemas.microsoft.com/office/powerpoint/2010/main" val="3557752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71098-3CBE-0E7A-D965-DBDB921ED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479F0-0B7D-91F2-F217-D8AF747E2731}"/>
              </a:ext>
            </a:extLst>
          </p:cNvPr>
          <p:cNvSpPr>
            <a:spLocks noGrp="1"/>
          </p:cNvSpPr>
          <p:nvPr>
            <p:ph type="title"/>
          </p:nvPr>
        </p:nvSpPr>
        <p:spPr/>
        <p:txBody>
          <a:bodyPr/>
          <a:lstStyle/>
          <a:p>
            <a:r>
              <a:rPr lang="en-US" dirty="0"/>
              <a:t>Essential Features of PPT Models</a:t>
            </a:r>
          </a:p>
        </p:txBody>
      </p:sp>
      <p:sp>
        <p:nvSpPr>
          <p:cNvPr id="3" name="Content Placeholder 2">
            <a:extLst>
              <a:ext uri="{FF2B5EF4-FFF2-40B4-BE49-F238E27FC236}">
                <a16:creationId xmlns:a16="http://schemas.microsoft.com/office/drawing/2014/main" id="{2293A734-F0CE-6B7C-A2EB-81CA67BEA84D}"/>
              </a:ext>
            </a:extLst>
          </p:cNvPr>
          <p:cNvSpPr>
            <a:spLocks noGrp="1"/>
          </p:cNvSpPr>
          <p:nvPr>
            <p:ph idx="1"/>
          </p:nvPr>
        </p:nvSpPr>
        <p:spPr>
          <a:xfrm>
            <a:off x="3191436" y="1825625"/>
            <a:ext cx="8713694" cy="4351338"/>
          </a:xfrm>
        </p:spPr>
        <p:txBody>
          <a:bodyPr>
            <a:normAutofit/>
          </a:bodyPr>
          <a:lstStyle/>
          <a:p>
            <a:pPr>
              <a:lnSpc>
                <a:spcPct val="150000"/>
              </a:lnSpc>
            </a:pPr>
            <a:r>
              <a:rPr lang="en-US" sz="2800" dirty="0"/>
              <a:t>Available Actions</a:t>
            </a:r>
          </a:p>
          <a:p>
            <a:pPr>
              <a:lnSpc>
                <a:spcPct val="150000"/>
              </a:lnSpc>
            </a:pPr>
            <a:r>
              <a:rPr lang="en-US" sz="2800" dirty="0"/>
              <a:t>Possible Outcomes</a:t>
            </a:r>
          </a:p>
          <a:p>
            <a:pPr>
              <a:lnSpc>
                <a:spcPct val="150000"/>
              </a:lnSpc>
            </a:pPr>
            <a:r>
              <a:rPr lang="en-US" sz="2800" dirty="0"/>
              <a:t>Preferences over outcomes</a:t>
            </a:r>
          </a:p>
          <a:p>
            <a:pPr>
              <a:lnSpc>
                <a:spcPct val="150000"/>
              </a:lnSpc>
            </a:pPr>
            <a:r>
              <a:rPr lang="en-US" sz="2800" dirty="0"/>
              <a:t>Beliefs about effects of actions on outcomes</a:t>
            </a:r>
          </a:p>
          <a:p>
            <a:pPr>
              <a:lnSpc>
                <a:spcPct val="150000"/>
              </a:lnSpc>
            </a:pPr>
            <a:r>
              <a:rPr lang="en-US" sz="2800" dirty="0"/>
              <a:t>Expectations about the actions other persons will take</a:t>
            </a:r>
          </a:p>
        </p:txBody>
      </p:sp>
      <p:sp>
        <p:nvSpPr>
          <p:cNvPr id="4" name="Left Brace 3">
            <a:extLst>
              <a:ext uri="{FF2B5EF4-FFF2-40B4-BE49-F238E27FC236}">
                <a16:creationId xmlns:a16="http://schemas.microsoft.com/office/drawing/2014/main" id="{E37BA4E5-6181-B918-58E1-48DFE99FD80F}"/>
              </a:ext>
            </a:extLst>
          </p:cNvPr>
          <p:cNvSpPr/>
          <p:nvPr/>
        </p:nvSpPr>
        <p:spPr>
          <a:xfrm>
            <a:off x="2707342" y="2084293"/>
            <a:ext cx="663388" cy="1909482"/>
          </a:xfrm>
          <a:prstGeom prst="leftBrace">
            <a:avLst/>
          </a:prstGeom>
          <a:ln>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6A3AD705-480D-3EC5-14EF-78047FE15304}"/>
              </a:ext>
            </a:extLst>
          </p:cNvPr>
          <p:cNvSpPr txBox="1"/>
          <p:nvPr/>
        </p:nvSpPr>
        <p:spPr>
          <a:xfrm rot="20309975">
            <a:off x="628744" y="3025586"/>
            <a:ext cx="2366682" cy="369332"/>
          </a:xfrm>
          <a:prstGeom prst="rect">
            <a:avLst/>
          </a:prstGeom>
          <a:noFill/>
        </p:spPr>
        <p:txBody>
          <a:bodyPr wrap="square" rtlCol="0">
            <a:spAutoFit/>
          </a:bodyPr>
          <a:lstStyle/>
          <a:p>
            <a:r>
              <a:rPr lang="en-US" dirty="0">
                <a:solidFill>
                  <a:schemeClr val="accent6"/>
                </a:solidFill>
              </a:rPr>
              <a:t>Lessons 1 through 3</a:t>
            </a:r>
          </a:p>
        </p:txBody>
      </p:sp>
      <p:sp>
        <p:nvSpPr>
          <p:cNvPr id="6" name="Left Brace 5">
            <a:extLst>
              <a:ext uri="{FF2B5EF4-FFF2-40B4-BE49-F238E27FC236}">
                <a16:creationId xmlns:a16="http://schemas.microsoft.com/office/drawing/2014/main" id="{B410700E-74E9-1852-E6C3-F750A8F0B914}"/>
              </a:ext>
            </a:extLst>
          </p:cNvPr>
          <p:cNvSpPr/>
          <p:nvPr/>
        </p:nvSpPr>
        <p:spPr>
          <a:xfrm>
            <a:off x="2580990" y="4387379"/>
            <a:ext cx="663388" cy="520439"/>
          </a:xfrm>
          <a:prstGeom prst="leftBrace">
            <a:avLst/>
          </a:prstGeom>
          <a:ln>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745D8B1-9EEC-0FCC-13BE-7F68D6638EBA}"/>
              </a:ext>
            </a:extLst>
          </p:cNvPr>
          <p:cNvSpPr txBox="1"/>
          <p:nvPr/>
        </p:nvSpPr>
        <p:spPr>
          <a:xfrm rot="20309975">
            <a:off x="1012415" y="4548542"/>
            <a:ext cx="1685903" cy="369332"/>
          </a:xfrm>
          <a:prstGeom prst="rect">
            <a:avLst/>
          </a:prstGeom>
          <a:noFill/>
        </p:spPr>
        <p:txBody>
          <a:bodyPr wrap="square" rtlCol="0">
            <a:spAutoFit/>
          </a:bodyPr>
          <a:lstStyle/>
          <a:p>
            <a:r>
              <a:rPr lang="en-US" dirty="0">
                <a:solidFill>
                  <a:schemeClr val="accent4"/>
                </a:solidFill>
              </a:rPr>
              <a:t>Lessons 4 &amp; 5</a:t>
            </a:r>
          </a:p>
        </p:txBody>
      </p:sp>
    </p:spTree>
    <p:extLst>
      <p:ext uri="{BB962C8B-B14F-4D97-AF65-F5344CB8AC3E}">
        <p14:creationId xmlns:p14="http://schemas.microsoft.com/office/powerpoint/2010/main" val="2837070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4CC3F-0377-EFB2-B807-82CCC2041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E319A-0D8E-7475-4D23-92DC7775FDEC}"/>
              </a:ext>
            </a:extLst>
          </p:cNvPr>
          <p:cNvSpPr>
            <a:spLocks noGrp="1"/>
          </p:cNvSpPr>
          <p:nvPr>
            <p:ph type="title"/>
          </p:nvPr>
        </p:nvSpPr>
        <p:spPr/>
        <p:txBody>
          <a:bodyPr/>
          <a:lstStyle/>
          <a:p>
            <a:r>
              <a:rPr lang="en-US" dirty="0"/>
              <a:t>Essential Features of PPT Models</a:t>
            </a:r>
          </a:p>
        </p:txBody>
      </p:sp>
      <p:sp>
        <p:nvSpPr>
          <p:cNvPr id="3" name="Content Placeholder 2">
            <a:extLst>
              <a:ext uri="{FF2B5EF4-FFF2-40B4-BE49-F238E27FC236}">
                <a16:creationId xmlns:a16="http://schemas.microsoft.com/office/drawing/2014/main" id="{66D6A083-54FE-B776-2482-4D2410073B4A}"/>
              </a:ext>
            </a:extLst>
          </p:cNvPr>
          <p:cNvSpPr>
            <a:spLocks noGrp="1"/>
          </p:cNvSpPr>
          <p:nvPr>
            <p:ph idx="1"/>
          </p:nvPr>
        </p:nvSpPr>
        <p:spPr>
          <a:xfrm>
            <a:off x="3191436" y="1825625"/>
            <a:ext cx="8713694" cy="4351338"/>
          </a:xfrm>
        </p:spPr>
        <p:txBody>
          <a:bodyPr>
            <a:normAutofit/>
          </a:bodyPr>
          <a:lstStyle/>
          <a:p>
            <a:pPr>
              <a:lnSpc>
                <a:spcPct val="150000"/>
              </a:lnSpc>
            </a:pPr>
            <a:r>
              <a:rPr lang="en-US" sz="2800" dirty="0"/>
              <a:t>Available Actions</a:t>
            </a:r>
          </a:p>
          <a:p>
            <a:pPr>
              <a:lnSpc>
                <a:spcPct val="150000"/>
              </a:lnSpc>
            </a:pPr>
            <a:r>
              <a:rPr lang="en-US" sz="2800" dirty="0"/>
              <a:t>Possible Outcomes</a:t>
            </a:r>
          </a:p>
          <a:p>
            <a:pPr>
              <a:lnSpc>
                <a:spcPct val="150000"/>
              </a:lnSpc>
            </a:pPr>
            <a:r>
              <a:rPr lang="en-US" sz="2800" dirty="0"/>
              <a:t>Preferences over outcomes</a:t>
            </a:r>
          </a:p>
          <a:p>
            <a:pPr>
              <a:lnSpc>
                <a:spcPct val="150000"/>
              </a:lnSpc>
            </a:pPr>
            <a:r>
              <a:rPr lang="en-US" sz="2800" dirty="0"/>
              <a:t>Beliefs about effects of actions on outcomes</a:t>
            </a:r>
          </a:p>
          <a:p>
            <a:pPr>
              <a:lnSpc>
                <a:spcPct val="150000"/>
              </a:lnSpc>
            </a:pPr>
            <a:r>
              <a:rPr lang="en-US" sz="2800" dirty="0"/>
              <a:t>Expectations about the actions other persons will take</a:t>
            </a:r>
          </a:p>
        </p:txBody>
      </p:sp>
      <p:sp>
        <p:nvSpPr>
          <p:cNvPr id="4" name="Left Brace 3">
            <a:extLst>
              <a:ext uri="{FF2B5EF4-FFF2-40B4-BE49-F238E27FC236}">
                <a16:creationId xmlns:a16="http://schemas.microsoft.com/office/drawing/2014/main" id="{B56675C0-3E33-EDB7-F140-61C46B35D258}"/>
              </a:ext>
            </a:extLst>
          </p:cNvPr>
          <p:cNvSpPr/>
          <p:nvPr/>
        </p:nvSpPr>
        <p:spPr>
          <a:xfrm>
            <a:off x="2707342" y="2084293"/>
            <a:ext cx="663388" cy="1909482"/>
          </a:xfrm>
          <a:prstGeom prst="leftBrace">
            <a:avLst/>
          </a:prstGeom>
          <a:ln>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D0C395FE-F058-711E-B083-C11F28309F17}"/>
              </a:ext>
            </a:extLst>
          </p:cNvPr>
          <p:cNvSpPr txBox="1"/>
          <p:nvPr/>
        </p:nvSpPr>
        <p:spPr>
          <a:xfrm rot="20309975">
            <a:off x="628744" y="3025586"/>
            <a:ext cx="2366682" cy="369332"/>
          </a:xfrm>
          <a:prstGeom prst="rect">
            <a:avLst/>
          </a:prstGeom>
          <a:noFill/>
        </p:spPr>
        <p:txBody>
          <a:bodyPr wrap="square" rtlCol="0">
            <a:spAutoFit/>
          </a:bodyPr>
          <a:lstStyle/>
          <a:p>
            <a:r>
              <a:rPr lang="en-US" dirty="0">
                <a:solidFill>
                  <a:schemeClr val="accent6"/>
                </a:solidFill>
              </a:rPr>
              <a:t>Lessons 1 through 3</a:t>
            </a:r>
          </a:p>
        </p:txBody>
      </p:sp>
      <p:sp>
        <p:nvSpPr>
          <p:cNvPr id="6" name="Left Brace 5">
            <a:extLst>
              <a:ext uri="{FF2B5EF4-FFF2-40B4-BE49-F238E27FC236}">
                <a16:creationId xmlns:a16="http://schemas.microsoft.com/office/drawing/2014/main" id="{8302389C-61F8-C967-FFB6-BB1B8AC9530D}"/>
              </a:ext>
            </a:extLst>
          </p:cNvPr>
          <p:cNvSpPr/>
          <p:nvPr/>
        </p:nvSpPr>
        <p:spPr>
          <a:xfrm>
            <a:off x="2580990" y="4387379"/>
            <a:ext cx="663388" cy="520439"/>
          </a:xfrm>
          <a:prstGeom prst="leftBrace">
            <a:avLst/>
          </a:prstGeom>
          <a:ln>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6EE15766-985B-DDA3-C91F-24E66FA7C3E1}"/>
              </a:ext>
            </a:extLst>
          </p:cNvPr>
          <p:cNvSpPr txBox="1"/>
          <p:nvPr/>
        </p:nvSpPr>
        <p:spPr>
          <a:xfrm rot="20309975">
            <a:off x="1012415" y="4548542"/>
            <a:ext cx="1685903" cy="369332"/>
          </a:xfrm>
          <a:prstGeom prst="rect">
            <a:avLst/>
          </a:prstGeom>
          <a:noFill/>
        </p:spPr>
        <p:txBody>
          <a:bodyPr wrap="square" rtlCol="0">
            <a:spAutoFit/>
          </a:bodyPr>
          <a:lstStyle/>
          <a:p>
            <a:r>
              <a:rPr lang="en-US" dirty="0">
                <a:solidFill>
                  <a:schemeClr val="accent4"/>
                </a:solidFill>
              </a:rPr>
              <a:t>Lessons 4 &amp; 5</a:t>
            </a:r>
          </a:p>
        </p:txBody>
      </p:sp>
      <p:sp>
        <p:nvSpPr>
          <p:cNvPr id="8" name="Rectangle 7">
            <a:extLst>
              <a:ext uri="{FF2B5EF4-FFF2-40B4-BE49-F238E27FC236}">
                <a16:creationId xmlns:a16="http://schemas.microsoft.com/office/drawing/2014/main" id="{A0E88161-4FC7-0679-1BBF-F659A5B19657}"/>
              </a:ext>
            </a:extLst>
          </p:cNvPr>
          <p:cNvSpPr/>
          <p:nvPr/>
        </p:nvSpPr>
        <p:spPr>
          <a:xfrm>
            <a:off x="3119718" y="2030505"/>
            <a:ext cx="7431741" cy="283733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0AA42C8-49C4-A77C-4967-500227D23BC5}"/>
              </a:ext>
            </a:extLst>
          </p:cNvPr>
          <p:cNvSpPr txBox="1"/>
          <p:nvPr/>
        </p:nvSpPr>
        <p:spPr>
          <a:xfrm rot="1356321">
            <a:off x="9036424" y="1597210"/>
            <a:ext cx="25908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Expected Utility Models</a:t>
            </a:r>
          </a:p>
        </p:txBody>
      </p:sp>
    </p:spTree>
    <p:extLst>
      <p:ext uri="{BB962C8B-B14F-4D97-AF65-F5344CB8AC3E}">
        <p14:creationId xmlns:p14="http://schemas.microsoft.com/office/powerpoint/2010/main" val="110318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3DA467-E300-D9B9-578E-D6F8D2BA09F8}"/>
              </a:ext>
            </a:extLst>
          </p:cNvPr>
          <p:cNvSpPr txBox="1"/>
          <p:nvPr/>
        </p:nvSpPr>
        <p:spPr>
          <a:xfrm>
            <a:off x="564776" y="678730"/>
            <a:ext cx="3702424" cy="5467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r>
              <a:rPr lang="en-US" dirty="0"/>
              <a:t>God grant me the serenity to accept the things I cannot change...</a:t>
            </a:r>
          </a:p>
        </p:txBody>
      </p:sp>
    </p:spTree>
    <p:extLst>
      <p:ext uri="{BB962C8B-B14F-4D97-AF65-F5344CB8AC3E}">
        <p14:creationId xmlns:p14="http://schemas.microsoft.com/office/powerpoint/2010/main" val="2886677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38A2F-ACDB-89CC-AD97-634C911753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3590E4D-4CBB-454A-444C-CE5735A1813E}"/>
              </a:ext>
            </a:extLst>
          </p:cNvPr>
          <p:cNvSpPr txBox="1"/>
          <p:nvPr/>
        </p:nvSpPr>
        <p:spPr>
          <a:xfrm>
            <a:off x="564776" y="678730"/>
            <a:ext cx="3702424" cy="5467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r>
              <a:rPr lang="en-US" dirty="0"/>
              <a:t>God grant me the serenity to accept the things I cannot change,...</a:t>
            </a:r>
          </a:p>
        </p:txBody>
      </p:sp>
      <p:sp>
        <p:nvSpPr>
          <p:cNvPr id="2" name="TextBox 1">
            <a:extLst>
              <a:ext uri="{FF2B5EF4-FFF2-40B4-BE49-F238E27FC236}">
                <a16:creationId xmlns:a16="http://schemas.microsoft.com/office/drawing/2014/main" id="{AAB03ADD-56B6-4471-2C86-FE37A234867B}"/>
              </a:ext>
            </a:extLst>
          </p:cNvPr>
          <p:cNvSpPr txBox="1"/>
          <p:nvPr/>
        </p:nvSpPr>
        <p:spPr>
          <a:xfrm>
            <a:off x="4544459" y="678730"/>
            <a:ext cx="3702424" cy="546754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nchor="ctr" anchorCtr="0">
            <a:noAutofit/>
          </a:bodyPr>
          <a:lstStyle/>
          <a:p>
            <a:r>
              <a:rPr lang="en-US" dirty="0"/>
              <a:t>...the courage to change the things I can,..</a:t>
            </a:r>
          </a:p>
        </p:txBody>
      </p:sp>
      <p:pic>
        <p:nvPicPr>
          <p:cNvPr id="7" name="Graphic 6">
            <a:extLst>
              <a:ext uri="{FF2B5EF4-FFF2-40B4-BE49-F238E27FC236}">
                <a16:creationId xmlns:a16="http://schemas.microsoft.com/office/drawing/2014/main" id="{DA7677D3-C208-CBF1-63D5-E4DDEDA81455}"/>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55889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DBEE0-99A4-DA47-23F6-419C2237E80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86AA5E-D061-8124-E04A-F114DB229958}"/>
              </a:ext>
            </a:extLst>
          </p:cNvPr>
          <p:cNvSpPr txBox="1"/>
          <p:nvPr/>
        </p:nvSpPr>
        <p:spPr>
          <a:xfrm>
            <a:off x="338531" y="678730"/>
            <a:ext cx="3702424" cy="5467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r>
              <a:rPr lang="en-US" dirty="0"/>
              <a:t>God grant me the serenity to accept the things I cannot change,...</a:t>
            </a:r>
          </a:p>
        </p:txBody>
      </p:sp>
      <p:sp>
        <p:nvSpPr>
          <p:cNvPr id="2" name="TextBox 1">
            <a:extLst>
              <a:ext uri="{FF2B5EF4-FFF2-40B4-BE49-F238E27FC236}">
                <a16:creationId xmlns:a16="http://schemas.microsoft.com/office/drawing/2014/main" id="{E953A922-86C7-7DB2-D756-3F04E0B90BCF}"/>
              </a:ext>
            </a:extLst>
          </p:cNvPr>
          <p:cNvSpPr txBox="1"/>
          <p:nvPr/>
        </p:nvSpPr>
        <p:spPr>
          <a:xfrm>
            <a:off x="4318214" y="678730"/>
            <a:ext cx="3702424" cy="546754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nchor="ctr" anchorCtr="0">
            <a:noAutofit/>
          </a:bodyPr>
          <a:lstStyle/>
          <a:p>
            <a:r>
              <a:rPr lang="en-US" dirty="0"/>
              <a:t>...the courage to change the things I can,..</a:t>
            </a:r>
          </a:p>
        </p:txBody>
      </p:sp>
      <p:sp>
        <p:nvSpPr>
          <p:cNvPr id="3" name="TextBox 2">
            <a:extLst>
              <a:ext uri="{FF2B5EF4-FFF2-40B4-BE49-F238E27FC236}">
                <a16:creationId xmlns:a16="http://schemas.microsoft.com/office/drawing/2014/main" id="{14C2B175-2EC4-942E-4585-3253B830CF7B}"/>
              </a:ext>
            </a:extLst>
          </p:cNvPr>
          <p:cNvSpPr txBox="1"/>
          <p:nvPr/>
        </p:nvSpPr>
        <p:spPr>
          <a:xfrm>
            <a:off x="8263331" y="695227"/>
            <a:ext cx="3702424" cy="546754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bodyPr>
          <a:lstStyle/>
          <a:p>
            <a:r>
              <a:rPr lang="en-US" dirty="0"/>
              <a:t>...and the wisdom to know the difference.</a:t>
            </a:r>
          </a:p>
        </p:txBody>
      </p:sp>
      <p:pic>
        <p:nvPicPr>
          <p:cNvPr id="8" name="Graphic 7">
            <a:extLst>
              <a:ext uri="{FF2B5EF4-FFF2-40B4-BE49-F238E27FC236}">
                <a16:creationId xmlns:a16="http://schemas.microsoft.com/office/drawing/2014/main" id="{4B0B5B87-8836-7EE8-03B8-7B9D6647CB16}"/>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56532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C2C0B-6AF4-03A2-C4E9-240F643CE5AC}"/>
              </a:ext>
            </a:extLst>
          </p:cNvPr>
          <p:cNvSpPr>
            <a:spLocks noGrp="1"/>
          </p:cNvSpPr>
          <p:nvPr>
            <p:ph type="title"/>
          </p:nvPr>
        </p:nvSpPr>
        <p:spPr/>
        <p:txBody>
          <a:bodyPr/>
          <a:lstStyle/>
          <a:p>
            <a:r>
              <a:rPr lang="en-US" dirty="0"/>
              <a:t>Agenda</a:t>
            </a:r>
          </a:p>
        </p:txBody>
      </p:sp>
      <p:sp>
        <p:nvSpPr>
          <p:cNvPr id="3" name="TextBox 2">
            <a:extLst>
              <a:ext uri="{FF2B5EF4-FFF2-40B4-BE49-F238E27FC236}">
                <a16:creationId xmlns:a16="http://schemas.microsoft.com/office/drawing/2014/main" id="{F240D427-CB00-D73B-FCAC-784CACB0FD4B}"/>
              </a:ext>
            </a:extLst>
          </p:cNvPr>
          <p:cNvSpPr txBox="1"/>
          <p:nvPr/>
        </p:nvSpPr>
        <p:spPr>
          <a:xfrm>
            <a:off x="855406" y="2064774"/>
            <a:ext cx="10461523" cy="1830566"/>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sz="4000" dirty="0"/>
              <a:t>Elements of expected utility models</a:t>
            </a:r>
          </a:p>
          <a:p>
            <a:pPr marL="285750" indent="-285750">
              <a:lnSpc>
                <a:spcPct val="150000"/>
              </a:lnSpc>
              <a:buFont typeface="Wingdings" panose="05000000000000000000" pitchFamily="2" charset="2"/>
              <a:buChar char="q"/>
            </a:pPr>
            <a:r>
              <a:rPr lang="en-US" sz="4000" dirty="0"/>
              <a:t>The expected utility formula</a:t>
            </a:r>
          </a:p>
        </p:txBody>
      </p:sp>
      <p:pic>
        <p:nvPicPr>
          <p:cNvPr id="7" name="Graphic 6">
            <a:extLst>
              <a:ext uri="{FF2B5EF4-FFF2-40B4-BE49-F238E27FC236}">
                <a16:creationId xmlns:a16="http://schemas.microsoft.com/office/drawing/2014/main" id="{9D08356B-420E-99EC-78B0-3D44614D93E9}"/>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90795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DC84C6-29D9-7094-52F7-D2563B7835F1}"/>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E30004A1-3267-3C55-0B09-AB05CE2453D7}"/>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pic>
        <p:nvPicPr>
          <p:cNvPr id="7" name="Graphic 6">
            <a:extLst>
              <a:ext uri="{FF2B5EF4-FFF2-40B4-BE49-F238E27FC236}">
                <a16:creationId xmlns:a16="http://schemas.microsoft.com/office/drawing/2014/main" id="{7A7D9F53-73F9-258F-0BB8-06A685CF8D0E}"/>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20475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E48AA-8B42-4FEE-8299-8CF1DAF98D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7691E1D-39B0-D4DE-7898-2332F70C713C}"/>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21F3A248-CBD7-0C15-D3F8-6CF234CBB916}"/>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sp>
        <p:nvSpPr>
          <p:cNvPr id="2" name="TextBox 1">
            <a:extLst>
              <a:ext uri="{FF2B5EF4-FFF2-40B4-BE49-F238E27FC236}">
                <a16:creationId xmlns:a16="http://schemas.microsoft.com/office/drawing/2014/main" id="{62B88E12-AE13-CC2C-C3C4-83F06D7AB4B8}"/>
              </a:ext>
            </a:extLst>
          </p:cNvPr>
          <p:cNvSpPr txBox="1"/>
          <p:nvPr/>
        </p:nvSpPr>
        <p:spPr>
          <a:xfrm rot="1249116">
            <a:off x="3553905" y="899299"/>
            <a:ext cx="3044858" cy="369332"/>
          </a:xfrm>
          <a:prstGeom prst="rect">
            <a:avLst/>
          </a:prstGeom>
          <a:solidFill>
            <a:schemeClr val="accent2"/>
          </a:solidFill>
        </p:spPr>
        <p:txBody>
          <a:bodyPr wrap="square" rtlCol="0">
            <a:spAutoFit/>
          </a:bodyPr>
          <a:lstStyle/>
          <a:p>
            <a:r>
              <a:rPr lang="en-US" dirty="0"/>
              <a:t>things the mayor can control</a:t>
            </a:r>
          </a:p>
        </p:txBody>
      </p:sp>
      <p:cxnSp>
        <p:nvCxnSpPr>
          <p:cNvPr id="6" name="Straight Connector 5">
            <a:extLst>
              <a:ext uri="{FF2B5EF4-FFF2-40B4-BE49-F238E27FC236}">
                <a16:creationId xmlns:a16="http://schemas.microsoft.com/office/drawing/2014/main" id="{838EC265-418E-98A4-99AA-D4DA6B377663}"/>
              </a:ext>
            </a:extLst>
          </p:cNvPr>
          <p:cNvCxnSpPr/>
          <p:nvPr/>
        </p:nvCxnSpPr>
        <p:spPr>
          <a:xfrm>
            <a:off x="584462" y="1376313"/>
            <a:ext cx="2375554" cy="0"/>
          </a:xfrm>
          <a:prstGeom prst="line">
            <a:avLst/>
          </a:prstGeom>
          <a:ln w="57150">
            <a:solidFill>
              <a:schemeClr val="accent2"/>
            </a:solidFill>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FB922B04-5FA0-D705-172F-92A1AED2C32F}"/>
              </a:ext>
            </a:extLst>
          </p:cNvPr>
          <p:cNvSpPr txBox="1"/>
          <p:nvPr/>
        </p:nvSpPr>
        <p:spPr>
          <a:xfrm rot="1249116">
            <a:off x="3471827" y="2675827"/>
            <a:ext cx="2142013" cy="646331"/>
          </a:xfrm>
          <a:prstGeom prst="rect">
            <a:avLst/>
          </a:prstGeom>
          <a:solidFill>
            <a:schemeClr val="accent1"/>
          </a:solidFill>
        </p:spPr>
        <p:txBody>
          <a:bodyPr wrap="square" rtlCol="0">
            <a:spAutoFit/>
          </a:bodyPr>
          <a:lstStyle/>
          <a:p>
            <a:r>
              <a:rPr lang="en-US" dirty="0"/>
              <a:t>things the mayor only influence</a:t>
            </a:r>
          </a:p>
        </p:txBody>
      </p:sp>
      <p:cxnSp>
        <p:nvCxnSpPr>
          <p:cNvPr id="8" name="Straight Connector 7">
            <a:extLst>
              <a:ext uri="{FF2B5EF4-FFF2-40B4-BE49-F238E27FC236}">
                <a16:creationId xmlns:a16="http://schemas.microsoft.com/office/drawing/2014/main" id="{DFFD785B-06A1-270E-4648-B3DD84FFF8AB}"/>
              </a:ext>
            </a:extLst>
          </p:cNvPr>
          <p:cNvCxnSpPr>
            <a:cxnSpLocks/>
          </p:cNvCxnSpPr>
          <p:nvPr/>
        </p:nvCxnSpPr>
        <p:spPr>
          <a:xfrm>
            <a:off x="584462" y="1943492"/>
            <a:ext cx="1121790" cy="0"/>
          </a:xfrm>
          <a:prstGeom prst="line">
            <a:avLst/>
          </a:prstGeom>
          <a:ln w="57150">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41FCAFAF-D159-E4D2-C1C1-555678AE0EC2}"/>
              </a:ext>
            </a:extLst>
          </p:cNvPr>
          <p:cNvCxnSpPr>
            <a:cxnSpLocks/>
          </p:cNvCxnSpPr>
          <p:nvPr/>
        </p:nvCxnSpPr>
        <p:spPr>
          <a:xfrm>
            <a:off x="584462" y="2510671"/>
            <a:ext cx="2083324" cy="0"/>
          </a:xfrm>
          <a:prstGeom prst="line">
            <a:avLst/>
          </a:prstGeom>
          <a:ln w="57150">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CA03D220-A60D-BEE7-A044-EE6A735C614D}"/>
              </a:ext>
            </a:extLst>
          </p:cNvPr>
          <p:cNvCxnSpPr>
            <a:cxnSpLocks/>
          </p:cNvCxnSpPr>
          <p:nvPr/>
        </p:nvCxnSpPr>
        <p:spPr>
          <a:xfrm>
            <a:off x="603316" y="3322947"/>
            <a:ext cx="2083324" cy="0"/>
          </a:xfrm>
          <a:prstGeom prst="line">
            <a:avLst/>
          </a:prstGeom>
          <a:ln w="57150">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B6AD2074-CBFC-0068-7813-6A44A17EFDD2}"/>
              </a:ext>
            </a:extLst>
          </p:cNvPr>
          <p:cNvCxnSpPr>
            <a:cxnSpLocks/>
          </p:cNvCxnSpPr>
          <p:nvPr/>
        </p:nvCxnSpPr>
        <p:spPr>
          <a:xfrm>
            <a:off x="664590" y="3579042"/>
            <a:ext cx="2083324" cy="0"/>
          </a:xfrm>
          <a:prstGeom prst="line">
            <a:avLst/>
          </a:prstGeom>
          <a:ln w="57150">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6D37D7A2-DC8A-5241-93FE-7D002FB7840D}"/>
              </a:ext>
            </a:extLst>
          </p:cNvPr>
          <p:cNvCxnSpPr>
            <a:cxnSpLocks/>
          </p:cNvCxnSpPr>
          <p:nvPr/>
        </p:nvCxnSpPr>
        <p:spPr>
          <a:xfrm>
            <a:off x="584462" y="3863418"/>
            <a:ext cx="433633" cy="0"/>
          </a:xfrm>
          <a:prstGeom prst="line">
            <a:avLst/>
          </a:prstGeom>
          <a:ln w="57150">
            <a:solidFill>
              <a:schemeClr val="accent1"/>
            </a:solidFill>
          </a:ln>
        </p:spPr>
        <p:style>
          <a:lnRef idx="1">
            <a:schemeClr val="accent2"/>
          </a:lnRef>
          <a:fillRef idx="0">
            <a:schemeClr val="accent2"/>
          </a:fillRef>
          <a:effectRef idx="0">
            <a:schemeClr val="accent2"/>
          </a:effectRef>
          <a:fontRef idx="minor">
            <a:schemeClr val="tx1"/>
          </a:fontRef>
        </p:style>
      </p:cxnSp>
      <p:pic>
        <p:nvPicPr>
          <p:cNvPr id="15" name="Graphic 14">
            <a:extLst>
              <a:ext uri="{FF2B5EF4-FFF2-40B4-BE49-F238E27FC236}">
                <a16:creationId xmlns:a16="http://schemas.microsoft.com/office/drawing/2014/main" id="{0656F373-3ABF-DB7D-1D2C-1EE034B24CCE}"/>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616811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D20DA-4495-52A9-FFA4-160C1F683BB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C33DD2-B56B-1CFE-3EAC-4B3949897AAD}"/>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723B0A1C-4F22-2E95-A82C-16B4BB6621B1}"/>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pic>
        <p:nvPicPr>
          <p:cNvPr id="7" name="Graphic 6">
            <a:extLst>
              <a:ext uri="{FF2B5EF4-FFF2-40B4-BE49-F238E27FC236}">
                <a16:creationId xmlns:a16="http://schemas.microsoft.com/office/drawing/2014/main" id="{7CB13EC9-020E-16E4-7F8C-735079002D14}"/>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676805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0A6B9-5369-CBF3-DA8C-38F3F8947A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5E3FB4-580C-E4B0-4E3F-3DE1B8B02A59}"/>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8CA1C8ED-1DDD-8334-34D9-F2B765F72EA8}"/>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sp>
        <p:nvSpPr>
          <p:cNvPr id="2" name="TextBox 1">
            <a:extLst>
              <a:ext uri="{FF2B5EF4-FFF2-40B4-BE49-F238E27FC236}">
                <a16:creationId xmlns:a16="http://schemas.microsoft.com/office/drawing/2014/main" id="{83792EF6-71D7-E177-42F3-07C6D339DA3B}"/>
              </a:ext>
            </a:extLst>
          </p:cNvPr>
          <p:cNvSpPr txBox="1"/>
          <p:nvPr/>
        </p:nvSpPr>
        <p:spPr>
          <a:xfrm>
            <a:off x="4948518" y="959224"/>
            <a:ext cx="5450541" cy="369332"/>
          </a:xfrm>
          <a:prstGeom prst="rect">
            <a:avLst/>
          </a:prstGeom>
          <a:noFill/>
        </p:spPr>
        <p:txBody>
          <a:bodyPr wrap="square" rtlCol="0">
            <a:spAutoFit/>
          </a:bodyPr>
          <a:lstStyle/>
          <a:p>
            <a:pPr algn="ctr"/>
            <a:r>
              <a:rPr lang="en-US" dirty="0"/>
              <a:t>Essential Features of Every Expected Utility Model</a:t>
            </a:r>
          </a:p>
        </p:txBody>
      </p:sp>
      <p:pic>
        <p:nvPicPr>
          <p:cNvPr id="8" name="Graphic 7">
            <a:extLst>
              <a:ext uri="{FF2B5EF4-FFF2-40B4-BE49-F238E27FC236}">
                <a16:creationId xmlns:a16="http://schemas.microsoft.com/office/drawing/2014/main" id="{CFEF4737-5B6F-A142-3452-6C3B5E63A9D0}"/>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104376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FEDB-1A17-4C0F-3FC7-AF4BCEBCA6B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A68ECB-5D7D-E041-6C30-0C9D4767F85B}"/>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AE19AE4E-6B54-B15F-36AD-2329F3D7ADF3}"/>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sp>
        <p:nvSpPr>
          <p:cNvPr id="2" name="TextBox 1">
            <a:extLst>
              <a:ext uri="{FF2B5EF4-FFF2-40B4-BE49-F238E27FC236}">
                <a16:creationId xmlns:a16="http://schemas.microsoft.com/office/drawing/2014/main" id="{C7E0E002-5368-0D52-33B8-572B86304FBC}"/>
              </a:ext>
            </a:extLst>
          </p:cNvPr>
          <p:cNvSpPr txBox="1"/>
          <p:nvPr/>
        </p:nvSpPr>
        <p:spPr>
          <a:xfrm>
            <a:off x="4948518" y="959224"/>
            <a:ext cx="5450541" cy="369332"/>
          </a:xfrm>
          <a:prstGeom prst="rect">
            <a:avLst/>
          </a:prstGeom>
          <a:noFill/>
        </p:spPr>
        <p:txBody>
          <a:bodyPr wrap="square" rtlCol="0">
            <a:spAutoFit/>
          </a:bodyPr>
          <a:lstStyle/>
          <a:p>
            <a:pPr algn="ctr"/>
            <a:r>
              <a:rPr lang="en-US" dirty="0"/>
              <a:t>Essential Features of Every Expected Utility Model</a:t>
            </a:r>
          </a:p>
        </p:txBody>
      </p:sp>
      <p:sp>
        <p:nvSpPr>
          <p:cNvPr id="9" name="TextBox 8">
            <a:extLst>
              <a:ext uri="{FF2B5EF4-FFF2-40B4-BE49-F238E27FC236}">
                <a16:creationId xmlns:a16="http://schemas.microsoft.com/office/drawing/2014/main" id="{E9B45193-EAFD-98F0-4F3F-DEF821543B10}"/>
              </a:ext>
            </a:extLst>
          </p:cNvPr>
          <p:cNvSpPr txBox="1"/>
          <p:nvPr/>
        </p:nvSpPr>
        <p:spPr>
          <a:xfrm>
            <a:off x="5280211" y="1604682"/>
            <a:ext cx="4894729" cy="2536528"/>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US" dirty="0"/>
              <a:t>Available actions</a:t>
            </a:r>
          </a:p>
          <a:p>
            <a:pPr marL="285750" indent="-285750">
              <a:lnSpc>
                <a:spcPct val="150000"/>
              </a:lnSpc>
              <a:buFont typeface="Courier New" panose="02070309020205020404" pitchFamily="49" charset="0"/>
              <a:buChar char="o"/>
            </a:pPr>
            <a:r>
              <a:rPr lang="en-US" dirty="0"/>
              <a:t>Possible outcomes</a:t>
            </a:r>
          </a:p>
          <a:p>
            <a:pPr marL="285750" indent="-285750">
              <a:lnSpc>
                <a:spcPct val="150000"/>
              </a:lnSpc>
              <a:buFont typeface="Courier New" panose="02070309020205020404" pitchFamily="49" charset="0"/>
              <a:buChar char="o"/>
            </a:pPr>
            <a:r>
              <a:rPr lang="en-US" dirty="0"/>
              <a:t>Preferences over outcomes (utility function)</a:t>
            </a:r>
          </a:p>
          <a:p>
            <a:pPr marL="285750" indent="-285750">
              <a:lnSpc>
                <a:spcPct val="150000"/>
              </a:lnSpc>
              <a:buFont typeface="Courier New" panose="02070309020205020404" pitchFamily="49" charset="0"/>
              <a:buChar char="o"/>
            </a:pPr>
            <a:r>
              <a:rPr lang="en-US" dirty="0"/>
              <a:t>Probability distributions connecting actions to outcomes</a:t>
            </a:r>
          </a:p>
          <a:p>
            <a:pPr marL="285750" indent="-285750">
              <a:lnSpc>
                <a:spcPct val="150000"/>
              </a:lnSpc>
              <a:buFont typeface="Courier New" panose="02070309020205020404" pitchFamily="49" charset="0"/>
              <a:buChar char="o"/>
            </a:pPr>
            <a:endParaRPr lang="en-US" dirty="0"/>
          </a:p>
        </p:txBody>
      </p:sp>
      <p:pic>
        <p:nvPicPr>
          <p:cNvPr id="10" name="Graphic 9">
            <a:extLst>
              <a:ext uri="{FF2B5EF4-FFF2-40B4-BE49-F238E27FC236}">
                <a16:creationId xmlns:a16="http://schemas.microsoft.com/office/drawing/2014/main" id="{CF7638F7-FD8C-0D95-603C-DB6F025FEC18}"/>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625245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4B441-637B-BB0A-1CEA-CCF052E30A7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4F85D0-0178-427E-9D2F-28EEF38A497C}"/>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AC64701C-D983-0BC7-F705-1BA400B342EC}"/>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sp>
        <p:nvSpPr>
          <p:cNvPr id="2" name="TextBox 1">
            <a:extLst>
              <a:ext uri="{FF2B5EF4-FFF2-40B4-BE49-F238E27FC236}">
                <a16:creationId xmlns:a16="http://schemas.microsoft.com/office/drawing/2014/main" id="{DD1D6763-9030-F392-F880-D158519A34FA}"/>
              </a:ext>
            </a:extLst>
          </p:cNvPr>
          <p:cNvSpPr txBox="1"/>
          <p:nvPr/>
        </p:nvSpPr>
        <p:spPr>
          <a:xfrm>
            <a:off x="4356847" y="403412"/>
            <a:ext cx="1945341"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FBE3E361-D0E9-3A38-F3AE-432886F00485}"/>
              </a:ext>
            </a:extLst>
          </p:cNvPr>
          <p:cNvSpPr txBox="1"/>
          <p:nvPr/>
        </p:nvSpPr>
        <p:spPr>
          <a:xfrm>
            <a:off x="6302188" y="403412"/>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pic>
        <p:nvPicPr>
          <p:cNvPr id="15" name="Graphic 14">
            <a:extLst>
              <a:ext uri="{FF2B5EF4-FFF2-40B4-BE49-F238E27FC236}">
                <a16:creationId xmlns:a16="http://schemas.microsoft.com/office/drawing/2014/main" id="{AFE42C17-1392-B72D-FA18-32181ABB9B0D}"/>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006489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A7A7A-7D64-7DCE-8B6B-F5EC99CC32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028A5F-79ED-3119-CE77-BD5A32878F35}"/>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2F99238B-5EE6-EF04-8F9C-8C6993E73FE4}"/>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sp>
        <p:nvSpPr>
          <p:cNvPr id="2" name="TextBox 1">
            <a:extLst>
              <a:ext uri="{FF2B5EF4-FFF2-40B4-BE49-F238E27FC236}">
                <a16:creationId xmlns:a16="http://schemas.microsoft.com/office/drawing/2014/main" id="{32B6D2E4-7906-487E-85D8-238005EC59D4}"/>
              </a:ext>
            </a:extLst>
          </p:cNvPr>
          <p:cNvSpPr txBox="1"/>
          <p:nvPr/>
        </p:nvSpPr>
        <p:spPr>
          <a:xfrm>
            <a:off x="4356847" y="403412"/>
            <a:ext cx="1945341"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787408AE-A604-DB64-7B5E-DD41B77C1153}"/>
              </a:ext>
            </a:extLst>
          </p:cNvPr>
          <p:cNvSpPr txBox="1"/>
          <p:nvPr/>
        </p:nvSpPr>
        <p:spPr>
          <a:xfrm>
            <a:off x="6302188" y="403412"/>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0D597DFF-E7A0-EFA8-17FB-022E9BDFC9A3}"/>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2F02DF0F-BC8B-E59C-2CA6-F469C0A3F421}"/>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pic>
        <p:nvPicPr>
          <p:cNvPr id="8" name="Graphic 7">
            <a:extLst>
              <a:ext uri="{FF2B5EF4-FFF2-40B4-BE49-F238E27FC236}">
                <a16:creationId xmlns:a16="http://schemas.microsoft.com/office/drawing/2014/main" id="{03C47381-069C-376D-1091-0B949DF48EA2}"/>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873515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25730-1197-0100-63DA-3F0E6AC7BB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1BFFCDF-E738-D085-B461-00C29A48CD84}"/>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423880FD-FBA2-72F1-E9BB-9AF2FF0E3C7D}"/>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sp>
        <p:nvSpPr>
          <p:cNvPr id="2" name="TextBox 1">
            <a:extLst>
              <a:ext uri="{FF2B5EF4-FFF2-40B4-BE49-F238E27FC236}">
                <a16:creationId xmlns:a16="http://schemas.microsoft.com/office/drawing/2014/main" id="{87EDEFC1-D31A-D945-C51E-76724F909D4F}"/>
              </a:ext>
            </a:extLst>
          </p:cNvPr>
          <p:cNvSpPr txBox="1"/>
          <p:nvPr/>
        </p:nvSpPr>
        <p:spPr>
          <a:xfrm>
            <a:off x="4356847" y="403412"/>
            <a:ext cx="1945341"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DECB4351-CC4F-3CB8-EA2C-CCF57E3FB7D8}"/>
              </a:ext>
            </a:extLst>
          </p:cNvPr>
          <p:cNvSpPr txBox="1"/>
          <p:nvPr/>
        </p:nvSpPr>
        <p:spPr>
          <a:xfrm>
            <a:off x="6302188" y="403412"/>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9BD6D953-843A-1828-9EDA-4C4F9C253DAE}"/>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B0B634E6-BF23-0621-30E9-889AEF533D44}"/>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ECC1A9CC-807C-1CAF-0F84-F7CBFD780FCD}"/>
              </a:ext>
            </a:extLst>
          </p:cNvPr>
          <p:cNvSpPr txBox="1"/>
          <p:nvPr/>
        </p:nvSpPr>
        <p:spPr>
          <a:xfrm>
            <a:off x="4374776" y="1739153"/>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7CBF2CE0-BD3C-5E86-217D-7F3B4D87E222}"/>
              </a:ext>
            </a:extLst>
          </p:cNvPr>
          <p:cNvSpPr txBox="1"/>
          <p:nvPr/>
        </p:nvSpPr>
        <p:spPr>
          <a:xfrm>
            <a:off x="6382870" y="1739153"/>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pic>
        <p:nvPicPr>
          <p:cNvPr id="7" name="Graphic 6">
            <a:extLst>
              <a:ext uri="{FF2B5EF4-FFF2-40B4-BE49-F238E27FC236}">
                <a16:creationId xmlns:a16="http://schemas.microsoft.com/office/drawing/2014/main" id="{305EB93E-09AA-1246-12B7-87C04A5730F3}"/>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80511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F5C8D-82D3-38F5-EB60-272914CF44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AC9232E-8934-C24A-DCDC-A599C6ABB77A}"/>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ED97AB76-562D-ACD7-B995-FBC48C63CF17}"/>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sp>
        <p:nvSpPr>
          <p:cNvPr id="2" name="TextBox 1">
            <a:extLst>
              <a:ext uri="{FF2B5EF4-FFF2-40B4-BE49-F238E27FC236}">
                <a16:creationId xmlns:a16="http://schemas.microsoft.com/office/drawing/2014/main" id="{712DDAC0-0986-4DE8-B428-25501E9DE640}"/>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A943642E-1FC9-A4C5-D9A8-2D9365686B8B}"/>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19C8440E-2AB1-3C2E-25FA-622AFAA67FF9}"/>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8D3FF6C0-32DF-8E40-3D15-53C15D4B46D8}"/>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FD4C0930-7902-BFCD-F642-DCA754E888B4}"/>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FCD51113-70CA-9AB2-024D-0B4317E05E17}"/>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FA5C3627-5B2F-101F-10B5-4297D36AA55C}"/>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pic>
        <p:nvPicPr>
          <p:cNvPr id="7" name="Graphic 6">
            <a:extLst>
              <a:ext uri="{FF2B5EF4-FFF2-40B4-BE49-F238E27FC236}">
                <a16:creationId xmlns:a16="http://schemas.microsoft.com/office/drawing/2014/main" id="{B09978EE-281F-6C13-9595-400610502CB4}"/>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58234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9D068-5437-13E7-4A1E-38D5E0D6397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AF2CAF-4243-3637-49FB-8209E7CC0580}"/>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7191E79E-7FD5-3063-C242-2209EC376F73}"/>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A76A453D-785E-1947-5281-CE9B4AA91C62}"/>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6EA9C3FA-95D2-2EC9-4455-5CCC775ABE5B}"/>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C498CF36-C1BE-6D93-38F0-2F2CCEBEF709}"/>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B6656853-BDDD-B5BF-1F9C-839700847AC0}"/>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C8C395B5-0E3D-449C-3EBA-8B7484140145}"/>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EA4D89B7-EA9D-76F8-A61E-CFDBB2E3CB2A}"/>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59A0FF2F-E59E-ED6A-0DCA-56D1E311C5E4}"/>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7651FC3C-F528-B958-C67B-DC3D4E149E36}"/>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A8420AD3-A547-1FD2-BC82-AA5DBB991A1E}"/>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CC052FF4-AA78-09C5-2C03-E83C555C7C21}"/>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5EE66F9A-5A4E-8576-8338-311950DC88FB}"/>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AE9A2811-6D5D-F74F-E939-45F3264C8376}"/>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1FCE1FD-420C-494D-54B5-E40B0770D19F}"/>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pic>
        <p:nvPicPr>
          <p:cNvPr id="19" name="Graphic 18">
            <a:extLst>
              <a:ext uri="{FF2B5EF4-FFF2-40B4-BE49-F238E27FC236}">
                <a16:creationId xmlns:a16="http://schemas.microsoft.com/office/drawing/2014/main" id="{0A544F3B-2B1E-6B32-3F0C-0F4ACBD739B4}"/>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837889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877E9-2060-7F67-483F-90D7D49EF5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829F4BE-E581-FEED-DC54-DB9499C5F64E}"/>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AEC13BBD-5B7E-B3EE-A748-D76468F27920}"/>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D91C3A3B-B803-2D55-28CC-3CBAD66D401A}"/>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503BF35C-6585-0C38-4E31-6D4358F8B11E}"/>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BB242986-7B50-DEC2-B818-EA5C11B8E9AC}"/>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74F91D44-AB22-EAEC-C3DE-85AA18465614}"/>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EB7432C2-BB78-F4A3-D4D5-5130C2E1F456}"/>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4636A7AB-3682-78E7-CE0F-41E0C945420F}"/>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9DB88515-FD67-EBCD-6015-FCDCE323966F}"/>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3468FD0B-A4F1-2A2C-935F-73C9D706E933}"/>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51C9E1CA-34E3-4061-F5BC-285A8780D893}"/>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EEAFF389-C5FC-3508-8456-E84B5DDE4E9B}"/>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F3CE1F3E-0FB3-8A1E-2D51-36F43C9A003A}"/>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E6BDF18B-2999-4975-B5AF-3E83114CD3AB}"/>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F45A271-260A-01FF-1ED6-DA8C77E106C9}"/>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DA9E7800-545A-2045-CC51-EB02690103E8}"/>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AAA582E1-4F93-2ECB-7629-D00D91147333}"/>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p:pic>
        <p:nvPicPr>
          <p:cNvPr id="21" name="Graphic 20">
            <a:extLst>
              <a:ext uri="{FF2B5EF4-FFF2-40B4-BE49-F238E27FC236}">
                <a16:creationId xmlns:a16="http://schemas.microsoft.com/office/drawing/2014/main" id="{5E046446-A02D-6EA3-7C69-4B2B9FB0B928}"/>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092553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A3AA2-22F2-5902-F941-C41D1DEA69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63A87A-F622-9BE9-1B6B-E41514694BBA}"/>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AE6B5DE1-9E4A-1A95-62EF-62306B462195}"/>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77C50DB5-D9B7-FE0D-EA3E-274D3B3C6397}"/>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59F1C077-B25F-41BC-311B-3902FB2FAA9D}"/>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6B03EDA7-0720-BADA-C7AA-673F07DCB469}"/>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D479D050-9B31-BA34-FD84-36C7301C21E9}"/>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D97CD68C-8210-7DD7-DD29-02F6F44988EF}"/>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39C98FC2-CDB4-BD0A-F36B-68BD4E3C6B39}"/>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A9D30033-D5E3-A3F2-A0B9-91E6B21F4364}"/>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50BAC96F-77CA-3877-7324-6430A56937FE}"/>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4BA89491-7815-3929-EBB1-4D47623EA1DF}"/>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A5D0B6FD-F9C4-028A-7095-BB639528B15B}"/>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86DAC289-D9BE-B858-5F51-69F22AB57A08}"/>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5999B665-4F60-E8B9-FCA3-45AEE024653B}"/>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F415D20-3BAA-9945-C22B-3E94A3D893D0}"/>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1796F9F4-A6D3-CD43-82C2-8D9C84AAB316}"/>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735BEC86-934B-F247-BD0A-719848373D59}"/>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p:sp>
        <p:nvSpPr>
          <p:cNvPr id="19" name="TextBox 18">
            <a:extLst>
              <a:ext uri="{FF2B5EF4-FFF2-40B4-BE49-F238E27FC236}">
                <a16:creationId xmlns:a16="http://schemas.microsoft.com/office/drawing/2014/main" id="{111B091C-4A4B-AFF8-2462-6F9A3D06FA26}"/>
              </a:ext>
            </a:extLst>
          </p:cNvPr>
          <p:cNvSpPr txBox="1"/>
          <p:nvPr/>
        </p:nvSpPr>
        <p:spPr>
          <a:xfrm>
            <a:off x="3440784" y="1753386"/>
            <a:ext cx="5128181" cy="2862322"/>
          </a:xfrm>
          <a:prstGeom prst="rect">
            <a:avLst/>
          </a:prstGeom>
          <a:solidFill>
            <a:schemeClr val="bg1"/>
          </a:solidFill>
        </p:spPr>
        <p:txBody>
          <a:bodyPr wrap="square" rtlCol="0">
            <a:spAutoFit/>
          </a:bodyPr>
          <a:lstStyle/>
          <a:p>
            <a:r>
              <a:rPr lang="en-US" dirty="0"/>
              <a:t>The idea:</a:t>
            </a:r>
          </a:p>
          <a:p>
            <a:endParaRPr lang="en-US" dirty="0"/>
          </a:p>
          <a:p>
            <a:r>
              <a:rPr lang="en-US" dirty="0"/>
              <a:t>The probability of the mayor’s re-election is higher if there is no flood than if there is a flood, and higher if the city can afford to cut taxes than if it can’t.</a:t>
            </a:r>
          </a:p>
          <a:p>
            <a:endParaRPr lang="en-US" dirty="0"/>
          </a:p>
          <a:p>
            <a:r>
              <a:rPr lang="en-US" dirty="0"/>
              <a:t>And if the seawall is tall instead of short, the probability of a flood is lower and the probability that taxes can be cut is also lower.</a:t>
            </a:r>
          </a:p>
        </p:txBody>
      </p:sp>
      <p:pic>
        <p:nvPicPr>
          <p:cNvPr id="22" name="Graphic 21">
            <a:extLst>
              <a:ext uri="{FF2B5EF4-FFF2-40B4-BE49-F238E27FC236}">
                <a16:creationId xmlns:a16="http://schemas.microsoft.com/office/drawing/2014/main" id="{9E10E50D-0FF9-74F3-577D-8E174EAAF14D}"/>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65060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B68F2-27A7-252D-B7D0-61C4FC97B43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587911-AEC8-4A5F-7F29-B45C5CDD31BA}"/>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E5F66738-EBEC-3B2D-2A0B-D2F0E3303A43}"/>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F8927E37-DD46-93CC-6018-C9DA0AAC0E20}"/>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077730F8-D1DA-C6CC-92AF-9C648EA6B8EC}"/>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27719E70-6BF7-BA0F-DA01-B28DD46959AE}"/>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0E8F4B5D-F956-043A-E8FB-09CABE9CACC1}"/>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39781A48-FD1B-8C4C-BB07-3FA0DB6DCF06}"/>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57DC03B9-B794-AC05-E099-7DEF08E665A5}"/>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9523B8E7-2270-24A3-8281-A6A166A516A3}"/>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C4005EBC-7644-96CB-F311-A1A6978DAD70}"/>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75788337-2A20-ABF6-147A-153C06681E9F}"/>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AB612A83-5613-A7CB-4643-8C7E5137FD50}"/>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FE6D53EF-1C13-CF93-F5A5-9BA3053F0835}"/>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342812FC-AF88-9256-3E83-BD2D61C770CE}"/>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EC26D2C-3757-57DC-AB51-04190FD5B3DF}"/>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D6DF61A6-ECD0-B09C-C0E2-57C6E18245FE}"/>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10E5F041-8EE3-9A8F-22E5-571036463920}"/>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D46FF68-CD67-0D3A-8AEA-B4158A6E8FC6}"/>
                  </a:ext>
                </a:extLst>
              </p:cNvPr>
              <p:cNvSpPr txBox="1"/>
              <p:nvPr/>
            </p:nvSpPr>
            <p:spPr>
              <a:xfrm>
                <a:off x="174810" y="1513416"/>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d>
                        <m:dPr>
                          <m:ctrlPr>
                            <a:rPr lang="en-US" b="0" i="1" smtClean="0">
                              <a:solidFill>
                                <a:schemeClr val="bg1"/>
                              </a:solidFill>
                              <a:latin typeface="Cambria Math" panose="02040503050406030204" pitchFamily="18" charset="0"/>
                            </a:rPr>
                          </m:ctrlPr>
                        </m:dPr>
                        <m:e>
                          <m:r>
                            <m:rPr>
                              <m:nor/>
                            </m:rPr>
                            <a:rPr lang="en-US" b="0" i="0" smtClean="0">
                              <a:solidFill>
                                <a:schemeClr val="bg1"/>
                              </a:solidFill>
                              <a:latin typeface="Cambria Math" panose="02040503050406030204" pitchFamily="18" charset="0"/>
                            </a:rPr>
                            <m:t>flood</m:t>
                          </m:r>
                        </m:e>
                      </m:d>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1" smtClean="0">
                                  <a:solidFill>
                                    <a:schemeClr val="bg1"/>
                                  </a:solidFill>
                                  <a:latin typeface="Cambria Math" panose="02040503050406030204" pitchFamily="18" charset="0"/>
                                </a:rPr>
                                <m:t>10</m:t>
                              </m:r>
                            </m:den>
                          </m:f>
                        </m:e>
                      </m:box>
                    </m:oMath>
                  </m:oMathPara>
                </a14:m>
                <a:endParaRPr lang="en-US"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flood</m:t>
                      </m:r>
                      <m:r>
                        <a:rPr lang="en-US" b="0" i="1" smtClean="0">
                          <a:solidFill>
                            <a:schemeClr val="bg1"/>
                          </a:solidFill>
                          <a:latin typeface="Cambria Math" panose="02040503050406030204" pitchFamily="18" charset="0"/>
                        </a:rPr>
                        <m:t>)=0</m:t>
                      </m:r>
                    </m:oMath>
                  </m:oMathPara>
                </a14:m>
                <a:endParaRPr lang="en-US" b="0"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no</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flood</m:t>
                      </m:r>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e>
                      </m:box>
                    </m:oMath>
                  </m:oMathPara>
                </a14:m>
                <a:endParaRPr lang="en-US" b="0" dirty="0">
                  <a:solidFill>
                    <a:schemeClr val="bg1"/>
                  </a:solidFill>
                </a:endParaRPr>
              </a:p>
              <a:p>
                <a:pPr>
                  <a:lnSpc>
                    <a:spcPct val="150000"/>
                  </a:lnSpc>
                </a:pPr>
                <a:endParaRPr lang="en-US" dirty="0"/>
              </a:p>
            </p:txBody>
          </p:sp>
        </mc:Choice>
        <mc:Fallback xmlns="">
          <p:sp>
            <p:nvSpPr>
              <p:cNvPr id="20" name="TextBox 19">
                <a:extLst>
                  <a:ext uri="{FF2B5EF4-FFF2-40B4-BE49-F238E27FC236}">
                    <a16:creationId xmlns:a16="http://schemas.microsoft.com/office/drawing/2014/main" id="{BD46FF68-CD67-0D3A-8AEA-B4158A6E8FC6}"/>
                  </a:ext>
                </a:extLst>
              </p:cNvPr>
              <p:cNvSpPr txBox="1">
                <a:spLocks noRot="1" noChangeAspect="1" noMove="1" noResize="1" noEditPoints="1" noAdjustHandles="1" noChangeArrowheads="1" noChangeShapeType="1" noTextEdit="1"/>
              </p:cNvSpPr>
              <p:nvPr/>
            </p:nvSpPr>
            <p:spPr>
              <a:xfrm>
                <a:off x="174810" y="1513416"/>
                <a:ext cx="4903695" cy="3714863"/>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695CE5B-C375-A9AD-CC30-3B7234F0A3EB}"/>
                  </a:ext>
                </a:extLst>
              </p:cNvPr>
              <p:cNvSpPr txBox="1"/>
              <p:nvPr/>
            </p:nvSpPr>
            <p:spPr>
              <a:xfrm>
                <a:off x="7059705" y="1517187"/>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d>
                        <m:dPr>
                          <m:ctrlPr>
                            <a:rPr lang="en-US" b="0" i="1" smtClean="0">
                              <a:solidFill>
                                <a:schemeClr val="bg1"/>
                              </a:solidFill>
                              <a:latin typeface="Cambria Math" panose="02040503050406030204" pitchFamily="18" charset="0"/>
                            </a:rPr>
                          </m:ctrlPr>
                        </m:dPr>
                        <m:e>
                          <m:r>
                            <m:rPr>
                              <m:nor/>
                            </m:rPr>
                            <a:rPr lang="en-US" b="0" i="0" smtClean="0">
                              <a:solidFill>
                                <a:schemeClr val="bg1"/>
                              </a:solidFill>
                              <a:latin typeface="Cambria Math" panose="02040503050406030204" pitchFamily="18" charset="0"/>
                            </a:rPr>
                            <m:t>re</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elected</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flood</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and</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no</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e>
                      </m:d>
                      <m:r>
                        <a:rPr lang="en-US" b="0" i="1" smtClean="0">
                          <a:solidFill>
                            <a:schemeClr val="bg1"/>
                          </a:solidFill>
                          <a:latin typeface="Cambria Math" panose="02040503050406030204" pitchFamily="18" charset="0"/>
                        </a:rPr>
                        <m:t>=0</m:t>
                      </m:r>
                    </m:oMath>
                  </m:oMathPara>
                </a14:m>
                <a:endParaRPr lang="en-US" b="0"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re</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elected</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no</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flood</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and</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no</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e>
                      </m:box>
                    </m:oMath>
                  </m:oMathPara>
                </a14:m>
                <a:endParaRPr lang="en-US"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re</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elected</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flood</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and</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e>
                      </m:box>
                    </m:oMath>
                  </m:oMathPara>
                </a14:m>
                <a:endParaRPr lang="en-US"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re</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elected</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no</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flood</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and</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3</m:t>
                              </m:r>
                            </m:num>
                            <m:den>
                              <m:r>
                                <a:rPr lang="en-US" b="0" i="1" smtClean="0">
                                  <a:solidFill>
                                    <a:schemeClr val="bg1"/>
                                  </a:solidFill>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d>
                        <m:dPr>
                          <m:ctrlPr>
                            <a:rPr lang="en-US" b="0" i="1" smtClean="0">
                              <a:solidFill>
                                <a:schemeClr val="bg1"/>
                              </a:solidFill>
                              <a:latin typeface="Cambria Math" panose="02040503050406030204" pitchFamily="18" charset="0"/>
                            </a:rPr>
                          </m:ctrlPr>
                        </m:dPr>
                        <m:e>
                          <m:r>
                            <m:rPr>
                              <m:nor/>
                            </m:rPr>
                            <a:rPr lang="en-US" b="0" i="0" smtClean="0">
                              <a:solidFill>
                                <a:schemeClr val="bg1"/>
                              </a:solidFill>
                              <a:latin typeface="Cambria Math" panose="02040503050406030204" pitchFamily="18" charset="0"/>
                            </a:rPr>
                            <m:t>flood</m:t>
                          </m:r>
                        </m:e>
                      </m:d>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1" smtClean="0">
                                  <a:solidFill>
                                    <a:schemeClr val="bg1"/>
                                  </a:solidFill>
                                  <a:latin typeface="Cambria Math" panose="02040503050406030204" pitchFamily="18" charset="0"/>
                                </a:rPr>
                                <m:t>10</m:t>
                              </m:r>
                            </m:den>
                          </m:f>
                        </m:e>
                      </m:box>
                    </m:oMath>
                  </m:oMathPara>
                </a14:m>
                <a:endParaRPr lang="en-US"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flood</m:t>
                      </m:r>
                      <m:r>
                        <a:rPr lang="en-US" b="0" i="1" smtClean="0">
                          <a:solidFill>
                            <a:schemeClr val="bg1"/>
                          </a:solidFill>
                          <a:latin typeface="Cambria Math" panose="02040503050406030204" pitchFamily="18" charset="0"/>
                        </a:rPr>
                        <m:t>)=0</m:t>
                      </m:r>
                    </m:oMath>
                  </m:oMathPara>
                </a14:m>
                <a:endParaRPr lang="en-US" b="0"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no</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flood</m:t>
                      </m:r>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e>
                      </m:box>
                    </m:oMath>
                  </m:oMathPara>
                </a14:m>
                <a:endParaRPr lang="en-US" b="0" dirty="0"/>
              </a:p>
              <a:p>
                <a:pPr>
                  <a:lnSpc>
                    <a:spcPct val="150000"/>
                  </a:lnSpc>
                </a:pPr>
                <a:endParaRPr lang="en-US" dirty="0"/>
              </a:p>
            </p:txBody>
          </p:sp>
        </mc:Choice>
        <mc:Fallback xmlns="">
          <p:sp>
            <p:nvSpPr>
              <p:cNvPr id="22" name="TextBox 21">
                <a:extLst>
                  <a:ext uri="{FF2B5EF4-FFF2-40B4-BE49-F238E27FC236}">
                    <a16:creationId xmlns:a16="http://schemas.microsoft.com/office/drawing/2014/main" id="{5695CE5B-C375-A9AD-CC30-3B7234F0A3EB}"/>
                  </a:ext>
                </a:extLst>
              </p:cNvPr>
              <p:cNvSpPr txBox="1">
                <a:spLocks noRot="1" noChangeAspect="1" noMove="1" noResize="1" noEditPoints="1" noAdjustHandles="1" noChangeArrowheads="1" noChangeShapeType="1" noTextEdit="1"/>
              </p:cNvSpPr>
              <p:nvPr/>
            </p:nvSpPr>
            <p:spPr>
              <a:xfrm>
                <a:off x="7059705" y="1517187"/>
                <a:ext cx="4903695" cy="3714863"/>
              </a:xfrm>
              <a:prstGeom prst="rect">
                <a:avLst/>
              </a:prstGeom>
              <a:blipFill>
                <a:blip r:embed="rId3"/>
                <a:stretch>
                  <a:fillRect/>
                </a:stretch>
              </a:blipFill>
              <a:ln>
                <a:solidFill>
                  <a:schemeClr val="tx1"/>
                </a:solidFill>
              </a:ln>
            </p:spPr>
            <p:txBody>
              <a:bodyPr/>
              <a:lstStyle/>
              <a:p>
                <a:r>
                  <a:rPr lang="en-US">
                    <a:noFill/>
                  </a:rPr>
                  <a:t> </a:t>
                </a:r>
              </a:p>
            </p:txBody>
          </p:sp>
        </mc:Fallback>
      </mc:AlternateContent>
      <p:pic>
        <p:nvPicPr>
          <p:cNvPr id="23" name="Graphic 22">
            <a:extLst>
              <a:ext uri="{FF2B5EF4-FFF2-40B4-BE49-F238E27FC236}">
                <a16:creationId xmlns:a16="http://schemas.microsoft.com/office/drawing/2014/main" id="{85FC8371-CB84-1B0B-E83A-188DDDA9701F}"/>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4"/>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214093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025C-C7E3-41C2-A77D-ABAB535C43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011D97-D448-51F5-0276-A1A30235CEAD}"/>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C523C198-4BAE-72CD-CADB-5E98B6B70D03}"/>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C5255153-772D-7BF8-2EDF-9573BD1A1F32}"/>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A2AAEB9D-935E-99B0-7A5C-7B5E4E502F56}"/>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8EECA52D-DBEF-1A1D-EAF2-47265488600D}"/>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DBF272EA-8347-FF4A-5F7D-C5FA381B7B87}"/>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DAFD2B3C-5AFD-4E36-5BA9-9A12E1777069}"/>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3E20CAF9-130E-AF13-8989-DBE67DA1AD21}"/>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EFD9ABE5-7FB1-B332-0A39-4CF129FB8E5B}"/>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F5D29678-7B99-C838-2A2C-39429A9242D6}"/>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62EBC41C-F70D-F1DA-AEEC-554FCE629365}"/>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F45E34AC-7DCB-200D-996E-C09240CEC76C}"/>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CAEF14C3-5429-447C-F126-56B6F03BE563}"/>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175BA66F-8D01-DC9B-20F6-5D371099FF25}"/>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13DF7F9-0220-6C57-8FB0-773413775295}"/>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FF8789A5-CA72-CA90-3051-FB0361FE30E9}"/>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73D34073-9A03-6A17-A090-CF87307BBC45}"/>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F18CDF1-3D7F-4582-DB77-7F3AE12CB227}"/>
                  </a:ext>
                </a:extLst>
              </p:cNvPr>
              <p:cNvSpPr txBox="1"/>
              <p:nvPr/>
            </p:nvSpPr>
            <p:spPr>
              <a:xfrm>
                <a:off x="174810" y="1513416"/>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d>
                        <m:dPr>
                          <m:ctrlPr>
                            <a:rPr lang="en-US" b="0" i="1" smtClean="0">
                              <a:solidFill>
                                <a:schemeClr val="bg1"/>
                              </a:solidFill>
                              <a:latin typeface="Cambria Math" panose="02040503050406030204" pitchFamily="18" charset="0"/>
                            </a:rPr>
                          </m:ctrlPr>
                        </m:dPr>
                        <m:e>
                          <m:r>
                            <m:rPr>
                              <m:nor/>
                            </m:rPr>
                            <a:rPr lang="en-US" b="0" i="0" smtClean="0">
                              <a:solidFill>
                                <a:schemeClr val="bg1"/>
                              </a:solidFill>
                              <a:latin typeface="Cambria Math" panose="02040503050406030204" pitchFamily="18" charset="0"/>
                            </a:rPr>
                            <m:t>flood</m:t>
                          </m:r>
                        </m:e>
                      </m:d>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1" smtClean="0">
                                  <a:solidFill>
                                    <a:schemeClr val="bg1"/>
                                  </a:solidFill>
                                  <a:latin typeface="Cambria Math" panose="02040503050406030204" pitchFamily="18" charset="0"/>
                                </a:rPr>
                                <m:t>10</m:t>
                              </m:r>
                            </m:den>
                          </m:f>
                        </m:e>
                      </m:box>
                    </m:oMath>
                  </m:oMathPara>
                </a14:m>
                <a:endParaRPr lang="en-US"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flood</m:t>
                      </m:r>
                      <m:r>
                        <a:rPr lang="en-US" b="0" i="1" smtClean="0">
                          <a:solidFill>
                            <a:schemeClr val="bg1"/>
                          </a:solidFill>
                          <a:latin typeface="Cambria Math" panose="02040503050406030204" pitchFamily="18" charset="0"/>
                        </a:rPr>
                        <m:t>)=0</m:t>
                      </m:r>
                    </m:oMath>
                  </m:oMathPara>
                </a14:m>
                <a:endParaRPr lang="en-US" b="0"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no</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flood</m:t>
                      </m:r>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e>
                      </m:box>
                    </m:oMath>
                  </m:oMathPara>
                </a14:m>
                <a:endParaRPr lang="en-US" b="0" dirty="0">
                  <a:solidFill>
                    <a:schemeClr val="bg1"/>
                  </a:solidFill>
                </a:endParaRPr>
              </a:p>
              <a:p>
                <a:pPr>
                  <a:lnSpc>
                    <a:spcPct val="150000"/>
                  </a:lnSpc>
                </a:pPr>
                <a:endParaRPr lang="en-US" dirty="0"/>
              </a:p>
            </p:txBody>
          </p:sp>
        </mc:Choice>
        <mc:Fallback xmlns="">
          <p:sp>
            <p:nvSpPr>
              <p:cNvPr id="20" name="TextBox 19">
                <a:extLst>
                  <a:ext uri="{FF2B5EF4-FFF2-40B4-BE49-F238E27FC236}">
                    <a16:creationId xmlns:a16="http://schemas.microsoft.com/office/drawing/2014/main" id="{1F18CDF1-3D7F-4582-DB77-7F3AE12CB227}"/>
                  </a:ext>
                </a:extLst>
              </p:cNvPr>
              <p:cNvSpPr txBox="1">
                <a:spLocks noRot="1" noChangeAspect="1" noMove="1" noResize="1" noEditPoints="1" noAdjustHandles="1" noChangeArrowheads="1" noChangeShapeType="1" noTextEdit="1"/>
              </p:cNvSpPr>
              <p:nvPr/>
            </p:nvSpPr>
            <p:spPr>
              <a:xfrm>
                <a:off x="174810" y="1513416"/>
                <a:ext cx="4903695" cy="3714863"/>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4F8ADDD-0EE0-0D02-29FE-65C9F0A82C1E}"/>
                  </a:ext>
                </a:extLst>
              </p:cNvPr>
              <p:cNvSpPr txBox="1"/>
              <p:nvPr/>
            </p:nvSpPr>
            <p:spPr>
              <a:xfrm>
                <a:off x="7059705" y="1517187"/>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d>
                        <m:dPr>
                          <m:ctrlPr>
                            <a:rPr lang="en-US" b="0" i="1" smtClean="0">
                              <a:solidFill>
                                <a:schemeClr val="bg1"/>
                              </a:solidFill>
                              <a:latin typeface="Cambria Math" panose="02040503050406030204" pitchFamily="18" charset="0"/>
                            </a:rPr>
                          </m:ctrlPr>
                        </m:dPr>
                        <m:e>
                          <m:r>
                            <m:rPr>
                              <m:nor/>
                            </m:rPr>
                            <a:rPr lang="en-US" b="0" i="0" smtClean="0">
                              <a:solidFill>
                                <a:schemeClr val="bg1"/>
                              </a:solidFill>
                              <a:latin typeface="Cambria Math" panose="02040503050406030204" pitchFamily="18" charset="0"/>
                            </a:rPr>
                            <m:t>flood</m:t>
                          </m:r>
                        </m:e>
                      </m:d>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1" smtClean="0">
                                  <a:solidFill>
                                    <a:schemeClr val="bg1"/>
                                  </a:solidFill>
                                  <a:latin typeface="Cambria Math" panose="02040503050406030204" pitchFamily="18" charset="0"/>
                                </a:rPr>
                                <m:t>10</m:t>
                              </m:r>
                            </m:den>
                          </m:f>
                        </m:e>
                      </m:box>
                    </m:oMath>
                  </m:oMathPara>
                </a14:m>
                <a:endParaRPr lang="en-US"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flood</m:t>
                      </m:r>
                      <m:r>
                        <a:rPr lang="en-US" b="0" i="1" smtClean="0">
                          <a:solidFill>
                            <a:schemeClr val="bg1"/>
                          </a:solidFill>
                          <a:latin typeface="Cambria Math" panose="02040503050406030204" pitchFamily="18" charset="0"/>
                        </a:rPr>
                        <m:t>)=0</m:t>
                      </m:r>
                    </m:oMath>
                  </m:oMathPara>
                </a14:m>
                <a:endParaRPr lang="en-US" b="0"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no</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flood</m:t>
                      </m:r>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e>
                      </m:box>
                    </m:oMath>
                  </m:oMathPara>
                </a14:m>
                <a:endParaRPr lang="en-US" b="0" dirty="0"/>
              </a:p>
              <a:p>
                <a:pPr>
                  <a:lnSpc>
                    <a:spcPct val="150000"/>
                  </a:lnSpc>
                </a:pPr>
                <a:endParaRPr lang="en-US" dirty="0"/>
              </a:p>
            </p:txBody>
          </p:sp>
        </mc:Choice>
        <mc:Fallback xmlns="">
          <p:sp>
            <p:nvSpPr>
              <p:cNvPr id="22" name="TextBox 21">
                <a:extLst>
                  <a:ext uri="{FF2B5EF4-FFF2-40B4-BE49-F238E27FC236}">
                    <a16:creationId xmlns:a16="http://schemas.microsoft.com/office/drawing/2014/main" id="{C4F8ADDD-0EE0-0D02-29FE-65C9F0A82C1E}"/>
                  </a:ext>
                </a:extLst>
              </p:cNvPr>
              <p:cNvSpPr txBox="1">
                <a:spLocks noRot="1" noChangeAspect="1" noMove="1" noResize="1" noEditPoints="1" noAdjustHandles="1" noChangeArrowheads="1" noChangeShapeType="1" noTextEdit="1"/>
              </p:cNvSpPr>
              <p:nvPr/>
            </p:nvSpPr>
            <p:spPr>
              <a:xfrm>
                <a:off x="7059705" y="1517187"/>
                <a:ext cx="4903695" cy="3714863"/>
              </a:xfrm>
              <a:prstGeom prst="rect">
                <a:avLst/>
              </a:prstGeom>
              <a:blipFill>
                <a:blip r:embed="rId3"/>
                <a:stretch>
                  <a:fillRect/>
                </a:stretch>
              </a:blipFill>
              <a:ln>
                <a:solidFill>
                  <a:schemeClr val="tx1"/>
                </a:solidFill>
              </a:ln>
            </p:spPr>
            <p:txBody>
              <a:bodyPr/>
              <a:lstStyle/>
              <a:p>
                <a:r>
                  <a:rPr lang="en-US">
                    <a:noFill/>
                  </a:rPr>
                  <a:t> </a:t>
                </a:r>
              </a:p>
            </p:txBody>
          </p:sp>
        </mc:Fallback>
      </mc:AlternateContent>
      <p:pic>
        <p:nvPicPr>
          <p:cNvPr id="23" name="Graphic 22">
            <a:extLst>
              <a:ext uri="{FF2B5EF4-FFF2-40B4-BE49-F238E27FC236}">
                <a16:creationId xmlns:a16="http://schemas.microsoft.com/office/drawing/2014/main" id="{0311A0BF-D790-42F5-B550-E568CC769C9D}"/>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2719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467EC-9147-63B4-F5DD-DE3BADDBBE0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835C0DD-3DAA-5A6E-D22D-57F3AE17CF3B}"/>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6E7475F5-FDCE-CB68-E665-AB2C385C8322}"/>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FF69D682-1CAB-09E5-1E4C-532AACCC8B9A}"/>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C5FE6D04-2A14-3115-0C9A-1AEE241855EC}"/>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A6219D7B-62D6-4C3B-DF1C-26A04D0A44E7}"/>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03A47EDE-C1BD-1085-89D2-C0296FF769D3}"/>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77750636-A5F9-FB20-DB49-2ADA53CB456F}"/>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CA5D87EE-AF97-1FFC-3D31-A0FA90A97C32}"/>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19900530-8E70-07AE-8506-FB010E6FE734}"/>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8EDF0D7E-1B55-331F-164C-84A564A68122}"/>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B7FB2C75-7C57-AF65-679B-9F25CEC4F364}"/>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3540FCA6-7F1A-67A7-757E-D44C06050089}"/>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AF1B1905-EF57-1531-9E58-58A023F1D1B7}"/>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EE967D3E-D8D9-4151-480C-EFDA4761F461}"/>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FFB31AB-7EA4-E9FA-7666-A99995D30C32}"/>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2F58993A-BA79-5A81-6872-7D2105F893B0}"/>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8305BAC1-89B9-2507-40FF-280BC5FAC420}"/>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B1B6D21-DEE4-B3DF-7A06-59F0344D679D}"/>
                  </a:ext>
                </a:extLst>
              </p:cNvPr>
              <p:cNvSpPr txBox="1"/>
              <p:nvPr/>
            </p:nvSpPr>
            <p:spPr>
              <a:xfrm>
                <a:off x="174810" y="1513416"/>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b="0" dirty="0"/>
              </a:p>
              <a:p>
                <a:pPr>
                  <a:lnSpc>
                    <a:spcPct val="150000"/>
                  </a:lnSpc>
                </a:pPr>
                <a:endParaRPr lang="en-US" dirty="0"/>
              </a:p>
            </p:txBody>
          </p:sp>
        </mc:Choice>
        <mc:Fallback xmlns="">
          <p:sp>
            <p:nvSpPr>
              <p:cNvPr id="20" name="TextBox 19">
                <a:extLst>
                  <a:ext uri="{FF2B5EF4-FFF2-40B4-BE49-F238E27FC236}">
                    <a16:creationId xmlns:a16="http://schemas.microsoft.com/office/drawing/2014/main" id="{AB1B6D21-DEE4-B3DF-7A06-59F0344D679D}"/>
                  </a:ext>
                </a:extLst>
              </p:cNvPr>
              <p:cNvSpPr txBox="1">
                <a:spLocks noRot="1" noChangeAspect="1" noMove="1" noResize="1" noEditPoints="1" noAdjustHandles="1" noChangeArrowheads="1" noChangeShapeType="1" noTextEdit="1"/>
              </p:cNvSpPr>
              <p:nvPr/>
            </p:nvSpPr>
            <p:spPr>
              <a:xfrm>
                <a:off x="174810" y="1513416"/>
                <a:ext cx="4903695" cy="3714863"/>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3B9BA2-1270-698D-4A8C-ABDA65F32D3E}"/>
                  </a:ext>
                </a:extLst>
              </p:cNvPr>
              <p:cNvSpPr txBox="1"/>
              <p:nvPr/>
            </p:nvSpPr>
            <p:spPr>
              <a:xfrm>
                <a:off x="7059705" y="1517187"/>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d>
                        <m:dPr>
                          <m:ctrlPr>
                            <a:rPr lang="en-US" b="0" i="1" smtClean="0">
                              <a:solidFill>
                                <a:schemeClr val="bg1"/>
                              </a:solidFill>
                              <a:latin typeface="Cambria Math" panose="02040503050406030204" pitchFamily="18" charset="0"/>
                            </a:rPr>
                          </m:ctrlPr>
                        </m:dPr>
                        <m:e>
                          <m:r>
                            <m:rPr>
                              <m:nor/>
                            </m:rPr>
                            <a:rPr lang="en-US" b="0" i="0" smtClean="0">
                              <a:solidFill>
                                <a:schemeClr val="bg1"/>
                              </a:solidFill>
                              <a:latin typeface="Cambria Math" panose="02040503050406030204" pitchFamily="18" charset="0"/>
                            </a:rPr>
                            <m:t>flood</m:t>
                          </m:r>
                        </m:e>
                      </m:d>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2</m:t>
                              </m:r>
                            </m:num>
                            <m:den>
                              <m:r>
                                <a:rPr lang="en-US" b="0" i="1" smtClean="0">
                                  <a:solidFill>
                                    <a:schemeClr val="bg1"/>
                                  </a:solidFill>
                                  <a:latin typeface="Cambria Math" panose="02040503050406030204" pitchFamily="18" charset="0"/>
                                </a:rPr>
                                <m:t>10</m:t>
                              </m:r>
                            </m:den>
                          </m:f>
                        </m:e>
                      </m:box>
                    </m:oMath>
                  </m:oMathPara>
                </a14:m>
                <a:endParaRPr lang="en-US"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flood</m:t>
                      </m:r>
                      <m:r>
                        <a:rPr lang="en-US" b="0" i="1" smtClean="0">
                          <a:solidFill>
                            <a:schemeClr val="bg1"/>
                          </a:solidFill>
                          <a:latin typeface="Cambria Math" panose="02040503050406030204" pitchFamily="18" charset="0"/>
                        </a:rPr>
                        <m:t>)=0</m:t>
                      </m:r>
                    </m:oMath>
                  </m:oMathPara>
                </a14:m>
                <a:endParaRPr lang="en-US" b="0"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tax</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cut</m:t>
                      </m:r>
                      <m:r>
                        <m:rPr>
                          <m:nor/>
                        </m:rPr>
                        <a:rPr lang="en-US" b="0" i="0" smtClean="0">
                          <a:solidFill>
                            <a:schemeClr val="bg1"/>
                          </a:solidFill>
                          <a:latin typeface="Cambria Math" panose="02040503050406030204" pitchFamily="18" charset="0"/>
                        </a:rPr>
                        <m:t>|</m:t>
                      </m:r>
                      <m:r>
                        <m:rPr>
                          <m:nor/>
                        </m:rPr>
                        <a:rPr lang="en-US" b="0" i="0" smtClean="0">
                          <a:solidFill>
                            <a:schemeClr val="bg1"/>
                          </a:solidFill>
                          <a:latin typeface="Cambria Math" panose="02040503050406030204" pitchFamily="18" charset="0"/>
                        </a:rPr>
                        <m:t>no</m:t>
                      </m:r>
                      <m:r>
                        <m:rPr>
                          <m:nor/>
                        </m:rPr>
                        <a:rPr lang="en-US" b="0" i="0" smtClean="0">
                          <a:solidFill>
                            <a:schemeClr val="bg1"/>
                          </a:solidFill>
                          <a:latin typeface="Cambria Math" panose="02040503050406030204" pitchFamily="18" charset="0"/>
                        </a:rPr>
                        <m:t> </m:t>
                      </m:r>
                      <m:r>
                        <m:rPr>
                          <m:nor/>
                        </m:rPr>
                        <a:rPr lang="en-US" b="0" i="0" smtClean="0">
                          <a:solidFill>
                            <a:schemeClr val="bg1"/>
                          </a:solidFill>
                          <a:latin typeface="Cambria Math" panose="02040503050406030204" pitchFamily="18" charset="0"/>
                        </a:rPr>
                        <m:t>flood</m:t>
                      </m:r>
                      <m:r>
                        <a:rPr lang="en-US" b="0" i="1" smtClean="0">
                          <a:solidFill>
                            <a:schemeClr val="bg1"/>
                          </a:solidFill>
                          <a:latin typeface="Cambria Math" panose="02040503050406030204" pitchFamily="18" charset="0"/>
                        </a:rPr>
                        <m:t>)=</m:t>
                      </m:r>
                      <m:box>
                        <m:boxPr>
                          <m:ctrlPr>
                            <a:rPr lang="en-US" b="0" i="1" smtClean="0">
                              <a:solidFill>
                                <a:schemeClr val="bg1"/>
                              </a:solidFill>
                              <a:latin typeface="Cambria Math" panose="02040503050406030204" pitchFamily="18" charset="0"/>
                            </a:rPr>
                          </m:ctrlPr>
                        </m:boxPr>
                        <m:e>
                          <m:argPr>
                            <m:argSz m:val="-1"/>
                          </m:argP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e>
                      </m:box>
                    </m:oMath>
                  </m:oMathPara>
                </a14:m>
                <a:endParaRPr lang="en-US" b="0" dirty="0"/>
              </a:p>
              <a:p>
                <a:pPr>
                  <a:lnSpc>
                    <a:spcPct val="150000"/>
                  </a:lnSpc>
                </a:pPr>
                <a:endParaRPr lang="en-US" dirty="0"/>
              </a:p>
            </p:txBody>
          </p:sp>
        </mc:Choice>
        <mc:Fallback xmlns="">
          <p:sp>
            <p:nvSpPr>
              <p:cNvPr id="22" name="TextBox 21">
                <a:extLst>
                  <a:ext uri="{FF2B5EF4-FFF2-40B4-BE49-F238E27FC236}">
                    <a16:creationId xmlns:a16="http://schemas.microsoft.com/office/drawing/2014/main" id="{793B9BA2-1270-698D-4A8C-ABDA65F32D3E}"/>
                  </a:ext>
                </a:extLst>
              </p:cNvPr>
              <p:cNvSpPr txBox="1">
                <a:spLocks noRot="1" noChangeAspect="1" noMove="1" noResize="1" noEditPoints="1" noAdjustHandles="1" noChangeArrowheads="1" noChangeShapeType="1" noTextEdit="1"/>
              </p:cNvSpPr>
              <p:nvPr/>
            </p:nvSpPr>
            <p:spPr>
              <a:xfrm>
                <a:off x="7059705" y="1517187"/>
                <a:ext cx="4903695" cy="3714863"/>
              </a:xfrm>
              <a:prstGeom prst="rect">
                <a:avLst/>
              </a:prstGeom>
              <a:blipFill>
                <a:blip r:embed="rId3"/>
                <a:stretch>
                  <a:fillRect/>
                </a:stretch>
              </a:blipFill>
              <a:ln>
                <a:solidFill>
                  <a:schemeClr val="tx1"/>
                </a:solidFill>
              </a:ln>
            </p:spPr>
            <p:txBody>
              <a:bodyPr/>
              <a:lstStyle/>
              <a:p>
                <a:r>
                  <a:rPr lang="en-US">
                    <a:noFill/>
                  </a:rPr>
                  <a:t> </a:t>
                </a:r>
              </a:p>
            </p:txBody>
          </p:sp>
        </mc:Fallback>
      </mc:AlternateContent>
      <p:pic>
        <p:nvPicPr>
          <p:cNvPr id="23" name="Graphic 22">
            <a:extLst>
              <a:ext uri="{FF2B5EF4-FFF2-40B4-BE49-F238E27FC236}">
                <a16:creationId xmlns:a16="http://schemas.microsoft.com/office/drawing/2014/main" id="{73088AD8-0D30-732F-139E-D4E23A1F2635}"/>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929803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8CBE5-951A-C782-1A11-C46987F1D5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14BBA7-F2D8-56A4-9BF5-E3ACE7611187}"/>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568E8752-54F5-4F43-D3A3-625800190DA5}"/>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911EDBCC-D87E-EB56-649E-E70D1E250C36}"/>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D4BBBFE5-478A-523E-D0EF-182AE07DF530}"/>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9863EA8D-F6C7-1478-34AA-68EB0DA035E3}"/>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A00BCDA2-B977-F15B-BD10-2662FD0C7D5D}"/>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83D2E135-2FE9-B921-894D-BBC7448D51CB}"/>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A88E1A56-FFEB-7D8B-1FA9-A462F02A3F4C}"/>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95A922B9-4947-4664-CAC1-7C703DEC39DE}"/>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9A7FFDAA-1C84-2B9C-6EA5-FDE03D006903}"/>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05C2BECF-976E-81B5-3973-553E86277F53}"/>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23CFF4DE-27E3-B0AF-25BE-45DA9E5CC20F}"/>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8F960A4B-32AF-68AF-B5D5-AE2FC4B58A6D}"/>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7F42D76D-6A41-A2F5-B839-B458A22DBB9F}"/>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9EF6D91-6A92-417F-C077-F70B4FCCD204}"/>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16FB5EF0-9040-4A40-05A1-BD58223D1BBF}"/>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78E19475-8D1D-8E84-48B1-063D18A5F3EF}"/>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CFDA8FA-1145-0544-8A11-4047FEB388A2}"/>
                  </a:ext>
                </a:extLst>
              </p:cNvPr>
              <p:cNvSpPr txBox="1"/>
              <p:nvPr/>
            </p:nvSpPr>
            <p:spPr>
              <a:xfrm>
                <a:off x="174810" y="1513416"/>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b="0" dirty="0"/>
              </a:p>
              <a:p>
                <a:pPr>
                  <a:lnSpc>
                    <a:spcPct val="150000"/>
                  </a:lnSpc>
                </a:pPr>
                <a:endParaRPr lang="en-US" dirty="0"/>
              </a:p>
            </p:txBody>
          </p:sp>
        </mc:Choice>
        <mc:Fallback xmlns="">
          <p:sp>
            <p:nvSpPr>
              <p:cNvPr id="20" name="TextBox 19">
                <a:extLst>
                  <a:ext uri="{FF2B5EF4-FFF2-40B4-BE49-F238E27FC236}">
                    <a16:creationId xmlns:a16="http://schemas.microsoft.com/office/drawing/2014/main" id="{DCFDA8FA-1145-0544-8A11-4047FEB388A2}"/>
                  </a:ext>
                </a:extLst>
              </p:cNvPr>
              <p:cNvSpPr txBox="1">
                <a:spLocks noRot="1" noChangeAspect="1" noMove="1" noResize="1" noEditPoints="1" noAdjustHandles="1" noChangeArrowheads="1" noChangeShapeType="1" noTextEdit="1"/>
              </p:cNvSpPr>
              <p:nvPr/>
            </p:nvSpPr>
            <p:spPr>
              <a:xfrm>
                <a:off x="174810" y="1513416"/>
                <a:ext cx="4903695" cy="3714863"/>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16B3236-A7A7-3B5D-511D-07CB5304ECCD}"/>
                  </a:ext>
                </a:extLst>
              </p:cNvPr>
              <p:cNvSpPr txBox="1"/>
              <p:nvPr/>
            </p:nvSpPr>
            <p:spPr>
              <a:xfrm>
                <a:off x="7059705" y="1517187"/>
                <a:ext cx="4903695" cy="3751604"/>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box>
                    </m:oMath>
                  </m:oMathPara>
                </a14:m>
                <a:endParaRPr lang="en-US" b="0" dirty="0"/>
              </a:p>
              <a:p>
                <a:pPr>
                  <a:lnSpc>
                    <a:spcPct val="150000"/>
                  </a:lnSpc>
                </a:pPr>
                <a:endParaRPr lang="en-US" dirty="0"/>
              </a:p>
            </p:txBody>
          </p:sp>
        </mc:Choice>
        <mc:Fallback xmlns="">
          <p:sp>
            <p:nvSpPr>
              <p:cNvPr id="22" name="TextBox 21">
                <a:extLst>
                  <a:ext uri="{FF2B5EF4-FFF2-40B4-BE49-F238E27FC236}">
                    <a16:creationId xmlns:a16="http://schemas.microsoft.com/office/drawing/2014/main" id="{316B3236-A7A7-3B5D-511D-07CB5304ECCD}"/>
                  </a:ext>
                </a:extLst>
              </p:cNvPr>
              <p:cNvSpPr txBox="1">
                <a:spLocks noRot="1" noChangeAspect="1" noMove="1" noResize="1" noEditPoints="1" noAdjustHandles="1" noChangeArrowheads="1" noChangeShapeType="1" noTextEdit="1"/>
              </p:cNvSpPr>
              <p:nvPr/>
            </p:nvSpPr>
            <p:spPr>
              <a:xfrm>
                <a:off x="7059705" y="1517187"/>
                <a:ext cx="4903695" cy="3751604"/>
              </a:xfrm>
              <a:prstGeom prst="rect">
                <a:avLst/>
              </a:prstGeom>
              <a:blipFill>
                <a:blip r:embed="rId3"/>
                <a:stretch>
                  <a:fillRect/>
                </a:stretch>
              </a:blipFill>
              <a:ln>
                <a:solidFill>
                  <a:schemeClr val="tx1"/>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B9CD6E25-4DE2-2408-9F9A-67A7CC856391}"/>
              </a:ext>
            </a:extLst>
          </p:cNvPr>
          <p:cNvSpPr/>
          <p:nvPr/>
        </p:nvSpPr>
        <p:spPr>
          <a:xfrm>
            <a:off x="1658471" y="3316941"/>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8425F9B-BB16-0253-5C3B-459904DC4284}"/>
              </a:ext>
            </a:extLst>
          </p:cNvPr>
          <p:cNvSpPr/>
          <p:nvPr/>
        </p:nvSpPr>
        <p:spPr>
          <a:xfrm>
            <a:off x="8359587" y="3316940"/>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94B378A1-C8AB-E570-B0ED-8847607CD658}"/>
              </a:ext>
            </a:extLst>
          </p:cNvPr>
          <p:cNvSpPr/>
          <p:nvPr/>
        </p:nvSpPr>
        <p:spPr>
          <a:xfrm>
            <a:off x="8072717" y="4292865"/>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AD8C5C9-08DA-AB9F-A5B8-1E09EAB4BCE8}"/>
              </a:ext>
            </a:extLst>
          </p:cNvPr>
          <p:cNvSpPr/>
          <p:nvPr/>
        </p:nvSpPr>
        <p:spPr>
          <a:xfrm>
            <a:off x="1351428" y="4253296"/>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D1BC1C06-CB50-5921-2E43-2D1991C46302}"/>
              </a:ext>
            </a:extLst>
          </p:cNvPr>
          <p:cNvSpPr txBox="1"/>
          <p:nvPr/>
        </p:nvSpPr>
        <p:spPr>
          <a:xfrm>
            <a:off x="3544478" y="5027247"/>
            <a:ext cx="5535705" cy="83099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sz="2400" b="1" i="1" dirty="0">
                <a:solidFill>
                  <a:sysClr val="windowText" lastClr="000000"/>
                </a:solidFill>
              </a:rPr>
              <a:t>These are the only things that change depending on they mayor’s decision!</a:t>
            </a:r>
          </a:p>
        </p:txBody>
      </p:sp>
      <p:pic>
        <p:nvPicPr>
          <p:cNvPr id="28" name="Graphic 27">
            <a:extLst>
              <a:ext uri="{FF2B5EF4-FFF2-40B4-BE49-F238E27FC236}">
                <a16:creationId xmlns:a16="http://schemas.microsoft.com/office/drawing/2014/main" id="{E262E44A-7471-7794-7926-CAAF6F6BD26C}"/>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790136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0723E-4635-BB18-00BB-8246CF7B3E7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2BD67B4-5076-7784-77E1-7BAE0D78AB3C}"/>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A0918728-23A2-24E4-0B53-2C0C9C5D5E9B}"/>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2F8AC811-DBA9-B83D-B353-E3014B1A0BF2}"/>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8889BA0F-6942-164F-7216-E545C68DD634}"/>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DF3FA950-4E20-621C-86FC-D743FEAA01D1}"/>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3D17E262-1DBB-11DA-160C-3029F26CB9F0}"/>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FE6E4FA8-6CD9-2327-EFA4-834F20CBAB6A}"/>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70C99595-EC8B-97FE-6873-176474B23C7D}"/>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CABB2BA3-1F18-798F-4B79-F4C13AA82673}"/>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0AA4854F-4A9C-21F5-BD66-CCAA0BCA3D08}"/>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99C4FD05-10F7-06AC-021C-69774C4B8CC5}"/>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FDE7D4CF-FAB5-60DA-2D47-A6818B0E70AD}"/>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7560B524-21CF-38C0-87CB-24682EA0F825}"/>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98A6441F-0F7C-D55E-83BC-37EB80501DF9}"/>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F321370-19A1-4046-CD00-F4E772C0E2DF}"/>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FCEB808E-D893-3A2A-C8D9-02ECAAB1D6F8}"/>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6AA22268-BF3B-7A09-55A1-6FACB6079E6B}"/>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B2BDF6A-09F7-C4E6-155D-CE9509D2131F}"/>
                  </a:ext>
                </a:extLst>
              </p:cNvPr>
              <p:cNvSpPr txBox="1"/>
              <p:nvPr/>
            </p:nvSpPr>
            <p:spPr>
              <a:xfrm>
                <a:off x="174810" y="1513416"/>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b="0" dirty="0"/>
              </a:p>
              <a:p>
                <a:pPr>
                  <a:lnSpc>
                    <a:spcPct val="150000"/>
                  </a:lnSpc>
                </a:pPr>
                <a:endParaRPr lang="en-US" dirty="0"/>
              </a:p>
            </p:txBody>
          </p:sp>
        </mc:Choice>
        <mc:Fallback xmlns="">
          <p:sp>
            <p:nvSpPr>
              <p:cNvPr id="20" name="TextBox 19">
                <a:extLst>
                  <a:ext uri="{FF2B5EF4-FFF2-40B4-BE49-F238E27FC236}">
                    <a16:creationId xmlns:a16="http://schemas.microsoft.com/office/drawing/2014/main" id="{AB2BDF6A-09F7-C4E6-155D-CE9509D2131F}"/>
                  </a:ext>
                </a:extLst>
              </p:cNvPr>
              <p:cNvSpPr txBox="1">
                <a:spLocks noRot="1" noChangeAspect="1" noMove="1" noResize="1" noEditPoints="1" noAdjustHandles="1" noChangeArrowheads="1" noChangeShapeType="1" noTextEdit="1"/>
              </p:cNvSpPr>
              <p:nvPr/>
            </p:nvSpPr>
            <p:spPr>
              <a:xfrm>
                <a:off x="174810" y="1513416"/>
                <a:ext cx="4903695" cy="3714863"/>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AF13C42-1823-C2EA-8B30-06E3DE06E31E}"/>
                  </a:ext>
                </a:extLst>
              </p:cNvPr>
              <p:cNvSpPr txBox="1"/>
              <p:nvPr/>
            </p:nvSpPr>
            <p:spPr>
              <a:xfrm>
                <a:off x="7059705" y="1517187"/>
                <a:ext cx="4903695" cy="3751604"/>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box>
                    </m:oMath>
                  </m:oMathPara>
                </a14:m>
                <a:endParaRPr lang="en-US" b="0" dirty="0"/>
              </a:p>
              <a:p>
                <a:pPr>
                  <a:lnSpc>
                    <a:spcPct val="150000"/>
                  </a:lnSpc>
                </a:pPr>
                <a:endParaRPr lang="en-US" dirty="0"/>
              </a:p>
            </p:txBody>
          </p:sp>
        </mc:Choice>
        <mc:Fallback xmlns="">
          <p:sp>
            <p:nvSpPr>
              <p:cNvPr id="22" name="TextBox 21">
                <a:extLst>
                  <a:ext uri="{FF2B5EF4-FFF2-40B4-BE49-F238E27FC236}">
                    <a16:creationId xmlns:a16="http://schemas.microsoft.com/office/drawing/2014/main" id="{3AF13C42-1823-C2EA-8B30-06E3DE06E31E}"/>
                  </a:ext>
                </a:extLst>
              </p:cNvPr>
              <p:cNvSpPr txBox="1">
                <a:spLocks noRot="1" noChangeAspect="1" noMove="1" noResize="1" noEditPoints="1" noAdjustHandles="1" noChangeArrowheads="1" noChangeShapeType="1" noTextEdit="1"/>
              </p:cNvSpPr>
              <p:nvPr/>
            </p:nvSpPr>
            <p:spPr>
              <a:xfrm>
                <a:off x="7059705" y="1517187"/>
                <a:ext cx="4903695" cy="3751604"/>
              </a:xfrm>
              <a:prstGeom prst="rect">
                <a:avLst/>
              </a:prstGeom>
              <a:blipFill>
                <a:blip r:embed="rId3"/>
                <a:stretch>
                  <a:fillRect/>
                </a:stretch>
              </a:blipFill>
              <a:ln>
                <a:solidFill>
                  <a:schemeClr val="tx1"/>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7E880F3B-E152-B2A8-9560-7C60824EAA93}"/>
              </a:ext>
            </a:extLst>
          </p:cNvPr>
          <p:cNvSpPr/>
          <p:nvPr/>
        </p:nvSpPr>
        <p:spPr>
          <a:xfrm>
            <a:off x="1658471" y="3316941"/>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C230E06-8529-0BDB-F48B-A25C507225FB}"/>
              </a:ext>
            </a:extLst>
          </p:cNvPr>
          <p:cNvSpPr/>
          <p:nvPr/>
        </p:nvSpPr>
        <p:spPr>
          <a:xfrm>
            <a:off x="8359587" y="3316940"/>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00731E3-9471-2245-B945-62C00E83D1B6}"/>
              </a:ext>
            </a:extLst>
          </p:cNvPr>
          <p:cNvSpPr/>
          <p:nvPr/>
        </p:nvSpPr>
        <p:spPr>
          <a:xfrm>
            <a:off x="8072717" y="4292865"/>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AD4FD6E-86BF-A093-988A-8D51320D4167}"/>
              </a:ext>
            </a:extLst>
          </p:cNvPr>
          <p:cNvSpPr/>
          <p:nvPr/>
        </p:nvSpPr>
        <p:spPr>
          <a:xfrm>
            <a:off x="1351428" y="4253296"/>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FC9CD81-8563-1937-050E-4C72C031529E}"/>
              </a:ext>
            </a:extLst>
          </p:cNvPr>
          <p:cNvSpPr txBox="1"/>
          <p:nvPr/>
        </p:nvSpPr>
        <p:spPr>
          <a:xfrm>
            <a:off x="3111819" y="1001776"/>
            <a:ext cx="5535705" cy="46166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pPr algn="ctr"/>
            <a:r>
              <a:rPr lang="en-US" sz="2400" b="1" i="1" dirty="0">
                <a:solidFill>
                  <a:sysClr val="windowText" lastClr="000000"/>
                </a:solidFill>
              </a:rPr>
              <a:t>Each looks like this:</a:t>
            </a:r>
          </a:p>
        </p:txBody>
      </p:sp>
      <p:sp>
        <p:nvSpPr>
          <p:cNvPr id="26" name="Rectangle 25">
            <a:extLst>
              <a:ext uri="{FF2B5EF4-FFF2-40B4-BE49-F238E27FC236}">
                <a16:creationId xmlns:a16="http://schemas.microsoft.com/office/drawing/2014/main" id="{A6E93D96-E6F7-7E4B-4D95-4A53D5DD0083}"/>
              </a:ext>
            </a:extLst>
          </p:cNvPr>
          <p:cNvSpPr/>
          <p:nvPr/>
        </p:nvSpPr>
        <p:spPr>
          <a:xfrm>
            <a:off x="1027682" y="1447368"/>
            <a:ext cx="10005630" cy="53448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42946AE-6BC3-B853-B441-6703C8612DCC}"/>
              </a:ext>
            </a:extLst>
          </p:cNvPr>
          <p:cNvSpPr/>
          <p:nvPr/>
        </p:nvSpPr>
        <p:spPr>
          <a:xfrm>
            <a:off x="2774575" y="2580422"/>
            <a:ext cx="8065997" cy="3960238"/>
          </a:xfrm>
          <a:prstGeom prst="rect">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227E379-176E-5FD5-60CA-4EF8882973E4}"/>
              </a:ext>
            </a:extLst>
          </p:cNvPr>
          <p:cNvSpPr txBox="1"/>
          <p:nvPr/>
        </p:nvSpPr>
        <p:spPr>
          <a:xfrm>
            <a:off x="5041526" y="1499719"/>
            <a:ext cx="3236258" cy="338554"/>
          </a:xfrm>
          <a:prstGeom prst="rect">
            <a:avLst/>
          </a:prstGeom>
          <a:noFill/>
        </p:spPr>
        <p:txBody>
          <a:bodyPr wrap="square" rtlCol="0">
            <a:spAutoFit/>
          </a:bodyPr>
          <a:lstStyle/>
          <a:p>
            <a:pPr algn="ctr"/>
            <a:r>
              <a:rPr lang="en-US" sz="1600" dirty="0"/>
              <a:t>flood? tax cut?</a:t>
            </a:r>
          </a:p>
        </p:txBody>
      </p:sp>
      <p:sp>
        <p:nvSpPr>
          <p:cNvPr id="29" name="TextBox 28">
            <a:extLst>
              <a:ext uri="{FF2B5EF4-FFF2-40B4-BE49-F238E27FC236}">
                <a16:creationId xmlns:a16="http://schemas.microsoft.com/office/drawing/2014/main" id="{0441B1E2-A83F-7B66-87BE-34B6D04EFA84}"/>
              </a:ext>
            </a:extLst>
          </p:cNvPr>
          <p:cNvSpPr txBox="1"/>
          <p:nvPr/>
        </p:nvSpPr>
        <p:spPr>
          <a:xfrm rot="16200000">
            <a:off x="202759" y="4391264"/>
            <a:ext cx="3236258" cy="338554"/>
          </a:xfrm>
          <a:prstGeom prst="rect">
            <a:avLst/>
          </a:prstGeom>
          <a:noFill/>
        </p:spPr>
        <p:txBody>
          <a:bodyPr wrap="square" rtlCol="0">
            <a:spAutoFit/>
          </a:bodyPr>
          <a:lstStyle/>
          <a:p>
            <a:pPr algn="ctr"/>
            <a:r>
              <a:rPr lang="en-US" sz="1600" dirty="0"/>
              <a:t>re-elected?</a:t>
            </a:r>
          </a:p>
        </p:txBody>
      </p:sp>
      <p:sp>
        <p:nvSpPr>
          <p:cNvPr id="30" name="TextBox 29">
            <a:extLst>
              <a:ext uri="{FF2B5EF4-FFF2-40B4-BE49-F238E27FC236}">
                <a16:creationId xmlns:a16="http://schemas.microsoft.com/office/drawing/2014/main" id="{59EDD188-93C1-2082-22AB-779DCD444E20}"/>
              </a:ext>
            </a:extLst>
          </p:cNvPr>
          <p:cNvSpPr txBox="1"/>
          <p:nvPr/>
        </p:nvSpPr>
        <p:spPr>
          <a:xfrm>
            <a:off x="3482788" y="1964942"/>
            <a:ext cx="1021976" cy="523220"/>
          </a:xfrm>
          <a:prstGeom prst="rect">
            <a:avLst/>
          </a:prstGeom>
          <a:noFill/>
        </p:spPr>
        <p:txBody>
          <a:bodyPr wrap="square" rtlCol="0">
            <a:spAutoFit/>
          </a:bodyPr>
          <a:lstStyle/>
          <a:p>
            <a:pPr algn="ctr"/>
            <a:r>
              <a:rPr lang="en-US" sz="1400" dirty="0"/>
              <a:t>flood and no tax cut</a:t>
            </a:r>
          </a:p>
        </p:txBody>
      </p:sp>
      <p:sp>
        <p:nvSpPr>
          <p:cNvPr id="31" name="TextBox 30">
            <a:extLst>
              <a:ext uri="{FF2B5EF4-FFF2-40B4-BE49-F238E27FC236}">
                <a16:creationId xmlns:a16="http://schemas.microsoft.com/office/drawing/2014/main" id="{BF40158B-B348-354C-C245-E9E774C8F36F}"/>
              </a:ext>
            </a:extLst>
          </p:cNvPr>
          <p:cNvSpPr txBox="1"/>
          <p:nvPr/>
        </p:nvSpPr>
        <p:spPr>
          <a:xfrm>
            <a:off x="6024333" y="1949223"/>
            <a:ext cx="1307622" cy="523220"/>
          </a:xfrm>
          <a:prstGeom prst="rect">
            <a:avLst/>
          </a:prstGeom>
          <a:noFill/>
        </p:spPr>
        <p:txBody>
          <a:bodyPr wrap="square" rtlCol="0">
            <a:spAutoFit/>
          </a:bodyPr>
          <a:lstStyle/>
          <a:p>
            <a:pPr algn="ctr"/>
            <a:r>
              <a:rPr lang="en-US" sz="1400" dirty="0"/>
              <a:t>no flood and  no tax cut</a:t>
            </a:r>
          </a:p>
        </p:txBody>
      </p:sp>
      <p:sp>
        <p:nvSpPr>
          <p:cNvPr id="32" name="TextBox 31">
            <a:extLst>
              <a:ext uri="{FF2B5EF4-FFF2-40B4-BE49-F238E27FC236}">
                <a16:creationId xmlns:a16="http://schemas.microsoft.com/office/drawing/2014/main" id="{B8B030D4-FD6F-A08A-1F53-2A9558B645A5}"/>
              </a:ext>
            </a:extLst>
          </p:cNvPr>
          <p:cNvSpPr txBox="1"/>
          <p:nvPr/>
        </p:nvSpPr>
        <p:spPr>
          <a:xfrm>
            <a:off x="8972653" y="1964942"/>
            <a:ext cx="1307622" cy="523220"/>
          </a:xfrm>
          <a:prstGeom prst="rect">
            <a:avLst/>
          </a:prstGeom>
          <a:noFill/>
        </p:spPr>
        <p:txBody>
          <a:bodyPr wrap="square" rtlCol="0">
            <a:spAutoFit/>
          </a:bodyPr>
          <a:lstStyle/>
          <a:p>
            <a:pPr algn="ctr"/>
            <a:r>
              <a:rPr lang="en-US" sz="1400" dirty="0"/>
              <a:t>no flood and  tax cut</a:t>
            </a:r>
          </a:p>
        </p:txBody>
      </p:sp>
      <p:cxnSp>
        <p:nvCxnSpPr>
          <p:cNvPr id="34" name="Straight Connector 33">
            <a:extLst>
              <a:ext uri="{FF2B5EF4-FFF2-40B4-BE49-F238E27FC236}">
                <a16:creationId xmlns:a16="http://schemas.microsoft.com/office/drawing/2014/main" id="{3EF2AC96-BD21-BC41-D84C-5E3405C73291}"/>
              </a:ext>
            </a:extLst>
          </p:cNvPr>
          <p:cNvCxnSpPr>
            <a:cxnSpLocks/>
          </p:cNvCxnSpPr>
          <p:nvPr/>
        </p:nvCxnSpPr>
        <p:spPr>
          <a:xfrm>
            <a:off x="5298141" y="2599830"/>
            <a:ext cx="0" cy="39408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0CBFFA8-61D9-244D-5E91-844EADCD3C44}"/>
              </a:ext>
            </a:extLst>
          </p:cNvPr>
          <p:cNvCxnSpPr>
            <a:cxnSpLocks/>
          </p:cNvCxnSpPr>
          <p:nvPr/>
        </p:nvCxnSpPr>
        <p:spPr>
          <a:xfrm>
            <a:off x="8153400" y="2580422"/>
            <a:ext cx="0" cy="39408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6752E14-0674-D807-7D8B-664E7A09FAA6}"/>
              </a:ext>
            </a:extLst>
          </p:cNvPr>
          <p:cNvSpPr txBox="1"/>
          <p:nvPr/>
        </p:nvSpPr>
        <p:spPr>
          <a:xfrm>
            <a:off x="3297247" y="4010650"/>
            <a:ext cx="1256234" cy="307777"/>
          </a:xfrm>
          <a:prstGeom prst="rect">
            <a:avLst/>
          </a:prstGeom>
          <a:noFill/>
        </p:spPr>
        <p:txBody>
          <a:bodyPr wrap="square" rtlCol="0">
            <a:spAutoFit/>
          </a:bodyPr>
          <a:lstStyle/>
          <a:p>
            <a:r>
              <a:rPr lang="en-US" sz="1400" dirty="0"/>
              <a:t>not re-elected</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4BE3364-623C-21AD-41ED-8DAECA7A4527}"/>
                  </a:ext>
                </a:extLst>
              </p:cNvPr>
              <p:cNvSpPr txBox="1"/>
              <p:nvPr/>
            </p:nvSpPr>
            <p:spPr>
              <a:xfrm>
                <a:off x="2851047" y="3987514"/>
                <a:ext cx="3206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24BE3364-623C-21AD-41ED-8DAECA7A4527}"/>
                  </a:ext>
                </a:extLst>
              </p:cNvPr>
              <p:cNvSpPr txBox="1">
                <a:spLocks noRot="1" noChangeAspect="1" noMove="1" noResize="1" noEditPoints="1" noAdjustHandles="1" noChangeArrowheads="1" noChangeShapeType="1" noTextEdit="1"/>
              </p:cNvSpPr>
              <p:nvPr/>
            </p:nvSpPr>
            <p:spPr>
              <a:xfrm>
                <a:off x="2851047" y="3987514"/>
                <a:ext cx="320625" cy="369332"/>
              </a:xfrm>
              <a:prstGeom prst="rect">
                <a:avLst/>
              </a:prstGeom>
              <a:blipFill>
                <a:blip r:embed="rId4"/>
                <a:stretch>
                  <a:fillRect/>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D8054400-4DD0-13A1-FDF7-44614E39AB65}"/>
              </a:ext>
            </a:extLst>
          </p:cNvPr>
          <p:cNvSpPr txBox="1"/>
          <p:nvPr/>
        </p:nvSpPr>
        <p:spPr>
          <a:xfrm>
            <a:off x="6075721" y="2888125"/>
            <a:ext cx="1256234" cy="307777"/>
          </a:xfrm>
          <a:prstGeom prst="rect">
            <a:avLst/>
          </a:prstGeom>
          <a:noFill/>
        </p:spPr>
        <p:txBody>
          <a:bodyPr wrap="square" rtlCol="0">
            <a:spAutoFit/>
          </a:bodyPr>
          <a:lstStyle/>
          <a:p>
            <a:r>
              <a:rPr lang="en-US" sz="1400" dirty="0"/>
              <a:t>not re-elected</a:t>
            </a:r>
          </a:p>
        </p:txBody>
      </p:sp>
      <p:sp>
        <p:nvSpPr>
          <p:cNvPr id="40" name="TextBox 39">
            <a:extLst>
              <a:ext uri="{FF2B5EF4-FFF2-40B4-BE49-F238E27FC236}">
                <a16:creationId xmlns:a16="http://schemas.microsoft.com/office/drawing/2014/main" id="{848EF441-3248-4E0C-5255-8FDE5B5F998F}"/>
              </a:ext>
            </a:extLst>
          </p:cNvPr>
          <p:cNvSpPr txBox="1"/>
          <p:nvPr/>
        </p:nvSpPr>
        <p:spPr>
          <a:xfrm>
            <a:off x="6075721" y="5102855"/>
            <a:ext cx="1256234" cy="307777"/>
          </a:xfrm>
          <a:prstGeom prst="rect">
            <a:avLst/>
          </a:prstGeom>
          <a:noFill/>
        </p:spPr>
        <p:txBody>
          <a:bodyPr wrap="square" rtlCol="0">
            <a:spAutoFit/>
          </a:bodyPr>
          <a:lstStyle/>
          <a:p>
            <a:r>
              <a:rPr lang="en-US" sz="1400" dirty="0"/>
              <a:t>re-elected</a:t>
            </a:r>
          </a:p>
        </p:txBody>
      </p:sp>
      <p:cxnSp>
        <p:nvCxnSpPr>
          <p:cNvPr id="42" name="Straight Connector 41">
            <a:extLst>
              <a:ext uri="{FF2B5EF4-FFF2-40B4-BE49-F238E27FC236}">
                <a16:creationId xmlns:a16="http://schemas.microsoft.com/office/drawing/2014/main" id="{8BE75492-EF41-E80C-54CF-7EB2CF5E6CD1}"/>
              </a:ext>
            </a:extLst>
          </p:cNvPr>
          <p:cNvCxnSpPr>
            <a:cxnSpLocks/>
          </p:cNvCxnSpPr>
          <p:nvPr/>
        </p:nvCxnSpPr>
        <p:spPr>
          <a:xfrm>
            <a:off x="5298141" y="4374776"/>
            <a:ext cx="285525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77532E6-E2D5-F8ED-0F69-85AB2D321420}"/>
                  </a:ext>
                </a:extLst>
              </p:cNvPr>
              <p:cNvSpPr txBox="1"/>
              <p:nvPr/>
            </p:nvSpPr>
            <p:spPr>
              <a:xfrm>
                <a:off x="5388668" y="3221977"/>
                <a:ext cx="320625"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p:txBody>
          </p:sp>
        </mc:Choice>
        <mc:Fallback xmlns="">
          <p:sp>
            <p:nvSpPr>
              <p:cNvPr id="44" name="TextBox 43">
                <a:extLst>
                  <a:ext uri="{FF2B5EF4-FFF2-40B4-BE49-F238E27FC236}">
                    <a16:creationId xmlns:a16="http://schemas.microsoft.com/office/drawing/2014/main" id="{F77532E6-E2D5-F8ED-0F69-85AB2D321420}"/>
                  </a:ext>
                </a:extLst>
              </p:cNvPr>
              <p:cNvSpPr txBox="1">
                <a:spLocks noRot="1" noChangeAspect="1" noMove="1" noResize="1" noEditPoints="1" noAdjustHandles="1" noChangeArrowheads="1" noChangeShapeType="1" noTextEdit="1"/>
              </p:cNvSpPr>
              <p:nvPr/>
            </p:nvSpPr>
            <p:spPr>
              <a:xfrm>
                <a:off x="5388668" y="3221977"/>
                <a:ext cx="320625" cy="42999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569E780-91EF-15EF-A881-BFD13100DC34}"/>
                  </a:ext>
                </a:extLst>
              </p:cNvPr>
              <p:cNvSpPr txBox="1"/>
              <p:nvPr/>
            </p:nvSpPr>
            <p:spPr>
              <a:xfrm>
                <a:off x="5397723" y="5143286"/>
                <a:ext cx="320625"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p:txBody>
          </p:sp>
        </mc:Choice>
        <mc:Fallback xmlns="">
          <p:sp>
            <p:nvSpPr>
              <p:cNvPr id="45" name="TextBox 44">
                <a:extLst>
                  <a:ext uri="{FF2B5EF4-FFF2-40B4-BE49-F238E27FC236}">
                    <a16:creationId xmlns:a16="http://schemas.microsoft.com/office/drawing/2014/main" id="{D569E780-91EF-15EF-A881-BFD13100DC34}"/>
                  </a:ext>
                </a:extLst>
              </p:cNvPr>
              <p:cNvSpPr txBox="1">
                <a:spLocks noRot="1" noChangeAspect="1" noMove="1" noResize="1" noEditPoints="1" noAdjustHandles="1" noChangeArrowheads="1" noChangeShapeType="1" noTextEdit="1"/>
              </p:cNvSpPr>
              <p:nvPr/>
            </p:nvSpPr>
            <p:spPr>
              <a:xfrm>
                <a:off x="5397723" y="5143286"/>
                <a:ext cx="320625" cy="429990"/>
              </a:xfrm>
              <a:prstGeom prst="rect">
                <a:avLst/>
              </a:prstGeom>
              <a:blipFill>
                <a:blip r:embed="rId5"/>
                <a:stretch>
                  <a:fillRect/>
                </a:stretch>
              </a:blipFill>
            </p:spPr>
            <p:txBody>
              <a:bodyPr/>
              <a:lstStyle/>
              <a:p>
                <a:r>
                  <a:rPr lang="en-US">
                    <a:noFill/>
                  </a:rPr>
                  <a:t> </a:t>
                </a:r>
              </a:p>
            </p:txBody>
          </p:sp>
        </mc:Fallback>
      </mc:AlternateContent>
      <p:cxnSp>
        <p:nvCxnSpPr>
          <p:cNvPr id="46" name="Straight Connector 45">
            <a:extLst>
              <a:ext uri="{FF2B5EF4-FFF2-40B4-BE49-F238E27FC236}">
                <a16:creationId xmlns:a16="http://schemas.microsoft.com/office/drawing/2014/main" id="{D075B40E-7E52-E436-E26E-83B480D50AD7}"/>
              </a:ext>
            </a:extLst>
          </p:cNvPr>
          <p:cNvCxnSpPr>
            <a:cxnSpLocks/>
          </p:cNvCxnSpPr>
          <p:nvPr/>
        </p:nvCxnSpPr>
        <p:spPr>
          <a:xfrm>
            <a:off x="8165725" y="3649511"/>
            <a:ext cx="266027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3C91E04-CEA0-E6C2-E9CC-85C664D0E4A3}"/>
                  </a:ext>
                </a:extLst>
              </p:cNvPr>
              <p:cNvSpPr txBox="1"/>
              <p:nvPr/>
            </p:nvSpPr>
            <p:spPr>
              <a:xfrm>
                <a:off x="8326899" y="5159966"/>
                <a:ext cx="320625" cy="4156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p:txBody>
          </p:sp>
        </mc:Choice>
        <mc:Fallback xmlns="">
          <p:sp>
            <p:nvSpPr>
              <p:cNvPr id="48" name="TextBox 47">
                <a:extLst>
                  <a:ext uri="{FF2B5EF4-FFF2-40B4-BE49-F238E27FC236}">
                    <a16:creationId xmlns:a16="http://schemas.microsoft.com/office/drawing/2014/main" id="{73C91E04-CEA0-E6C2-E9CC-85C664D0E4A3}"/>
                  </a:ext>
                </a:extLst>
              </p:cNvPr>
              <p:cNvSpPr txBox="1">
                <a:spLocks noRot="1" noChangeAspect="1" noMove="1" noResize="1" noEditPoints="1" noAdjustHandles="1" noChangeArrowheads="1" noChangeShapeType="1" noTextEdit="1"/>
              </p:cNvSpPr>
              <p:nvPr/>
            </p:nvSpPr>
            <p:spPr>
              <a:xfrm>
                <a:off x="8326899" y="5159966"/>
                <a:ext cx="320625" cy="415627"/>
              </a:xfrm>
              <a:prstGeom prst="rect">
                <a:avLst/>
              </a:prstGeom>
              <a:blipFill>
                <a:blip r:embed="rId6"/>
                <a:stretch>
                  <a:fillRect b="-1449"/>
                </a:stretch>
              </a:blipFill>
            </p:spPr>
            <p:txBody>
              <a:bodyPr/>
              <a:lstStyle/>
              <a:p>
                <a:r>
                  <a:rPr lang="en-US">
                    <a:noFill/>
                  </a:rPr>
                  <a:t> </a:t>
                </a:r>
              </a:p>
            </p:txBody>
          </p:sp>
        </mc:Fallback>
      </mc:AlternateContent>
      <p:sp>
        <p:nvSpPr>
          <p:cNvPr id="49" name="TextBox 48">
            <a:extLst>
              <a:ext uri="{FF2B5EF4-FFF2-40B4-BE49-F238E27FC236}">
                <a16:creationId xmlns:a16="http://schemas.microsoft.com/office/drawing/2014/main" id="{B62327CD-3488-0CF5-B9E1-C48E1312178E}"/>
              </a:ext>
            </a:extLst>
          </p:cNvPr>
          <p:cNvSpPr txBox="1"/>
          <p:nvPr/>
        </p:nvSpPr>
        <p:spPr>
          <a:xfrm>
            <a:off x="9035704" y="4791430"/>
            <a:ext cx="1256234" cy="307777"/>
          </a:xfrm>
          <a:prstGeom prst="rect">
            <a:avLst/>
          </a:prstGeom>
          <a:noFill/>
        </p:spPr>
        <p:txBody>
          <a:bodyPr wrap="square" rtlCol="0">
            <a:spAutoFit/>
          </a:bodyPr>
          <a:lstStyle/>
          <a:p>
            <a:r>
              <a:rPr lang="en-US" sz="1400" dirty="0"/>
              <a:t>re-elected</a:t>
            </a:r>
          </a:p>
        </p:txBody>
      </p:sp>
      <p:sp>
        <p:nvSpPr>
          <p:cNvPr id="50" name="TextBox 49">
            <a:extLst>
              <a:ext uri="{FF2B5EF4-FFF2-40B4-BE49-F238E27FC236}">
                <a16:creationId xmlns:a16="http://schemas.microsoft.com/office/drawing/2014/main" id="{41B58B3B-E555-3596-29F8-F6FFD8A5453D}"/>
              </a:ext>
            </a:extLst>
          </p:cNvPr>
          <p:cNvSpPr txBox="1"/>
          <p:nvPr/>
        </p:nvSpPr>
        <p:spPr>
          <a:xfrm>
            <a:off x="9022841" y="2825569"/>
            <a:ext cx="1256234" cy="307777"/>
          </a:xfrm>
          <a:prstGeom prst="rect">
            <a:avLst/>
          </a:prstGeom>
          <a:noFill/>
        </p:spPr>
        <p:txBody>
          <a:bodyPr wrap="square" rtlCol="0">
            <a:spAutoFit/>
          </a:bodyPr>
          <a:lstStyle/>
          <a:p>
            <a:r>
              <a:rPr lang="en-US" sz="1400" dirty="0"/>
              <a:t>not re-elected</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50ECEF29-78B7-89BB-2D96-D9E8E5DCD6AB}"/>
                  </a:ext>
                </a:extLst>
              </p:cNvPr>
              <p:cNvSpPr txBox="1"/>
              <p:nvPr/>
            </p:nvSpPr>
            <p:spPr>
              <a:xfrm>
                <a:off x="8194603" y="2865288"/>
                <a:ext cx="320625" cy="4150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box>
                    </m:oMath>
                  </m:oMathPara>
                </a14:m>
                <a:endParaRPr lang="en-US" dirty="0"/>
              </a:p>
            </p:txBody>
          </p:sp>
        </mc:Choice>
        <mc:Fallback xmlns="">
          <p:sp>
            <p:nvSpPr>
              <p:cNvPr id="51" name="TextBox 50">
                <a:extLst>
                  <a:ext uri="{FF2B5EF4-FFF2-40B4-BE49-F238E27FC236}">
                    <a16:creationId xmlns:a16="http://schemas.microsoft.com/office/drawing/2014/main" id="{50ECEF29-78B7-89BB-2D96-D9E8E5DCD6AB}"/>
                  </a:ext>
                </a:extLst>
              </p:cNvPr>
              <p:cNvSpPr txBox="1">
                <a:spLocks noRot="1" noChangeAspect="1" noMove="1" noResize="1" noEditPoints="1" noAdjustHandles="1" noChangeArrowheads="1" noChangeShapeType="1" noTextEdit="1"/>
              </p:cNvSpPr>
              <p:nvPr/>
            </p:nvSpPr>
            <p:spPr>
              <a:xfrm>
                <a:off x="8194603" y="2865288"/>
                <a:ext cx="320625" cy="415050"/>
              </a:xfrm>
              <a:prstGeom prst="rect">
                <a:avLst/>
              </a:prstGeom>
              <a:blipFill>
                <a:blip r:embed="rId7"/>
                <a:stretch>
                  <a:fillRect b="-2941"/>
                </a:stretch>
              </a:blipFill>
            </p:spPr>
            <p:txBody>
              <a:bodyPr/>
              <a:lstStyle/>
              <a:p>
                <a:r>
                  <a:rPr lang="en-US">
                    <a:noFill/>
                  </a:rPr>
                  <a:t> </a:t>
                </a:r>
              </a:p>
            </p:txBody>
          </p:sp>
        </mc:Fallback>
      </mc:AlternateContent>
      <p:pic>
        <p:nvPicPr>
          <p:cNvPr id="41" name="Graphic 40">
            <a:extLst>
              <a:ext uri="{FF2B5EF4-FFF2-40B4-BE49-F238E27FC236}">
                <a16:creationId xmlns:a16="http://schemas.microsoft.com/office/drawing/2014/main" id="{BC46B463-E1EE-9D6F-642C-0017CA5604D1}"/>
              </a:ext>
            </a:extLst>
          </p:cNvPr>
          <p:cNvPicPr>
            <a:picLocks noChangeAspect="1"/>
            <a:extLst>
              <a:ext uri="{51228E76-BA90-4043-B771-695A4F85340A}">
                <alf:liveFeedProps xmlns:alf="http://schemas.microsoft.com/office/drawing/2021/livefeed"/>
              </a:ext>
            </a:extLst>
          </p:cNvPicPr>
          <p:nvPr/>
        </p:nvPicPr>
        <p:blipFill>
          <a:blip r:embed="rId8">
            <a:extLst>
              <a:ext uri="{96DAC541-7B7A-43D3-8B79-37D633B846F1}">
                <asvg:svgBlip xmlns:asvg="http://schemas.microsoft.com/office/drawing/2016/SVG/main" r:embed="rId9"/>
              </a:ext>
            </a:extLst>
          </a:blip>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650879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AD2DA-3F29-D7E5-E32C-FEB2D823C9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43C638-BB32-86E5-7CCB-BD6B51AFFA83}"/>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0177C48C-3B9A-B1D2-89BE-C4DB96717EDE}"/>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678AAAED-F0EC-F1C7-948F-7922F3BBD1B9}"/>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14EC61AA-4007-214C-395D-388738675812}"/>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AB19E026-1E19-F85B-D17D-E1C2D4BBDC26}"/>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6AF4C4A2-D1AB-684F-0246-62DDB01F082F}"/>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890F77AF-0843-E17A-844A-2C49C72DCFF2}"/>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99E93CDA-B1AD-A04E-26C0-1C95B2BB3FA1}"/>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FEB1EBAF-5192-2F71-B30E-DF7F2D487FD8}"/>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65E97CCF-4A45-B2FD-F2CA-C1E50AC0DC52}"/>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AD2FB4B1-BE30-22F2-ADFC-9EA7A5F7072F}"/>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F88F6125-2E42-FA6F-58A3-5BB0CFCCCDD2}"/>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81C605A2-FAC8-96D3-E99E-63BC91A318B7}"/>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37501097-1A52-AFA6-9360-6B4FB3BB5C18}"/>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1B27282-3A7E-17AD-8F97-0D69E1DE99CA}"/>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DA91E7E9-A15A-747E-7F85-876F2C5D573C}"/>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B492E76B-10D1-DEA9-4B83-64FCB051054F}"/>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DB2F02D-5EA8-A271-FC68-616CC9827DF1}"/>
                  </a:ext>
                </a:extLst>
              </p:cNvPr>
              <p:cNvSpPr txBox="1"/>
              <p:nvPr/>
            </p:nvSpPr>
            <p:spPr>
              <a:xfrm>
                <a:off x="174810" y="1513416"/>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b="0" dirty="0"/>
              </a:p>
              <a:p>
                <a:pPr>
                  <a:lnSpc>
                    <a:spcPct val="150000"/>
                  </a:lnSpc>
                </a:pPr>
                <a:endParaRPr lang="en-US" dirty="0"/>
              </a:p>
            </p:txBody>
          </p:sp>
        </mc:Choice>
        <mc:Fallback xmlns="">
          <p:sp>
            <p:nvSpPr>
              <p:cNvPr id="20" name="TextBox 19">
                <a:extLst>
                  <a:ext uri="{FF2B5EF4-FFF2-40B4-BE49-F238E27FC236}">
                    <a16:creationId xmlns:a16="http://schemas.microsoft.com/office/drawing/2014/main" id="{BDB2F02D-5EA8-A271-FC68-616CC9827DF1}"/>
                  </a:ext>
                </a:extLst>
              </p:cNvPr>
              <p:cNvSpPr txBox="1">
                <a:spLocks noRot="1" noChangeAspect="1" noMove="1" noResize="1" noEditPoints="1" noAdjustHandles="1" noChangeArrowheads="1" noChangeShapeType="1" noTextEdit="1"/>
              </p:cNvSpPr>
              <p:nvPr/>
            </p:nvSpPr>
            <p:spPr>
              <a:xfrm>
                <a:off x="174810" y="1513416"/>
                <a:ext cx="4903695" cy="3714863"/>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264EC93-AE5F-E720-E3B0-9DF663E034DD}"/>
                  </a:ext>
                </a:extLst>
              </p:cNvPr>
              <p:cNvSpPr txBox="1"/>
              <p:nvPr/>
            </p:nvSpPr>
            <p:spPr>
              <a:xfrm>
                <a:off x="7059705" y="1517187"/>
                <a:ext cx="4903695" cy="3751604"/>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box>
                    </m:oMath>
                  </m:oMathPara>
                </a14:m>
                <a:endParaRPr lang="en-US" b="0" dirty="0"/>
              </a:p>
              <a:p>
                <a:pPr>
                  <a:lnSpc>
                    <a:spcPct val="150000"/>
                  </a:lnSpc>
                </a:pPr>
                <a:endParaRPr lang="en-US" dirty="0"/>
              </a:p>
            </p:txBody>
          </p:sp>
        </mc:Choice>
        <mc:Fallback xmlns="">
          <p:sp>
            <p:nvSpPr>
              <p:cNvPr id="22" name="TextBox 21">
                <a:extLst>
                  <a:ext uri="{FF2B5EF4-FFF2-40B4-BE49-F238E27FC236}">
                    <a16:creationId xmlns:a16="http://schemas.microsoft.com/office/drawing/2014/main" id="{3264EC93-AE5F-E720-E3B0-9DF663E034DD}"/>
                  </a:ext>
                </a:extLst>
              </p:cNvPr>
              <p:cNvSpPr txBox="1">
                <a:spLocks noRot="1" noChangeAspect="1" noMove="1" noResize="1" noEditPoints="1" noAdjustHandles="1" noChangeArrowheads="1" noChangeShapeType="1" noTextEdit="1"/>
              </p:cNvSpPr>
              <p:nvPr/>
            </p:nvSpPr>
            <p:spPr>
              <a:xfrm>
                <a:off x="7059705" y="1517187"/>
                <a:ext cx="4903695" cy="3751604"/>
              </a:xfrm>
              <a:prstGeom prst="rect">
                <a:avLst/>
              </a:prstGeom>
              <a:blipFill>
                <a:blip r:embed="rId3"/>
                <a:stretch>
                  <a:fillRect/>
                </a:stretch>
              </a:blipFill>
              <a:ln>
                <a:solidFill>
                  <a:schemeClr val="tx1"/>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0FE13A73-FEA3-832E-D53E-E17622CB2DBB}"/>
              </a:ext>
            </a:extLst>
          </p:cNvPr>
          <p:cNvSpPr/>
          <p:nvPr/>
        </p:nvSpPr>
        <p:spPr>
          <a:xfrm>
            <a:off x="1658471" y="3316941"/>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4D3AEBB-1C16-1BAC-EB04-B6A5E5518288}"/>
              </a:ext>
            </a:extLst>
          </p:cNvPr>
          <p:cNvSpPr/>
          <p:nvPr/>
        </p:nvSpPr>
        <p:spPr>
          <a:xfrm>
            <a:off x="8359587" y="3316940"/>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2F45A63-B39F-F745-34DF-8CD46A2EC555}"/>
              </a:ext>
            </a:extLst>
          </p:cNvPr>
          <p:cNvSpPr/>
          <p:nvPr/>
        </p:nvSpPr>
        <p:spPr>
          <a:xfrm>
            <a:off x="8072717" y="4292865"/>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F9CF477-6764-0458-90F4-A65E96986F02}"/>
              </a:ext>
            </a:extLst>
          </p:cNvPr>
          <p:cNvSpPr/>
          <p:nvPr/>
        </p:nvSpPr>
        <p:spPr>
          <a:xfrm>
            <a:off x="1351428" y="4253296"/>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7BEC9C1-5782-3018-86C9-885F3D92BFA8}"/>
              </a:ext>
            </a:extLst>
          </p:cNvPr>
          <p:cNvSpPr/>
          <p:nvPr/>
        </p:nvSpPr>
        <p:spPr>
          <a:xfrm>
            <a:off x="1066290" y="1455617"/>
            <a:ext cx="10005630" cy="53448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3F33471-EE19-48E2-781E-389AC81CFA7E}"/>
              </a:ext>
            </a:extLst>
          </p:cNvPr>
          <p:cNvSpPr/>
          <p:nvPr/>
        </p:nvSpPr>
        <p:spPr>
          <a:xfrm>
            <a:off x="2774575" y="2580422"/>
            <a:ext cx="8065997" cy="3960238"/>
          </a:xfrm>
          <a:prstGeom prst="rect">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36CB096-DDC6-8630-8C11-E789BB0C3A09}"/>
              </a:ext>
            </a:extLst>
          </p:cNvPr>
          <p:cNvSpPr txBox="1"/>
          <p:nvPr/>
        </p:nvSpPr>
        <p:spPr>
          <a:xfrm rot="16200000">
            <a:off x="202759" y="4391264"/>
            <a:ext cx="3236258" cy="338554"/>
          </a:xfrm>
          <a:prstGeom prst="rect">
            <a:avLst/>
          </a:prstGeom>
          <a:noFill/>
        </p:spPr>
        <p:txBody>
          <a:bodyPr wrap="square" rtlCol="0">
            <a:spAutoFit/>
          </a:bodyPr>
          <a:lstStyle/>
          <a:p>
            <a:pPr algn="ctr"/>
            <a:r>
              <a:rPr lang="en-US" sz="1600" dirty="0"/>
              <a:t>re-elected?</a:t>
            </a:r>
          </a:p>
        </p:txBody>
      </p:sp>
      <p:sp>
        <p:nvSpPr>
          <p:cNvPr id="30" name="TextBox 29">
            <a:extLst>
              <a:ext uri="{FF2B5EF4-FFF2-40B4-BE49-F238E27FC236}">
                <a16:creationId xmlns:a16="http://schemas.microsoft.com/office/drawing/2014/main" id="{EF2D4533-26F2-F44F-5A05-DF25840A01AA}"/>
              </a:ext>
            </a:extLst>
          </p:cNvPr>
          <p:cNvSpPr txBox="1"/>
          <p:nvPr/>
        </p:nvSpPr>
        <p:spPr>
          <a:xfrm>
            <a:off x="2926364" y="1503840"/>
            <a:ext cx="1021976" cy="523220"/>
          </a:xfrm>
          <a:prstGeom prst="rect">
            <a:avLst/>
          </a:prstGeom>
          <a:noFill/>
        </p:spPr>
        <p:txBody>
          <a:bodyPr wrap="square" rtlCol="0">
            <a:spAutoFit/>
          </a:bodyPr>
          <a:lstStyle/>
          <a:p>
            <a:pPr algn="ctr"/>
            <a:r>
              <a:rPr lang="en-US" sz="1400" dirty="0"/>
              <a:t>flood and no tax cut</a:t>
            </a:r>
          </a:p>
        </p:txBody>
      </p:sp>
      <p:sp>
        <p:nvSpPr>
          <p:cNvPr id="31" name="TextBox 30">
            <a:extLst>
              <a:ext uri="{FF2B5EF4-FFF2-40B4-BE49-F238E27FC236}">
                <a16:creationId xmlns:a16="http://schemas.microsoft.com/office/drawing/2014/main" id="{F720DF89-D9FA-D2F8-DBCD-B0B51C1E0807}"/>
              </a:ext>
            </a:extLst>
          </p:cNvPr>
          <p:cNvSpPr txBox="1"/>
          <p:nvPr/>
        </p:nvSpPr>
        <p:spPr>
          <a:xfrm>
            <a:off x="5014630" y="1491634"/>
            <a:ext cx="1307622" cy="523220"/>
          </a:xfrm>
          <a:prstGeom prst="rect">
            <a:avLst/>
          </a:prstGeom>
          <a:noFill/>
        </p:spPr>
        <p:txBody>
          <a:bodyPr wrap="square" rtlCol="0">
            <a:spAutoFit/>
          </a:bodyPr>
          <a:lstStyle/>
          <a:p>
            <a:pPr algn="ctr"/>
            <a:r>
              <a:rPr lang="en-US" sz="1400" dirty="0"/>
              <a:t>no flood and  no tax cut</a:t>
            </a:r>
          </a:p>
        </p:txBody>
      </p:sp>
      <p:sp>
        <p:nvSpPr>
          <p:cNvPr id="32" name="TextBox 31">
            <a:extLst>
              <a:ext uri="{FF2B5EF4-FFF2-40B4-BE49-F238E27FC236}">
                <a16:creationId xmlns:a16="http://schemas.microsoft.com/office/drawing/2014/main" id="{A9EE786E-8A3B-508B-443C-85C88CD164E3}"/>
              </a:ext>
            </a:extLst>
          </p:cNvPr>
          <p:cNvSpPr txBox="1"/>
          <p:nvPr/>
        </p:nvSpPr>
        <p:spPr>
          <a:xfrm>
            <a:off x="8133614" y="1479849"/>
            <a:ext cx="1307622" cy="523220"/>
          </a:xfrm>
          <a:prstGeom prst="rect">
            <a:avLst/>
          </a:prstGeom>
          <a:noFill/>
        </p:spPr>
        <p:txBody>
          <a:bodyPr wrap="square" rtlCol="0">
            <a:spAutoFit/>
          </a:bodyPr>
          <a:lstStyle/>
          <a:p>
            <a:pPr algn="ctr"/>
            <a:r>
              <a:rPr lang="en-US" sz="1400" dirty="0"/>
              <a:t>no flood and  tax cut</a:t>
            </a:r>
          </a:p>
        </p:txBody>
      </p:sp>
      <p:cxnSp>
        <p:nvCxnSpPr>
          <p:cNvPr id="34" name="Straight Connector 33">
            <a:extLst>
              <a:ext uri="{FF2B5EF4-FFF2-40B4-BE49-F238E27FC236}">
                <a16:creationId xmlns:a16="http://schemas.microsoft.com/office/drawing/2014/main" id="{30E4A2F5-71C5-25A9-DB95-E6D325EF8DAF}"/>
              </a:ext>
            </a:extLst>
          </p:cNvPr>
          <p:cNvCxnSpPr>
            <a:cxnSpLocks/>
          </p:cNvCxnSpPr>
          <p:nvPr/>
        </p:nvCxnSpPr>
        <p:spPr>
          <a:xfrm>
            <a:off x="4103083" y="2589229"/>
            <a:ext cx="0" cy="39408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9EF0DD6-6424-68F9-3C68-75DBD0248274}"/>
              </a:ext>
            </a:extLst>
          </p:cNvPr>
          <p:cNvCxnSpPr>
            <a:cxnSpLocks/>
          </p:cNvCxnSpPr>
          <p:nvPr/>
        </p:nvCxnSpPr>
        <p:spPr>
          <a:xfrm>
            <a:off x="7423999" y="2599830"/>
            <a:ext cx="0" cy="39408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86079AE-A16B-B962-E2DD-DC171F96B9E4}"/>
              </a:ext>
            </a:extLst>
          </p:cNvPr>
          <p:cNvSpPr txBox="1"/>
          <p:nvPr/>
        </p:nvSpPr>
        <p:spPr>
          <a:xfrm>
            <a:off x="2893727" y="3569833"/>
            <a:ext cx="1256234" cy="307777"/>
          </a:xfrm>
          <a:prstGeom prst="rect">
            <a:avLst/>
          </a:prstGeom>
          <a:noFill/>
        </p:spPr>
        <p:txBody>
          <a:bodyPr wrap="square" rtlCol="0">
            <a:spAutoFit/>
          </a:bodyPr>
          <a:lstStyle/>
          <a:p>
            <a:r>
              <a:rPr lang="en-US" sz="1400" dirty="0"/>
              <a:t>not re-elected</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0FA3BA5-2CA5-2381-CB16-7CA02B2EDDC1}"/>
                  </a:ext>
                </a:extLst>
              </p:cNvPr>
              <p:cNvSpPr txBox="1"/>
              <p:nvPr/>
            </p:nvSpPr>
            <p:spPr>
              <a:xfrm>
                <a:off x="2851047" y="3987514"/>
                <a:ext cx="3206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10FA3BA5-2CA5-2381-CB16-7CA02B2EDDC1}"/>
                  </a:ext>
                </a:extLst>
              </p:cNvPr>
              <p:cNvSpPr txBox="1">
                <a:spLocks noRot="1" noChangeAspect="1" noMove="1" noResize="1" noEditPoints="1" noAdjustHandles="1" noChangeArrowheads="1" noChangeShapeType="1" noTextEdit="1"/>
              </p:cNvSpPr>
              <p:nvPr/>
            </p:nvSpPr>
            <p:spPr>
              <a:xfrm>
                <a:off x="2851047" y="3987514"/>
                <a:ext cx="320625" cy="369332"/>
              </a:xfrm>
              <a:prstGeom prst="rect">
                <a:avLst/>
              </a:prstGeom>
              <a:blipFill>
                <a:blip r:embed="rId4"/>
                <a:stretch>
                  <a:fillRect/>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BEBB60D0-384A-D710-5161-D0E3A9F24EC9}"/>
              </a:ext>
            </a:extLst>
          </p:cNvPr>
          <p:cNvSpPr txBox="1"/>
          <p:nvPr/>
        </p:nvSpPr>
        <p:spPr>
          <a:xfrm>
            <a:off x="4880663" y="2877524"/>
            <a:ext cx="1256234" cy="307777"/>
          </a:xfrm>
          <a:prstGeom prst="rect">
            <a:avLst/>
          </a:prstGeom>
          <a:noFill/>
        </p:spPr>
        <p:txBody>
          <a:bodyPr wrap="square" rtlCol="0">
            <a:spAutoFit/>
          </a:bodyPr>
          <a:lstStyle/>
          <a:p>
            <a:r>
              <a:rPr lang="en-US" sz="1400" dirty="0"/>
              <a:t>not re-elected</a:t>
            </a:r>
          </a:p>
        </p:txBody>
      </p:sp>
      <p:sp>
        <p:nvSpPr>
          <p:cNvPr id="40" name="TextBox 39">
            <a:extLst>
              <a:ext uri="{FF2B5EF4-FFF2-40B4-BE49-F238E27FC236}">
                <a16:creationId xmlns:a16="http://schemas.microsoft.com/office/drawing/2014/main" id="{E51C6D8D-1D25-2ADA-0B13-66321F9E6C33}"/>
              </a:ext>
            </a:extLst>
          </p:cNvPr>
          <p:cNvSpPr txBox="1"/>
          <p:nvPr/>
        </p:nvSpPr>
        <p:spPr>
          <a:xfrm>
            <a:off x="4880663" y="5092254"/>
            <a:ext cx="1256234" cy="307777"/>
          </a:xfrm>
          <a:prstGeom prst="rect">
            <a:avLst/>
          </a:prstGeom>
          <a:noFill/>
        </p:spPr>
        <p:txBody>
          <a:bodyPr wrap="square" rtlCol="0">
            <a:spAutoFit/>
          </a:bodyPr>
          <a:lstStyle/>
          <a:p>
            <a:r>
              <a:rPr lang="en-US" sz="1400" dirty="0"/>
              <a:t>re-elected</a:t>
            </a:r>
          </a:p>
        </p:txBody>
      </p:sp>
      <p:cxnSp>
        <p:nvCxnSpPr>
          <p:cNvPr id="42" name="Straight Connector 41">
            <a:extLst>
              <a:ext uri="{FF2B5EF4-FFF2-40B4-BE49-F238E27FC236}">
                <a16:creationId xmlns:a16="http://schemas.microsoft.com/office/drawing/2014/main" id="{B8CC738E-EF58-EAF3-3845-88133F11B731}"/>
              </a:ext>
            </a:extLst>
          </p:cNvPr>
          <p:cNvCxnSpPr>
            <a:cxnSpLocks/>
          </p:cNvCxnSpPr>
          <p:nvPr/>
        </p:nvCxnSpPr>
        <p:spPr>
          <a:xfrm>
            <a:off x="4111615" y="4580020"/>
            <a:ext cx="3303852" cy="78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EAC34A2-F1EB-B8E5-5397-F66F48BC67D8}"/>
                  </a:ext>
                </a:extLst>
              </p:cNvPr>
              <p:cNvSpPr txBox="1"/>
              <p:nvPr/>
            </p:nvSpPr>
            <p:spPr>
              <a:xfrm>
                <a:off x="4193610" y="3211376"/>
                <a:ext cx="320625"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p:txBody>
          </p:sp>
        </mc:Choice>
        <mc:Fallback xmlns="">
          <p:sp>
            <p:nvSpPr>
              <p:cNvPr id="44" name="TextBox 43">
                <a:extLst>
                  <a:ext uri="{FF2B5EF4-FFF2-40B4-BE49-F238E27FC236}">
                    <a16:creationId xmlns:a16="http://schemas.microsoft.com/office/drawing/2014/main" id="{5EAC34A2-F1EB-B8E5-5397-F66F48BC67D8}"/>
                  </a:ext>
                </a:extLst>
              </p:cNvPr>
              <p:cNvSpPr txBox="1">
                <a:spLocks noRot="1" noChangeAspect="1" noMove="1" noResize="1" noEditPoints="1" noAdjustHandles="1" noChangeArrowheads="1" noChangeShapeType="1" noTextEdit="1"/>
              </p:cNvSpPr>
              <p:nvPr/>
            </p:nvSpPr>
            <p:spPr>
              <a:xfrm>
                <a:off x="4193610" y="3211376"/>
                <a:ext cx="320625" cy="42999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2832D1E-FD13-1FC5-F0D0-1DFCB2F1DD56}"/>
                  </a:ext>
                </a:extLst>
              </p:cNvPr>
              <p:cNvSpPr txBox="1"/>
              <p:nvPr/>
            </p:nvSpPr>
            <p:spPr>
              <a:xfrm>
                <a:off x="4202665" y="5132685"/>
                <a:ext cx="320625"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p:txBody>
          </p:sp>
        </mc:Choice>
        <mc:Fallback xmlns="">
          <p:sp>
            <p:nvSpPr>
              <p:cNvPr id="45" name="TextBox 44">
                <a:extLst>
                  <a:ext uri="{FF2B5EF4-FFF2-40B4-BE49-F238E27FC236}">
                    <a16:creationId xmlns:a16="http://schemas.microsoft.com/office/drawing/2014/main" id="{62832D1E-FD13-1FC5-F0D0-1DFCB2F1DD56}"/>
                  </a:ext>
                </a:extLst>
              </p:cNvPr>
              <p:cNvSpPr txBox="1">
                <a:spLocks noRot="1" noChangeAspect="1" noMove="1" noResize="1" noEditPoints="1" noAdjustHandles="1" noChangeArrowheads="1" noChangeShapeType="1" noTextEdit="1"/>
              </p:cNvSpPr>
              <p:nvPr/>
            </p:nvSpPr>
            <p:spPr>
              <a:xfrm>
                <a:off x="4202665" y="5132685"/>
                <a:ext cx="320625" cy="429990"/>
              </a:xfrm>
              <a:prstGeom prst="rect">
                <a:avLst/>
              </a:prstGeom>
              <a:blipFill>
                <a:blip r:embed="rId6"/>
                <a:stretch>
                  <a:fillRect/>
                </a:stretch>
              </a:blipFill>
            </p:spPr>
            <p:txBody>
              <a:bodyPr/>
              <a:lstStyle/>
              <a:p>
                <a:r>
                  <a:rPr lang="en-US">
                    <a:noFill/>
                  </a:rPr>
                  <a:t> </a:t>
                </a:r>
              </a:p>
            </p:txBody>
          </p:sp>
        </mc:Fallback>
      </mc:AlternateContent>
      <p:cxnSp>
        <p:nvCxnSpPr>
          <p:cNvPr id="46" name="Straight Connector 45">
            <a:extLst>
              <a:ext uri="{FF2B5EF4-FFF2-40B4-BE49-F238E27FC236}">
                <a16:creationId xmlns:a16="http://schemas.microsoft.com/office/drawing/2014/main" id="{EC159982-4FEC-8E19-F966-4875F59C1AD8}"/>
              </a:ext>
            </a:extLst>
          </p:cNvPr>
          <p:cNvCxnSpPr>
            <a:cxnSpLocks/>
          </p:cNvCxnSpPr>
          <p:nvPr/>
        </p:nvCxnSpPr>
        <p:spPr>
          <a:xfrm>
            <a:off x="7423999" y="3641366"/>
            <a:ext cx="3402004" cy="814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AF303F85-CBD1-F9F1-BF48-60EAF16330AE}"/>
                  </a:ext>
                </a:extLst>
              </p:cNvPr>
              <p:cNvSpPr txBox="1"/>
              <p:nvPr/>
            </p:nvSpPr>
            <p:spPr>
              <a:xfrm>
                <a:off x="7722581" y="5144420"/>
                <a:ext cx="320625" cy="4156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p:txBody>
          </p:sp>
        </mc:Choice>
        <mc:Fallback xmlns="">
          <p:sp>
            <p:nvSpPr>
              <p:cNvPr id="48" name="TextBox 47">
                <a:extLst>
                  <a:ext uri="{FF2B5EF4-FFF2-40B4-BE49-F238E27FC236}">
                    <a16:creationId xmlns:a16="http://schemas.microsoft.com/office/drawing/2014/main" id="{AF303F85-CBD1-F9F1-BF48-60EAF16330AE}"/>
                  </a:ext>
                </a:extLst>
              </p:cNvPr>
              <p:cNvSpPr txBox="1">
                <a:spLocks noRot="1" noChangeAspect="1" noMove="1" noResize="1" noEditPoints="1" noAdjustHandles="1" noChangeArrowheads="1" noChangeShapeType="1" noTextEdit="1"/>
              </p:cNvSpPr>
              <p:nvPr/>
            </p:nvSpPr>
            <p:spPr>
              <a:xfrm>
                <a:off x="7722581" y="5144420"/>
                <a:ext cx="320625" cy="415627"/>
              </a:xfrm>
              <a:prstGeom prst="rect">
                <a:avLst/>
              </a:prstGeom>
              <a:blipFill>
                <a:blip r:embed="rId7"/>
                <a:stretch>
                  <a:fillRect b="-2941"/>
                </a:stretch>
              </a:blipFill>
            </p:spPr>
            <p:txBody>
              <a:bodyPr/>
              <a:lstStyle/>
              <a:p>
                <a:r>
                  <a:rPr lang="en-US">
                    <a:noFill/>
                  </a:rPr>
                  <a:t> </a:t>
                </a:r>
              </a:p>
            </p:txBody>
          </p:sp>
        </mc:Fallback>
      </mc:AlternateContent>
      <p:sp>
        <p:nvSpPr>
          <p:cNvPr id="49" name="TextBox 48">
            <a:extLst>
              <a:ext uri="{FF2B5EF4-FFF2-40B4-BE49-F238E27FC236}">
                <a16:creationId xmlns:a16="http://schemas.microsoft.com/office/drawing/2014/main" id="{3802E009-BEB2-B7CA-0CEE-9988FFC6EA2D}"/>
              </a:ext>
            </a:extLst>
          </p:cNvPr>
          <p:cNvSpPr txBox="1"/>
          <p:nvPr/>
        </p:nvSpPr>
        <p:spPr>
          <a:xfrm>
            <a:off x="8726308" y="4775884"/>
            <a:ext cx="1256234" cy="307777"/>
          </a:xfrm>
          <a:prstGeom prst="rect">
            <a:avLst/>
          </a:prstGeom>
          <a:noFill/>
        </p:spPr>
        <p:txBody>
          <a:bodyPr wrap="square" rtlCol="0">
            <a:spAutoFit/>
          </a:bodyPr>
          <a:lstStyle/>
          <a:p>
            <a:r>
              <a:rPr lang="en-US" sz="1400" dirty="0"/>
              <a:t>re-elected</a:t>
            </a:r>
          </a:p>
        </p:txBody>
      </p:sp>
      <p:sp>
        <p:nvSpPr>
          <p:cNvPr id="50" name="TextBox 49">
            <a:extLst>
              <a:ext uri="{FF2B5EF4-FFF2-40B4-BE49-F238E27FC236}">
                <a16:creationId xmlns:a16="http://schemas.microsoft.com/office/drawing/2014/main" id="{226847DA-338D-F1B2-6422-8DDD61C9CD6F}"/>
              </a:ext>
            </a:extLst>
          </p:cNvPr>
          <p:cNvSpPr txBox="1"/>
          <p:nvPr/>
        </p:nvSpPr>
        <p:spPr>
          <a:xfrm>
            <a:off x="8623850" y="2810023"/>
            <a:ext cx="1256234" cy="307777"/>
          </a:xfrm>
          <a:prstGeom prst="rect">
            <a:avLst/>
          </a:prstGeom>
          <a:noFill/>
        </p:spPr>
        <p:txBody>
          <a:bodyPr wrap="square" rtlCol="0">
            <a:spAutoFit/>
          </a:bodyPr>
          <a:lstStyle/>
          <a:p>
            <a:r>
              <a:rPr lang="en-US" sz="1400" dirty="0"/>
              <a:t>not re-elected</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30A57CA-C9AF-0D42-7535-DB01D428E237}"/>
                  </a:ext>
                </a:extLst>
              </p:cNvPr>
              <p:cNvSpPr txBox="1"/>
              <p:nvPr/>
            </p:nvSpPr>
            <p:spPr>
              <a:xfrm>
                <a:off x="7795612" y="2849742"/>
                <a:ext cx="320625" cy="4150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box>
                    </m:oMath>
                  </m:oMathPara>
                </a14:m>
                <a:endParaRPr lang="en-US" dirty="0"/>
              </a:p>
            </p:txBody>
          </p:sp>
        </mc:Choice>
        <mc:Fallback xmlns="">
          <p:sp>
            <p:nvSpPr>
              <p:cNvPr id="51" name="TextBox 50">
                <a:extLst>
                  <a:ext uri="{FF2B5EF4-FFF2-40B4-BE49-F238E27FC236}">
                    <a16:creationId xmlns:a16="http://schemas.microsoft.com/office/drawing/2014/main" id="{C30A57CA-C9AF-0D42-7535-DB01D428E237}"/>
                  </a:ext>
                </a:extLst>
              </p:cNvPr>
              <p:cNvSpPr txBox="1">
                <a:spLocks noRot="1" noChangeAspect="1" noMove="1" noResize="1" noEditPoints="1" noAdjustHandles="1" noChangeArrowheads="1" noChangeShapeType="1" noTextEdit="1"/>
              </p:cNvSpPr>
              <p:nvPr/>
            </p:nvSpPr>
            <p:spPr>
              <a:xfrm>
                <a:off x="7795612" y="2849742"/>
                <a:ext cx="320625" cy="415050"/>
              </a:xfrm>
              <a:prstGeom prst="rect">
                <a:avLst/>
              </a:prstGeom>
              <a:blipFill>
                <a:blip r:embed="rId8"/>
                <a:stretch>
                  <a:fillRect b="-1449"/>
                </a:stretch>
              </a:blipFill>
            </p:spPr>
            <p:txBody>
              <a:bodyPr/>
              <a:lstStyle/>
              <a:p>
                <a:r>
                  <a:rPr lang="en-US">
                    <a:noFill/>
                  </a:rPr>
                  <a:t> </a:t>
                </a:r>
              </a:p>
            </p:txBody>
          </p:sp>
        </mc:Fallback>
      </mc:AlternateContent>
      <p:sp>
        <p:nvSpPr>
          <p:cNvPr id="33" name="Rectangle 32">
            <a:extLst>
              <a:ext uri="{FF2B5EF4-FFF2-40B4-BE49-F238E27FC236}">
                <a16:creationId xmlns:a16="http://schemas.microsoft.com/office/drawing/2014/main" id="{A10F1324-A947-BC11-D9C0-606688A2D8AC}"/>
              </a:ext>
            </a:extLst>
          </p:cNvPr>
          <p:cNvSpPr/>
          <p:nvPr/>
        </p:nvSpPr>
        <p:spPr>
          <a:xfrm rot="19504174">
            <a:off x="549779" y="1331803"/>
            <a:ext cx="1936377" cy="51661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Short Seawall</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EA1A360-6DC3-5BE5-BA79-1BD429D0A33C}"/>
                  </a:ext>
                </a:extLst>
              </p:cNvPr>
              <p:cNvSpPr txBox="1"/>
              <p:nvPr/>
            </p:nvSpPr>
            <p:spPr>
              <a:xfrm>
                <a:off x="3246645" y="2055893"/>
                <a:ext cx="320625" cy="4305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e>
                      </m:box>
                    </m:oMath>
                  </m:oMathPara>
                </a14:m>
                <a:endParaRPr lang="en-US" dirty="0"/>
              </a:p>
            </p:txBody>
          </p:sp>
        </mc:Choice>
        <mc:Fallback xmlns="">
          <p:sp>
            <p:nvSpPr>
              <p:cNvPr id="41" name="TextBox 40">
                <a:extLst>
                  <a:ext uri="{FF2B5EF4-FFF2-40B4-BE49-F238E27FC236}">
                    <a16:creationId xmlns:a16="http://schemas.microsoft.com/office/drawing/2014/main" id="{5EA1A360-6DC3-5BE5-BA79-1BD429D0A33C}"/>
                  </a:ext>
                </a:extLst>
              </p:cNvPr>
              <p:cNvSpPr txBox="1">
                <a:spLocks noRot="1" noChangeAspect="1" noMove="1" noResize="1" noEditPoints="1" noAdjustHandles="1" noChangeArrowheads="1" noChangeShapeType="1" noTextEdit="1"/>
              </p:cNvSpPr>
              <p:nvPr/>
            </p:nvSpPr>
            <p:spPr>
              <a:xfrm>
                <a:off x="3246645" y="2055893"/>
                <a:ext cx="320625" cy="430567"/>
              </a:xfrm>
              <a:prstGeom prst="rect">
                <a:avLst/>
              </a:prstGeom>
              <a:blipFill>
                <a:blip r:embed="rId9"/>
                <a:stretch>
                  <a:fillRect r="-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F3E90E2D-444B-7E34-682A-110DD5C8621A}"/>
                  </a:ext>
                </a:extLst>
              </p:cNvPr>
              <p:cNvSpPr txBox="1"/>
              <p:nvPr/>
            </p:nvSpPr>
            <p:spPr>
              <a:xfrm>
                <a:off x="5451026" y="2073956"/>
                <a:ext cx="320625" cy="4162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10</m:t>
                              </m:r>
                            </m:den>
                          </m:f>
                        </m:e>
                      </m:box>
                    </m:oMath>
                  </m:oMathPara>
                </a14:m>
                <a:endParaRPr lang="en-US" dirty="0"/>
              </a:p>
            </p:txBody>
          </p:sp>
        </mc:Choice>
        <mc:Fallback xmlns="">
          <p:sp>
            <p:nvSpPr>
              <p:cNvPr id="52" name="TextBox 51">
                <a:extLst>
                  <a:ext uri="{FF2B5EF4-FFF2-40B4-BE49-F238E27FC236}">
                    <a16:creationId xmlns:a16="http://schemas.microsoft.com/office/drawing/2014/main" id="{F3E90E2D-444B-7E34-682A-110DD5C8621A}"/>
                  </a:ext>
                </a:extLst>
              </p:cNvPr>
              <p:cNvSpPr txBox="1">
                <a:spLocks noRot="1" noChangeAspect="1" noMove="1" noResize="1" noEditPoints="1" noAdjustHandles="1" noChangeArrowheads="1" noChangeShapeType="1" noTextEdit="1"/>
              </p:cNvSpPr>
              <p:nvPr/>
            </p:nvSpPr>
            <p:spPr>
              <a:xfrm>
                <a:off x="5451026" y="2073956"/>
                <a:ext cx="320625" cy="416204"/>
              </a:xfrm>
              <a:prstGeom prst="rect">
                <a:avLst/>
              </a:prstGeom>
              <a:blipFill>
                <a:blip r:embed="rId10"/>
                <a:stretch>
                  <a:fillRect r="-7547"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F667D83E-7B4B-A8C8-B29B-CD2CDD17CBF8}"/>
                  </a:ext>
                </a:extLst>
              </p:cNvPr>
              <p:cNvSpPr txBox="1"/>
              <p:nvPr/>
            </p:nvSpPr>
            <p:spPr>
              <a:xfrm>
                <a:off x="8573766" y="2067669"/>
                <a:ext cx="320625" cy="4162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10</m:t>
                              </m:r>
                            </m:den>
                          </m:f>
                        </m:e>
                      </m:box>
                    </m:oMath>
                  </m:oMathPara>
                </a14:m>
                <a:endParaRPr lang="en-US" dirty="0"/>
              </a:p>
            </p:txBody>
          </p:sp>
        </mc:Choice>
        <mc:Fallback xmlns="">
          <p:sp>
            <p:nvSpPr>
              <p:cNvPr id="53" name="TextBox 52">
                <a:extLst>
                  <a:ext uri="{FF2B5EF4-FFF2-40B4-BE49-F238E27FC236}">
                    <a16:creationId xmlns:a16="http://schemas.microsoft.com/office/drawing/2014/main" id="{F667D83E-7B4B-A8C8-B29B-CD2CDD17CBF8}"/>
                  </a:ext>
                </a:extLst>
              </p:cNvPr>
              <p:cNvSpPr txBox="1">
                <a:spLocks noRot="1" noChangeAspect="1" noMove="1" noResize="1" noEditPoints="1" noAdjustHandles="1" noChangeArrowheads="1" noChangeShapeType="1" noTextEdit="1"/>
              </p:cNvSpPr>
              <p:nvPr/>
            </p:nvSpPr>
            <p:spPr>
              <a:xfrm>
                <a:off x="8573766" y="2067669"/>
                <a:ext cx="320625" cy="416204"/>
              </a:xfrm>
              <a:prstGeom prst="rect">
                <a:avLst/>
              </a:prstGeom>
              <a:blipFill>
                <a:blip r:embed="rId10"/>
                <a:stretch>
                  <a:fillRect r="-7547" b="-2941"/>
                </a:stretch>
              </a:blipFill>
            </p:spPr>
            <p:txBody>
              <a:bodyPr/>
              <a:lstStyle/>
              <a:p>
                <a:r>
                  <a:rPr lang="en-US">
                    <a:noFill/>
                  </a:rPr>
                  <a:t> </a:t>
                </a:r>
              </a:p>
            </p:txBody>
          </p:sp>
        </mc:Fallback>
      </mc:AlternateContent>
      <p:pic>
        <p:nvPicPr>
          <p:cNvPr id="25" name="Camera 24">
            <a:extLst>
              <a:ext uri="{FF2B5EF4-FFF2-40B4-BE49-F238E27FC236}">
                <a16:creationId xmlns:a16="http://schemas.microsoft.com/office/drawing/2014/main" id="{1106A9C7-BE9D-D61E-0C4D-3B29B34A8E7D}"/>
              </a:ext>
            </a:extLst>
          </p:cNvPr>
          <p:cNvPicPr>
            <a:picLocks noChangeAspect="1"/>
            <a:extLst>
              <a:ext uri="{51228E76-BA90-4043-B771-695A4F85340A}">
                <alf:liveFeedProps xmlns:alf="http://schemas.microsoft.com/office/drawing/2021/livefeed"/>
              </a:ext>
            </a:extLst>
          </p:cNvPicPr>
          <p:nvPr/>
        </p:nvPicPr>
        <p:blipFill>
          <a:blip r:embed="rId11">
            <a:extLst>
              <a:ext uri="{96DAC541-7B7A-43D3-8B79-37D633B846F1}">
                <asvg:svgBlip xmlns:asvg="http://schemas.microsoft.com/office/drawing/2016/SVG/main" r:embed="rId12"/>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28270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A9440-CAD8-6D83-06AD-AB166C3591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ECE6A66-1AD8-01F7-AAFC-5A7E4734D193}"/>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6E73A56C-4EDD-22C0-DFA6-6408C8E733BB}"/>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730AE859-0F1B-6F13-7C81-6B9256D64F4F}"/>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D038A4ED-CCF0-429B-0264-288064E824AD}"/>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6FD88835-7587-7D94-CA51-14B5054530B8}"/>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763F3EE9-5411-C95C-50C6-3B217CB07F04}"/>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DC21DDCA-394A-3B25-214D-90814A8D5BBF}"/>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929870D4-59B0-B1BE-430F-9177E83EE6A2}"/>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C712FF4C-09E6-707C-8733-476C8B4293A0}"/>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39CC9555-E820-F698-FD58-BC49E19689E4}"/>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F57E365E-57FF-05A4-FC27-C4CEDA4B60FB}"/>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DFF48418-39F1-FB14-5704-9A628992F2D7}"/>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445517D6-5211-6F47-9CC6-22F61C9BB0F6}"/>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1942E319-BF3C-96E0-5923-4AD7D715AB11}"/>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C62D3EA-36A9-884D-B76E-711BE95A7D09}"/>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F68F3638-DC37-4AD8-8D0F-FE247B08CE69}"/>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6B28AB5E-F151-BB55-8F2A-9652FB52BA90}"/>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9957B50-C759-DC23-10C4-FFDF1D159D14}"/>
                  </a:ext>
                </a:extLst>
              </p:cNvPr>
              <p:cNvSpPr txBox="1"/>
              <p:nvPr/>
            </p:nvSpPr>
            <p:spPr>
              <a:xfrm>
                <a:off x="174810" y="1513416"/>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b="0" dirty="0"/>
              </a:p>
              <a:p>
                <a:pPr>
                  <a:lnSpc>
                    <a:spcPct val="150000"/>
                  </a:lnSpc>
                </a:pPr>
                <a:endParaRPr lang="en-US" dirty="0"/>
              </a:p>
            </p:txBody>
          </p:sp>
        </mc:Choice>
        <mc:Fallback xmlns="">
          <p:sp>
            <p:nvSpPr>
              <p:cNvPr id="20" name="TextBox 19">
                <a:extLst>
                  <a:ext uri="{FF2B5EF4-FFF2-40B4-BE49-F238E27FC236}">
                    <a16:creationId xmlns:a16="http://schemas.microsoft.com/office/drawing/2014/main" id="{79957B50-C759-DC23-10C4-FFDF1D159D14}"/>
                  </a:ext>
                </a:extLst>
              </p:cNvPr>
              <p:cNvSpPr txBox="1">
                <a:spLocks noRot="1" noChangeAspect="1" noMove="1" noResize="1" noEditPoints="1" noAdjustHandles="1" noChangeArrowheads="1" noChangeShapeType="1" noTextEdit="1"/>
              </p:cNvSpPr>
              <p:nvPr/>
            </p:nvSpPr>
            <p:spPr>
              <a:xfrm>
                <a:off x="174810" y="1513416"/>
                <a:ext cx="4903695" cy="3714863"/>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F405B9E-AF9C-910E-27EB-91DA98BF19BA}"/>
                  </a:ext>
                </a:extLst>
              </p:cNvPr>
              <p:cNvSpPr txBox="1"/>
              <p:nvPr/>
            </p:nvSpPr>
            <p:spPr>
              <a:xfrm>
                <a:off x="7059705" y="1517187"/>
                <a:ext cx="4903695" cy="3751604"/>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box>
                    </m:oMath>
                  </m:oMathPara>
                </a14:m>
                <a:endParaRPr lang="en-US" b="0" dirty="0"/>
              </a:p>
              <a:p>
                <a:pPr>
                  <a:lnSpc>
                    <a:spcPct val="150000"/>
                  </a:lnSpc>
                </a:pPr>
                <a:endParaRPr lang="en-US" dirty="0"/>
              </a:p>
            </p:txBody>
          </p:sp>
        </mc:Choice>
        <mc:Fallback xmlns="">
          <p:sp>
            <p:nvSpPr>
              <p:cNvPr id="22" name="TextBox 21">
                <a:extLst>
                  <a:ext uri="{FF2B5EF4-FFF2-40B4-BE49-F238E27FC236}">
                    <a16:creationId xmlns:a16="http://schemas.microsoft.com/office/drawing/2014/main" id="{4F405B9E-AF9C-910E-27EB-91DA98BF19BA}"/>
                  </a:ext>
                </a:extLst>
              </p:cNvPr>
              <p:cNvSpPr txBox="1">
                <a:spLocks noRot="1" noChangeAspect="1" noMove="1" noResize="1" noEditPoints="1" noAdjustHandles="1" noChangeArrowheads="1" noChangeShapeType="1" noTextEdit="1"/>
              </p:cNvSpPr>
              <p:nvPr/>
            </p:nvSpPr>
            <p:spPr>
              <a:xfrm>
                <a:off x="7059705" y="1517187"/>
                <a:ext cx="4903695" cy="3751604"/>
              </a:xfrm>
              <a:prstGeom prst="rect">
                <a:avLst/>
              </a:prstGeom>
              <a:blipFill>
                <a:blip r:embed="rId3"/>
                <a:stretch>
                  <a:fillRect/>
                </a:stretch>
              </a:blipFill>
              <a:ln>
                <a:solidFill>
                  <a:schemeClr val="tx1"/>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3BE97496-B1E8-0786-DF28-23A9D8920573}"/>
              </a:ext>
            </a:extLst>
          </p:cNvPr>
          <p:cNvSpPr/>
          <p:nvPr/>
        </p:nvSpPr>
        <p:spPr>
          <a:xfrm>
            <a:off x="1658471" y="3316941"/>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617A98B-88D2-395C-8F8A-364CA5482471}"/>
              </a:ext>
            </a:extLst>
          </p:cNvPr>
          <p:cNvSpPr/>
          <p:nvPr/>
        </p:nvSpPr>
        <p:spPr>
          <a:xfrm>
            <a:off x="8359587" y="3316940"/>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79789CC-111C-D379-A693-641953B56321}"/>
              </a:ext>
            </a:extLst>
          </p:cNvPr>
          <p:cNvSpPr/>
          <p:nvPr/>
        </p:nvSpPr>
        <p:spPr>
          <a:xfrm>
            <a:off x="8072717" y="4292865"/>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3FD0B1E-AEF0-D71C-A61D-79F8E89FE00A}"/>
              </a:ext>
            </a:extLst>
          </p:cNvPr>
          <p:cNvSpPr/>
          <p:nvPr/>
        </p:nvSpPr>
        <p:spPr>
          <a:xfrm>
            <a:off x="1351428" y="4253296"/>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02CF171-9C1B-9036-5203-754054D28F8A}"/>
              </a:ext>
            </a:extLst>
          </p:cNvPr>
          <p:cNvSpPr/>
          <p:nvPr/>
        </p:nvSpPr>
        <p:spPr>
          <a:xfrm>
            <a:off x="1066290" y="1455617"/>
            <a:ext cx="10005630" cy="53448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B8290EA-CABF-618B-F137-C53B30C9501C}"/>
              </a:ext>
            </a:extLst>
          </p:cNvPr>
          <p:cNvSpPr/>
          <p:nvPr/>
        </p:nvSpPr>
        <p:spPr>
          <a:xfrm>
            <a:off x="2774575" y="2580422"/>
            <a:ext cx="8065997" cy="3960238"/>
          </a:xfrm>
          <a:prstGeom prst="rect">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93E3898-92E6-7C73-68E1-C58011A05A85}"/>
              </a:ext>
            </a:extLst>
          </p:cNvPr>
          <p:cNvSpPr txBox="1"/>
          <p:nvPr/>
        </p:nvSpPr>
        <p:spPr>
          <a:xfrm rot="16200000">
            <a:off x="202759" y="4391264"/>
            <a:ext cx="3236258" cy="338554"/>
          </a:xfrm>
          <a:prstGeom prst="rect">
            <a:avLst/>
          </a:prstGeom>
          <a:noFill/>
        </p:spPr>
        <p:txBody>
          <a:bodyPr wrap="square" rtlCol="0">
            <a:spAutoFit/>
          </a:bodyPr>
          <a:lstStyle/>
          <a:p>
            <a:pPr algn="ctr"/>
            <a:r>
              <a:rPr lang="en-US" sz="1600" dirty="0"/>
              <a:t>re-elected?</a:t>
            </a:r>
          </a:p>
        </p:txBody>
      </p:sp>
      <p:sp>
        <p:nvSpPr>
          <p:cNvPr id="30" name="TextBox 29">
            <a:extLst>
              <a:ext uri="{FF2B5EF4-FFF2-40B4-BE49-F238E27FC236}">
                <a16:creationId xmlns:a16="http://schemas.microsoft.com/office/drawing/2014/main" id="{FA28FE5F-B4EF-EEB5-0226-323E886ABCA6}"/>
              </a:ext>
            </a:extLst>
          </p:cNvPr>
          <p:cNvSpPr txBox="1"/>
          <p:nvPr/>
        </p:nvSpPr>
        <p:spPr>
          <a:xfrm>
            <a:off x="2740705" y="1503765"/>
            <a:ext cx="1021976" cy="523220"/>
          </a:xfrm>
          <a:prstGeom prst="rect">
            <a:avLst/>
          </a:prstGeom>
          <a:noFill/>
        </p:spPr>
        <p:txBody>
          <a:bodyPr wrap="square" rtlCol="0">
            <a:spAutoFit/>
          </a:bodyPr>
          <a:lstStyle/>
          <a:p>
            <a:pPr algn="ctr"/>
            <a:r>
              <a:rPr lang="en-US" sz="1400" dirty="0"/>
              <a:t>flood and no tax cut</a:t>
            </a:r>
          </a:p>
        </p:txBody>
      </p:sp>
      <p:sp>
        <p:nvSpPr>
          <p:cNvPr id="31" name="TextBox 30">
            <a:extLst>
              <a:ext uri="{FF2B5EF4-FFF2-40B4-BE49-F238E27FC236}">
                <a16:creationId xmlns:a16="http://schemas.microsoft.com/office/drawing/2014/main" id="{EBC598FB-CAF1-E918-9BE2-BF152D9F21E7}"/>
              </a:ext>
            </a:extLst>
          </p:cNvPr>
          <p:cNvSpPr txBox="1"/>
          <p:nvPr/>
        </p:nvSpPr>
        <p:spPr>
          <a:xfrm>
            <a:off x="5875129" y="1474352"/>
            <a:ext cx="1307622" cy="523220"/>
          </a:xfrm>
          <a:prstGeom prst="rect">
            <a:avLst/>
          </a:prstGeom>
          <a:noFill/>
        </p:spPr>
        <p:txBody>
          <a:bodyPr wrap="square" rtlCol="0">
            <a:spAutoFit/>
          </a:bodyPr>
          <a:lstStyle/>
          <a:p>
            <a:pPr algn="ctr"/>
            <a:r>
              <a:rPr lang="en-US" sz="1400" dirty="0"/>
              <a:t>no flood and  no tax cut</a:t>
            </a:r>
          </a:p>
        </p:txBody>
      </p:sp>
      <p:sp>
        <p:nvSpPr>
          <p:cNvPr id="32" name="TextBox 31">
            <a:extLst>
              <a:ext uri="{FF2B5EF4-FFF2-40B4-BE49-F238E27FC236}">
                <a16:creationId xmlns:a16="http://schemas.microsoft.com/office/drawing/2014/main" id="{D4337B32-55F8-B1B8-88B0-DAF771D033B8}"/>
              </a:ext>
            </a:extLst>
          </p:cNvPr>
          <p:cNvSpPr txBox="1"/>
          <p:nvPr/>
        </p:nvSpPr>
        <p:spPr>
          <a:xfrm>
            <a:off x="8875061" y="1481978"/>
            <a:ext cx="1307622" cy="523220"/>
          </a:xfrm>
          <a:prstGeom prst="rect">
            <a:avLst/>
          </a:prstGeom>
          <a:noFill/>
        </p:spPr>
        <p:txBody>
          <a:bodyPr wrap="square" rtlCol="0">
            <a:spAutoFit/>
          </a:bodyPr>
          <a:lstStyle/>
          <a:p>
            <a:pPr algn="ctr"/>
            <a:r>
              <a:rPr lang="en-US" sz="1400" dirty="0"/>
              <a:t>no flood and  tax cut</a:t>
            </a:r>
          </a:p>
        </p:txBody>
      </p:sp>
      <p:cxnSp>
        <p:nvCxnSpPr>
          <p:cNvPr id="34" name="Straight Connector 33">
            <a:extLst>
              <a:ext uri="{FF2B5EF4-FFF2-40B4-BE49-F238E27FC236}">
                <a16:creationId xmlns:a16="http://schemas.microsoft.com/office/drawing/2014/main" id="{7551236A-94CF-21EC-20E7-FB5EBA0B0C0E}"/>
              </a:ext>
            </a:extLst>
          </p:cNvPr>
          <p:cNvCxnSpPr>
            <a:cxnSpLocks/>
          </p:cNvCxnSpPr>
          <p:nvPr/>
        </p:nvCxnSpPr>
        <p:spPr>
          <a:xfrm>
            <a:off x="3600377" y="2609605"/>
            <a:ext cx="0" cy="39408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A1D074C-A87E-757F-458A-463E2EEE31BC}"/>
              </a:ext>
            </a:extLst>
          </p:cNvPr>
          <p:cNvCxnSpPr>
            <a:cxnSpLocks/>
          </p:cNvCxnSpPr>
          <p:nvPr/>
        </p:nvCxnSpPr>
        <p:spPr>
          <a:xfrm>
            <a:off x="8683069" y="2580422"/>
            <a:ext cx="0" cy="39408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33F9B431-D9A3-417B-712F-06820A1D4B98}"/>
              </a:ext>
            </a:extLst>
          </p:cNvPr>
          <p:cNvSpPr txBox="1"/>
          <p:nvPr/>
        </p:nvSpPr>
        <p:spPr>
          <a:xfrm rot="18541051">
            <a:off x="2507667" y="3227956"/>
            <a:ext cx="1256234" cy="307777"/>
          </a:xfrm>
          <a:prstGeom prst="rect">
            <a:avLst/>
          </a:prstGeom>
          <a:noFill/>
        </p:spPr>
        <p:txBody>
          <a:bodyPr wrap="square" rtlCol="0">
            <a:spAutoFit/>
          </a:bodyPr>
          <a:lstStyle/>
          <a:p>
            <a:r>
              <a:rPr lang="en-US" sz="1400" dirty="0"/>
              <a:t>not re-elected</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6B663A1-B548-A43B-B332-EAF1B8CDA080}"/>
                  </a:ext>
                </a:extLst>
              </p:cNvPr>
              <p:cNvSpPr txBox="1"/>
              <p:nvPr/>
            </p:nvSpPr>
            <p:spPr>
              <a:xfrm>
                <a:off x="2851047" y="3987514"/>
                <a:ext cx="3206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B6B663A1-B548-A43B-B332-EAF1B8CDA080}"/>
                  </a:ext>
                </a:extLst>
              </p:cNvPr>
              <p:cNvSpPr txBox="1">
                <a:spLocks noRot="1" noChangeAspect="1" noMove="1" noResize="1" noEditPoints="1" noAdjustHandles="1" noChangeArrowheads="1" noChangeShapeType="1" noTextEdit="1"/>
              </p:cNvSpPr>
              <p:nvPr/>
            </p:nvSpPr>
            <p:spPr>
              <a:xfrm>
                <a:off x="2851047" y="3987514"/>
                <a:ext cx="320625" cy="369332"/>
              </a:xfrm>
              <a:prstGeom prst="rect">
                <a:avLst/>
              </a:prstGeom>
              <a:blipFill>
                <a:blip r:embed="rId4"/>
                <a:stretch>
                  <a:fillRect/>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36D90F19-A727-9033-5222-98714F2C0821}"/>
              </a:ext>
            </a:extLst>
          </p:cNvPr>
          <p:cNvSpPr txBox="1"/>
          <p:nvPr/>
        </p:nvSpPr>
        <p:spPr>
          <a:xfrm>
            <a:off x="4880663" y="2877524"/>
            <a:ext cx="1256234" cy="307777"/>
          </a:xfrm>
          <a:prstGeom prst="rect">
            <a:avLst/>
          </a:prstGeom>
          <a:noFill/>
        </p:spPr>
        <p:txBody>
          <a:bodyPr wrap="square" rtlCol="0">
            <a:spAutoFit/>
          </a:bodyPr>
          <a:lstStyle/>
          <a:p>
            <a:r>
              <a:rPr lang="en-US" sz="1400" dirty="0"/>
              <a:t>not re-elected</a:t>
            </a:r>
          </a:p>
        </p:txBody>
      </p:sp>
      <p:sp>
        <p:nvSpPr>
          <p:cNvPr id="40" name="TextBox 39">
            <a:extLst>
              <a:ext uri="{FF2B5EF4-FFF2-40B4-BE49-F238E27FC236}">
                <a16:creationId xmlns:a16="http://schemas.microsoft.com/office/drawing/2014/main" id="{EA1AF926-1B2D-83A4-2AFE-AD0E7FAB66B8}"/>
              </a:ext>
            </a:extLst>
          </p:cNvPr>
          <p:cNvSpPr txBox="1"/>
          <p:nvPr/>
        </p:nvSpPr>
        <p:spPr>
          <a:xfrm>
            <a:off x="4880663" y="5092254"/>
            <a:ext cx="1256234" cy="307777"/>
          </a:xfrm>
          <a:prstGeom prst="rect">
            <a:avLst/>
          </a:prstGeom>
          <a:noFill/>
        </p:spPr>
        <p:txBody>
          <a:bodyPr wrap="square" rtlCol="0">
            <a:spAutoFit/>
          </a:bodyPr>
          <a:lstStyle/>
          <a:p>
            <a:r>
              <a:rPr lang="en-US" sz="1400" dirty="0"/>
              <a:t>re-elected</a:t>
            </a:r>
          </a:p>
        </p:txBody>
      </p:sp>
      <p:cxnSp>
        <p:nvCxnSpPr>
          <p:cNvPr id="42" name="Straight Connector 41">
            <a:extLst>
              <a:ext uri="{FF2B5EF4-FFF2-40B4-BE49-F238E27FC236}">
                <a16:creationId xmlns:a16="http://schemas.microsoft.com/office/drawing/2014/main" id="{8161F910-0EFC-EE95-DD87-EE7BD1036051}"/>
              </a:ext>
            </a:extLst>
          </p:cNvPr>
          <p:cNvCxnSpPr>
            <a:cxnSpLocks/>
          </p:cNvCxnSpPr>
          <p:nvPr/>
        </p:nvCxnSpPr>
        <p:spPr>
          <a:xfrm>
            <a:off x="3600377" y="4587889"/>
            <a:ext cx="508269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AD51105-1959-3A1D-C9D0-BCE1A73AD71B}"/>
                  </a:ext>
                </a:extLst>
              </p:cNvPr>
              <p:cNvSpPr txBox="1"/>
              <p:nvPr/>
            </p:nvSpPr>
            <p:spPr>
              <a:xfrm>
                <a:off x="4193610" y="3211376"/>
                <a:ext cx="320625"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p:txBody>
          </p:sp>
        </mc:Choice>
        <mc:Fallback xmlns="">
          <p:sp>
            <p:nvSpPr>
              <p:cNvPr id="44" name="TextBox 43">
                <a:extLst>
                  <a:ext uri="{FF2B5EF4-FFF2-40B4-BE49-F238E27FC236}">
                    <a16:creationId xmlns:a16="http://schemas.microsoft.com/office/drawing/2014/main" id="{7AD51105-1959-3A1D-C9D0-BCE1A73AD71B}"/>
                  </a:ext>
                </a:extLst>
              </p:cNvPr>
              <p:cNvSpPr txBox="1">
                <a:spLocks noRot="1" noChangeAspect="1" noMove="1" noResize="1" noEditPoints="1" noAdjustHandles="1" noChangeArrowheads="1" noChangeShapeType="1" noTextEdit="1"/>
              </p:cNvSpPr>
              <p:nvPr/>
            </p:nvSpPr>
            <p:spPr>
              <a:xfrm>
                <a:off x="4193610" y="3211376"/>
                <a:ext cx="320625" cy="42999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496F089-7751-7816-C542-577F259119DE}"/>
                  </a:ext>
                </a:extLst>
              </p:cNvPr>
              <p:cNvSpPr txBox="1"/>
              <p:nvPr/>
            </p:nvSpPr>
            <p:spPr>
              <a:xfrm>
                <a:off x="4202665" y="5132685"/>
                <a:ext cx="320625"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p:txBody>
          </p:sp>
        </mc:Choice>
        <mc:Fallback xmlns="">
          <p:sp>
            <p:nvSpPr>
              <p:cNvPr id="45" name="TextBox 44">
                <a:extLst>
                  <a:ext uri="{FF2B5EF4-FFF2-40B4-BE49-F238E27FC236}">
                    <a16:creationId xmlns:a16="http://schemas.microsoft.com/office/drawing/2014/main" id="{A496F089-7751-7816-C542-577F259119DE}"/>
                  </a:ext>
                </a:extLst>
              </p:cNvPr>
              <p:cNvSpPr txBox="1">
                <a:spLocks noRot="1" noChangeAspect="1" noMove="1" noResize="1" noEditPoints="1" noAdjustHandles="1" noChangeArrowheads="1" noChangeShapeType="1" noTextEdit="1"/>
              </p:cNvSpPr>
              <p:nvPr/>
            </p:nvSpPr>
            <p:spPr>
              <a:xfrm>
                <a:off x="4202665" y="5132685"/>
                <a:ext cx="320625" cy="429990"/>
              </a:xfrm>
              <a:prstGeom prst="rect">
                <a:avLst/>
              </a:prstGeom>
              <a:blipFill>
                <a:blip r:embed="rId6"/>
                <a:stretch>
                  <a:fillRect/>
                </a:stretch>
              </a:blipFill>
            </p:spPr>
            <p:txBody>
              <a:bodyPr/>
              <a:lstStyle/>
              <a:p>
                <a:r>
                  <a:rPr lang="en-US">
                    <a:noFill/>
                  </a:rPr>
                  <a:t> </a:t>
                </a:r>
              </a:p>
            </p:txBody>
          </p:sp>
        </mc:Fallback>
      </mc:AlternateContent>
      <p:cxnSp>
        <p:nvCxnSpPr>
          <p:cNvPr id="46" name="Straight Connector 45">
            <a:extLst>
              <a:ext uri="{FF2B5EF4-FFF2-40B4-BE49-F238E27FC236}">
                <a16:creationId xmlns:a16="http://schemas.microsoft.com/office/drawing/2014/main" id="{E436CA01-CCDA-C064-58FE-463DAB2382B4}"/>
              </a:ext>
            </a:extLst>
          </p:cNvPr>
          <p:cNvCxnSpPr>
            <a:cxnSpLocks/>
          </p:cNvCxnSpPr>
          <p:nvPr/>
        </p:nvCxnSpPr>
        <p:spPr>
          <a:xfrm>
            <a:off x="8683069" y="3649511"/>
            <a:ext cx="21429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9A283B5-B06C-C9B6-94AA-5F8898819119}"/>
                  </a:ext>
                </a:extLst>
              </p:cNvPr>
              <p:cNvSpPr txBox="1"/>
              <p:nvPr/>
            </p:nvSpPr>
            <p:spPr>
              <a:xfrm>
                <a:off x="8683069" y="5187334"/>
                <a:ext cx="320625" cy="4156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p:txBody>
          </p:sp>
        </mc:Choice>
        <mc:Fallback xmlns="">
          <p:sp>
            <p:nvSpPr>
              <p:cNvPr id="48" name="TextBox 47">
                <a:extLst>
                  <a:ext uri="{FF2B5EF4-FFF2-40B4-BE49-F238E27FC236}">
                    <a16:creationId xmlns:a16="http://schemas.microsoft.com/office/drawing/2014/main" id="{F9A283B5-B06C-C9B6-94AA-5F8898819119}"/>
                  </a:ext>
                </a:extLst>
              </p:cNvPr>
              <p:cNvSpPr txBox="1">
                <a:spLocks noRot="1" noChangeAspect="1" noMove="1" noResize="1" noEditPoints="1" noAdjustHandles="1" noChangeArrowheads="1" noChangeShapeType="1" noTextEdit="1"/>
              </p:cNvSpPr>
              <p:nvPr/>
            </p:nvSpPr>
            <p:spPr>
              <a:xfrm>
                <a:off x="8683069" y="5187334"/>
                <a:ext cx="320625" cy="415627"/>
              </a:xfrm>
              <a:prstGeom prst="rect">
                <a:avLst/>
              </a:prstGeom>
              <a:blipFill>
                <a:blip r:embed="rId7"/>
                <a:stretch>
                  <a:fillRect b="-2941"/>
                </a:stretch>
              </a:blipFill>
            </p:spPr>
            <p:txBody>
              <a:bodyPr/>
              <a:lstStyle/>
              <a:p>
                <a:r>
                  <a:rPr lang="en-US">
                    <a:noFill/>
                  </a:rPr>
                  <a:t> </a:t>
                </a:r>
              </a:p>
            </p:txBody>
          </p:sp>
        </mc:Fallback>
      </mc:AlternateContent>
      <p:sp>
        <p:nvSpPr>
          <p:cNvPr id="49" name="TextBox 48">
            <a:extLst>
              <a:ext uri="{FF2B5EF4-FFF2-40B4-BE49-F238E27FC236}">
                <a16:creationId xmlns:a16="http://schemas.microsoft.com/office/drawing/2014/main" id="{777CEA3E-9792-E44B-0004-421C62A4666F}"/>
              </a:ext>
            </a:extLst>
          </p:cNvPr>
          <p:cNvSpPr txBox="1"/>
          <p:nvPr/>
        </p:nvSpPr>
        <p:spPr>
          <a:xfrm>
            <a:off x="9686796" y="4818798"/>
            <a:ext cx="1256234" cy="307777"/>
          </a:xfrm>
          <a:prstGeom prst="rect">
            <a:avLst/>
          </a:prstGeom>
          <a:noFill/>
        </p:spPr>
        <p:txBody>
          <a:bodyPr wrap="square" rtlCol="0">
            <a:spAutoFit/>
          </a:bodyPr>
          <a:lstStyle/>
          <a:p>
            <a:r>
              <a:rPr lang="en-US" sz="1400" dirty="0"/>
              <a:t>re-elected</a:t>
            </a:r>
          </a:p>
        </p:txBody>
      </p:sp>
      <p:sp>
        <p:nvSpPr>
          <p:cNvPr id="50" name="TextBox 49">
            <a:extLst>
              <a:ext uri="{FF2B5EF4-FFF2-40B4-BE49-F238E27FC236}">
                <a16:creationId xmlns:a16="http://schemas.microsoft.com/office/drawing/2014/main" id="{CD9AFC14-FB98-060F-1FC1-D2233519FF39}"/>
              </a:ext>
            </a:extLst>
          </p:cNvPr>
          <p:cNvSpPr txBox="1"/>
          <p:nvPr/>
        </p:nvSpPr>
        <p:spPr>
          <a:xfrm>
            <a:off x="9584338" y="2852937"/>
            <a:ext cx="1256234" cy="307777"/>
          </a:xfrm>
          <a:prstGeom prst="rect">
            <a:avLst/>
          </a:prstGeom>
          <a:noFill/>
        </p:spPr>
        <p:txBody>
          <a:bodyPr wrap="square" rtlCol="0">
            <a:spAutoFit/>
          </a:bodyPr>
          <a:lstStyle/>
          <a:p>
            <a:r>
              <a:rPr lang="en-US" sz="1400" dirty="0"/>
              <a:t>not re-elected</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107D5EA1-B3EB-3E83-F849-FDF305C29340}"/>
                  </a:ext>
                </a:extLst>
              </p:cNvPr>
              <p:cNvSpPr txBox="1"/>
              <p:nvPr/>
            </p:nvSpPr>
            <p:spPr>
              <a:xfrm>
                <a:off x="8756100" y="2892656"/>
                <a:ext cx="320625" cy="4150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box>
                    </m:oMath>
                  </m:oMathPara>
                </a14:m>
                <a:endParaRPr lang="en-US" dirty="0"/>
              </a:p>
            </p:txBody>
          </p:sp>
        </mc:Choice>
        <mc:Fallback xmlns="">
          <p:sp>
            <p:nvSpPr>
              <p:cNvPr id="51" name="TextBox 50">
                <a:extLst>
                  <a:ext uri="{FF2B5EF4-FFF2-40B4-BE49-F238E27FC236}">
                    <a16:creationId xmlns:a16="http://schemas.microsoft.com/office/drawing/2014/main" id="{107D5EA1-B3EB-3E83-F849-FDF305C29340}"/>
                  </a:ext>
                </a:extLst>
              </p:cNvPr>
              <p:cNvSpPr txBox="1">
                <a:spLocks noRot="1" noChangeAspect="1" noMove="1" noResize="1" noEditPoints="1" noAdjustHandles="1" noChangeArrowheads="1" noChangeShapeType="1" noTextEdit="1"/>
              </p:cNvSpPr>
              <p:nvPr/>
            </p:nvSpPr>
            <p:spPr>
              <a:xfrm>
                <a:off x="8756100" y="2892656"/>
                <a:ext cx="320625" cy="415050"/>
              </a:xfrm>
              <a:prstGeom prst="rect">
                <a:avLst/>
              </a:prstGeom>
              <a:blipFill>
                <a:blip r:embed="rId8"/>
                <a:stretch>
                  <a:fillRect b="-2941"/>
                </a:stretch>
              </a:blipFill>
            </p:spPr>
            <p:txBody>
              <a:bodyPr/>
              <a:lstStyle/>
              <a:p>
                <a:r>
                  <a:rPr lang="en-US">
                    <a:noFill/>
                  </a:rPr>
                  <a:t> </a:t>
                </a:r>
              </a:p>
            </p:txBody>
          </p:sp>
        </mc:Fallback>
      </mc:AlternateContent>
      <p:sp>
        <p:nvSpPr>
          <p:cNvPr id="33" name="Rectangle 32">
            <a:extLst>
              <a:ext uri="{FF2B5EF4-FFF2-40B4-BE49-F238E27FC236}">
                <a16:creationId xmlns:a16="http://schemas.microsoft.com/office/drawing/2014/main" id="{D7FAA8FB-7FF2-2DCC-CC30-158BD2328621}"/>
              </a:ext>
            </a:extLst>
          </p:cNvPr>
          <p:cNvSpPr/>
          <p:nvPr/>
        </p:nvSpPr>
        <p:spPr>
          <a:xfrm rot="1587649">
            <a:off x="9756063" y="1142425"/>
            <a:ext cx="1936377" cy="51661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Tall Seawall</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FE34C0A-7EB5-3E2C-5F1D-8AE14B8B89CA}"/>
                  </a:ext>
                </a:extLst>
              </p:cNvPr>
              <p:cNvSpPr txBox="1"/>
              <p:nvPr/>
            </p:nvSpPr>
            <p:spPr>
              <a:xfrm>
                <a:off x="3024399" y="2055884"/>
                <a:ext cx="320625" cy="4167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m:t>
                              </m:r>
                            </m:den>
                          </m:f>
                        </m:e>
                      </m:box>
                    </m:oMath>
                  </m:oMathPara>
                </a14:m>
                <a:endParaRPr lang="en-US" dirty="0"/>
              </a:p>
            </p:txBody>
          </p:sp>
        </mc:Choice>
        <mc:Fallback xmlns="">
          <p:sp>
            <p:nvSpPr>
              <p:cNvPr id="41" name="TextBox 40">
                <a:extLst>
                  <a:ext uri="{FF2B5EF4-FFF2-40B4-BE49-F238E27FC236}">
                    <a16:creationId xmlns:a16="http://schemas.microsoft.com/office/drawing/2014/main" id="{BFE34C0A-7EB5-3E2C-5F1D-8AE14B8B89CA}"/>
                  </a:ext>
                </a:extLst>
              </p:cNvPr>
              <p:cNvSpPr txBox="1">
                <a:spLocks noRot="1" noChangeAspect="1" noMove="1" noResize="1" noEditPoints="1" noAdjustHandles="1" noChangeArrowheads="1" noChangeShapeType="1" noTextEdit="1"/>
              </p:cNvSpPr>
              <p:nvPr/>
            </p:nvSpPr>
            <p:spPr>
              <a:xfrm>
                <a:off x="3024399" y="2055884"/>
                <a:ext cx="320625" cy="416781"/>
              </a:xfrm>
              <a:prstGeom prst="rect">
                <a:avLst/>
              </a:prstGeom>
              <a:blipFill>
                <a:blip r:embed="rId9"/>
                <a:stretch>
                  <a:fillRect r="-7547"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CB07256-849C-C7C7-8482-C4FC60C6EC98}"/>
                  </a:ext>
                </a:extLst>
              </p:cNvPr>
              <p:cNvSpPr txBox="1"/>
              <p:nvPr/>
            </p:nvSpPr>
            <p:spPr>
              <a:xfrm>
                <a:off x="6311525" y="2056674"/>
                <a:ext cx="320625"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27</m:t>
                              </m:r>
                            </m:num>
                            <m:den>
                              <m:r>
                                <a:rPr lang="en-US" b="0" i="1" smtClean="0">
                                  <a:latin typeface="Cambria Math" panose="02040503050406030204" pitchFamily="18" charset="0"/>
                                </a:rPr>
                                <m:t>40</m:t>
                              </m:r>
                            </m:den>
                          </m:f>
                        </m:e>
                      </m:box>
                    </m:oMath>
                  </m:oMathPara>
                </a14:m>
                <a:endParaRPr lang="en-US" dirty="0"/>
              </a:p>
            </p:txBody>
          </p:sp>
        </mc:Choice>
        <mc:Fallback xmlns="">
          <p:sp>
            <p:nvSpPr>
              <p:cNvPr id="52" name="TextBox 51">
                <a:extLst>
                  <a:ext uri="{FF2B5EF4-FFF2-40B4-BE49-F238E27FC236}">
                    <a16:creationId xmlns:a16="http://schemas.microsoft.com/office/drawing/2014/main" id="{8CB07256-849C-C7C7-8482-C4FC60C6EC98}"/>
                  </a:ext>
                </a:extLst>
              </p:cNvPr>
              <p:cNvSpPr txBox="1">
                <a:spLocks noRot="1" noChangeAspect="1" noMove="1" noResize="1" noEditPoints="1" noAdjustHandles="1" noChangeArrowheads="1" noChangeShapeType="1" noTextEdit="1"/>
              </p:cNvSpPr>
              <p:nvPr/>
            </p:nvSpPr>
            <p:spPr>
              <a:xfrm>
                <a:off x="6311525" y="2056674"/>
                <a:ext cx="320625" cy="417358"/>
              </a:xfrm>
              <a:prstGeom prst="rect">
                <a:avLst/>
              </a:prstGeom>
              <a:blipFill>
                <a:blip r:embed="rId10"/>
                <a:stretch>
                  <a:fillRect r="-7547"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82A6E961-5AF5-3DF8-E8F6-18C7EB343786}"/>
                  </a:ext>
                </a:extLst>
              </p:cNvPr>
              <p:cNvSpPr txBox="1"/>
              <p:nvPr/>
            </p:nvSpPr>
            <p:spPr>
              <a:xfrm>
                <a:off x="9424025" y="2066833"/>
                <a:ext cx="320625"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40</m:t>
                              </m:r>
                            </m:den>
                          </m:f>
                        </m:e>
                      </m:box>
                    </m:oMath>
                  </m:oMathPara>
                </a14:m>
                <a:endParaRPr lang="en-US" dirty="0"/>
              </a:p>
            </p:txBody>
          </p:sp>
        </mc:Choice>
        <mc:Fallback xmlns="">
          <p:sp>
            <p:nvSpPr>
              <p:cNvPr id="53" name="TextBox 52">
                <a:extLst>
                  <a:ext uri="{FF2B5EF4-FFF2-40B4-BE49-F238E27FC236}">
                    <a16:creationId xmlns:a16="http://schemas.microsoft.com/office/drawing/2014/main" id="{82A6E961-5AF5-3DF8-E8F6-18C7EB343786}"/>
                  </a:ext>
                </a:extLst>
              </p:cNvPr>
              <p:cNvSpPr txBox="1">
                <a:spLocks noRot="1" noChangeAspect="1" noMove="1" noResize="1" noEditPoints="1" noAdjustHandles="1" noChangeArrowheads="1" noChangeShapeType="1" noTextEdit="1"/>
              </p:cNvSpPr>
              <p:nvPr/>
            </p:nvSpPr>
            <p:spPr>
              <a:xfrm>
                <a:off x="9424025" y="2066833"/>
                <a:ext cx="320625" cy="417358"/>
              </a:xfrm>
              <a:prstGeom prst="rect">
                <a:avLst/>
              </a:prstGeom>
              <a:blipFill>
                <a:blip r:embed="rId11"/>
                <a:stretch>
                  <a:fillRect r="-5660" b="-1449"/>
                </a:stretch>
              </a:blipFill>
            </p:spPr>
            <p:txBody>
              <a:bodyPr/>
              <a:lstStyle/>
              <a:p>
                <a:r>
                  <a:rPr lang="en-US">
                    <a:noFill/>
                  </a:rPr>
                  <a:t> </a:t>
                </a:r>
              </a:p>
            </p:txBody>
          </p:sp>
        </mc:Fallback>
      </mc:AlternateContent>
      <p:pic>
        <p:nvPicPr>
          <p:cNvPr id="25" name="Camera 24">
            <a:extLst>
              <a:ext uri="{FF2B5EF4-FFF2-40B4-BE49-F238E27FC236}">
                <a16:creationId xmlns:a16="http://schemas.microsoft.com/office/drawing/2014/main" id="{7D6EF8B0-7E5A-6527-FE19-BE241E53E349}"/>
              </a:ext>
            </a:extLst>
          </p:cNvPr>
          <p:cNvPicPr>
            <a:picLocks noChangeAspect="1"/>
            <a:extLst>
              <a:ext uri="{51228E76-BA90-4043-B771-695A4F85340A}">
                <alf:liveFeedProps xmlns:alf="http://schemas.microsoft.com/office/drawing/2021/livefeed"/>
              </a:ext>
            </a:extLst>
          </p:cNvPicPr>
          <p:nvPr/>
        </p:nvPicPr>
        <p:blipFill>
          <a:blip r:embed="rId12">
            <a:extLst>
              <a:ext uri="{96DAC541-7B7A-43D3-8B79-37D633B846F1}">
                <asvg:svgBlip xmlns:asvg="http://schemas.microsoft.com/office/drawing/2016/SVG/main" r:embed="rId1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831054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41823-E5CA-6AF1-EC5E-76E5E5C137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3FE309-64A4-1324-6FDB-DB18A9EE6A3A}"/>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0E7B3BC8-4D59-F454-6E21-BF42E5F65530}"/>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6B9284CD-6C5C-5485-E604-589C1E1F48D5}"/>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4B7A56E7-462B-50FE-787A-97F11BCDD834}"/>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0FE57A6B-6471-D8C2-7E08-46ADD52A2E3A}"/>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FD6A56EB-B4FC-C049-26D7-ABD6F2C50405}"/>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847847A7-ABC4-1663-0BC8-2D552D16FFA0}"/>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AF3A0DE6-D601-EA48-4512-8822B833A53D}"/>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AB9A961B-3B5F-7807-0405-907F4F209573}"/>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5EF68E2F-51B5-BEFE-A422-E76CFDE7AF12}"/>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59818EE4-833C-BB21-EB3E-1D36489BC37B}"/>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9BF53F36-F82A-F546-F1CF-AED3A7516CA8}"/>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49426C4E-7780-CFFC-D4B6-724444C38C7F}"/>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E28A87F3-7357-B56F-D5CB-2EB97E60765B}"/>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ADE0DB1B-E709-3BDC-17FF-3CB3B596C65F}"/>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0313B4F3-812A-A25D-5090-9253DF39B0B2}"/>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6BA88D78-27EB-FEA6-DF51-973EB9669F20}"/>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0C36F7B-69F1-B50D-4408-66699A58E141}"/>
                  </a:ext>
                </a:extLst>
              </p:cNvPr>
              <p:cNvSpPr txBox="1"/>
              <p:nvPr/>
            </p:nvSpPr>
            <p:spPr>
              <a:xfrm>
                <a:off x="174810" y="1513416"/>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b="0" dirty="0"/>
              </a:p>
              <a:p>
                <a:pPr>
                  <a:lnSpc>
                    <a:spcPct val="150000"/>
                  </a:lnSpc>
                </a:pPr>
                <a:endParaRPr lang="en-US" dirty="0"/>
              </a:p>
            </p:txBody>
          </p:sp>
        </mc:Choice>
        <mc:Fallback xmlns="">
          <p:sp>
            <p:nvSpPr>
              <p:cNvPr id="20" name="TextBox 19">
                <a:extLst>
                  <a:ext uri="{FF2B5EF4-FFF2-40B4-BE49-F238E27FC236}">
                    <a16:creationId xmlns:a16="http://schemas.microsoft.com/office/drawing/2014/main" id="{20C36F7B-69F1-B50D-4408-66699A58E141}"/>
                  </a:ext>
                </a:extLst>
              </p:cNvPr>
              <p:cNvSpPr txBox="1">
                <a:spLocks noRot="1" noChangeAspect="1" noMove="1" noResize="1" noEditPoints="1" noAdjustHandles="1" noChangeArrowheads="1" noChangeShapeType="1" noTextEdit="1"/>
              </p:cNvSpPr>
              <p:nvPr/>
            </p:nvSpPr>
            <p:spPr>
              <a:xfrm>
                <a:off x="174810" y="1513416"/>
                <a:ext cx="4903695" cy="3714863"/>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F71146A-E03F-073A-E920-6C4E91E6CC2D}"/>
                  </a:ext>
                </a:extLst>
              </p:cNvPr>
              <p:cNvSpPr txBox="1"/>
              <p:nvPr/>
            </p:nvSpPr>
            <p:spPr>
              <a:xfrm>
                <a:off x="7059705" y="1517187"/>
                <a:ext cx="4903695" cy="3751604"/>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box>
                    </m:oMath>
                  </m:oMathPara>
                </a14:m>
                <a:endParaRPr lang="en-US" b="0" dirty="0"/>
              </a:p>
              <a:p>
                <a:pPr>
                  <a:lnSpc>
                    <a:spcPct val="150000"/>
                  </a:lnSpc>
                </a:pPr>
                <a:endParaRPr lang="en-US" dirty="0"/>
              </a:p>
            </p:txBody>
          </p:sp>
        </mc:Choice>
        <mc:Fallback xmlns="">
          <p:sp>
            <p:nvSpPr>
              <p:cNvPr id="22" name="TextBox 21">
                <a:extLst>
                  <a:ext uri="{FF2B5EF4-FFF2-40B4-BE49-F238E27FC236}">
                    <a16:creationId xmlns:a16="http://schemas.microsoft.com/office/drawing/2014/main" id="{DF71146A-E03F-073A-E920-6C4E91E6CC2D}"/>
                  </a:ext>
                </a:extLst>
              </p:cNvPr>
              <p:cNvSpPr txBox="1">
                <a:spLocks noRot="1" noChangeAspect="1" noMove="1" noResize="1" noEditPoints="1" noAdjustHandles="1" noChangeArrowheads="1" noChangeShapeType="1" noTextEdit="1"/>
              </p:cNvSpPr>
              <p:nvPr/>
            </p:nvSpPr>
            <p:spPr>
              <a:xfrm>
                <a:off x="7059705" y="1517187"/>
                <a:ext cx="4903695" cy="3751604"/>
              </a:xfrm>
              <a:prstGeom prst="rect">
                <a:avLst/>
              </a:prstGeom>
              <a:blipFill>
                <a:blip r:embed="rId3"/>
                <a:stretch>
                  <a:fillRect/>
                </a:stretch>
              </a:blipFill>
              <a:ln>
                <a:solidFill>
                  <a:schemeClr val="tx1"/>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706D80E5-4567-7723-2132-12E51FBEB73E}"/>
              </a:ext>
            </a:extLst>
          </p:cNvPr>
          <p:cNvSpPr/>
          <p:nvPr/>
        </p:nvSpPr>
        <p:spPr>
          <a:xfrm>
            <a:off x="1658471" y="3316941"/>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C9BD82F-A07A-56A7-B23B-9D23B4E867A5}"/>
              </a:ext>
            </a:extLst>
          </p:cNvPr>
          <p:cNvSpPr/>
          <p:nvPr/>
        </p:nvSpPr>
        <p:spPr>
          <a:xfrm>
            <a:off x="8359587" y="3316940"/>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518180A-F63C-2E30-25D6-4FE855B3728E}"/>
              </a:ext>
            </a:extLst>
          </p:cNvPr>
          <p:cNvSpPr/>
          <p:nvPr/>
        </p:nvSpPr>
        <p:spPr>
          <a:xfrm>
            <a:off x="8072717" y="4292865"/>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6A91214-55D4-85C5-0128-2B5CFCD176DE}"/>
              </a:ext>
            </a:extLst>
          </p:cNvPr>
          <p:cNvSpPr/>
          <p:nvPr/>
        </p:nvSpPr>
        <p:spPr>
          <a:xfrm>
            <a:off x="1351428" y="4253296"/>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60A16F0-AB97-F5B6-0810-FDAEEBDEDEBE}"/>
                  </a:ext>
                </a:extLst>
              </p:cNvPr>
              <p:cNvSpPr txBox="1"/>
              <p:nvPr/>
            </p:nvSpPr>
            <p:spPr>
              <a:xfrm>
                <a:off x="174810" y="5246209"/>
                <a:ext cx="4903695" cy="434478"/>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10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10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10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4</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p:txBody>
          </p:sp>
        </mc:Choice>
        <mc:Fallback xmlns="">
          <p:sp>
            <p:nvSpPr>
              <p:cNvPr id="25" name="TextBox 24">
                <a:extLst>
                  <a:ext uri="{FF2B5EF4-FFF2-40B4-BE49-F238E27FC236}">
                    <a16:creationId xmlns:a16="http://schemas.microsoft.com/office/drawing/2014/main" id="{660A16F0-AB97-F5B6-0810-FDAEEBDEDEBE}"/>
                  </a:ext>
                </a:extLst>
              </p:cNvPr>
              <p:cNvSpPr txBox="1">
                <a:spLocks noRot="1" noChangeAspect="1" noMove="1" noResize="1" noEditPoints="1" noAdjustHandles="1" noChangeArrowheads="1" noChangeShapeType="1" noTextEdit="1"/>
              </p:cNvSpPr>
              <p:nvPr/>
            </p:nvSpPr>
            <p:spPr>
              <a:xfrm>
                <a:off x="174810" y="5246209"/>
                <a:ext cx="4903695" cy="434478"/>
              </a:xfrm>
              <a:prstGeom prst="rect">
                <a:avLst/>
              </a:prstGeom>
              <a:blipFill>
                <a:blip r:embed="rId4"/>
                <a:stretch>
                  <a:fillRect/>
                </a:stretch>
              </a:blipFill>
              <a:ln>
                <a:solidFill>
                  <a:schemeClr val="tx1"/>
                </a:solidFill>
              </a:ln>
            </p:spPr>
            <p:txBody>
              <a:bodyPr/>
              <a:lstStyle/>
              <a:p>
                <a:r>
                  <a:rPr lang="en-US">
                    <a:noFill/>
                  </a:rPr>
                  <a:t> </a:t>
                </a:r>
              </a:p>
            </p:txBody>
          </p:sp>
        </mc:Fallback>
      </mc:AlternateContent>
      <p:pic>
        <p:nvPicPr>
          <p:cNvPr id="26" name="Camera 25">
            <a:extLst>
              <a:ext uri="{FF2B5EF4-FFF2-40B4-BE49-F238E27FC236}">
                <a16:creationId xmlns:a16="http://schemas.microsoft.com/office/drawing/2014/main" id="{990407E7-83D6-80C3-CC93-A1BE7ADC5DB9}"/>
              </a:ext>
            </a:extLst>
          </p:cNvPr>
          <p:cNvPicPr>
            <a:picLocks noChangeAspect="1"/>
            <a:extLst>
              <a:ext uri="{51228E76-BA90-4043-B771-695A4F85340A}">
                <alf:liveFeedProps xmlns:alf="http://schemas.microsoft.com/office/drawing/2021/livefeed"/>
              </a:ext>
            </a:extLst>
          </p:cNvPicPr>
          <p:nvPr/>
        </p:nvPicPr>
        <p:blipFill>
          <a:blip r:embed="rId5">
            <a:extLst>
              <a:ext uri="{96DAC541-7B7A-43D3-8B79-37D633B846F1}">
                <asvg:svgBlip xmlns:asvg="http://schemas.microsoft.com/office/drawing/2016/SVG/main" r:embed="rId6"/>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833046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7AC2B-6FD0-B8D1-0167-25391EC41D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E111D7-7BA2-2148-5E50-3C656F723BF6}"/>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6265DC43-2366-9950-3222-31A9CFC17817}"/>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07B9FDF0-E8BF-C92E-3CCD-C375A1DCD3E3}"/>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C3E39757-77B4-5466-1677-97A67C8FC248}"/>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219B9D19-B17D-956F-9EB8-C13B825DE9DA}"/>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D4AAFA6A-F3AF-40D9-6926-D8F49431C629}"/>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FCAC8E80-3546-EF67-2889-DD7E6F4F71D8}"/>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F325CB25-5474-7D9B-42E0-8F2ADB5511B6}"/>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3D95BEE0-C3B8-DA63-F4C2-0B691E222D7B}"/>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F90AFDE5-2D55-5C57-0D3D-67C05B97FC99}"/>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16666510-8004-3040-0310-8D9B77B08E0C}"/>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BCE3CC0A-DCB1-7303-9918-57A6781414F6}"/>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317A9AF7-3F04-DF0A-02D9-CF5638605315}"/>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5" name="Rectangle 14">
            <a:extLst>
              <a:ext uri="{FF2B5EF4-FFF2-40B4-BE49-F238E27FC236}">
                <a16:creationId xmlns:a16="http://schemas.microsoft.com/office/drawing/2014/main" id="{9881FA65-D5D3-1299-CA6B-9E437EEC221D}"/>
              </a:ext>
            </a:extLst>
          </p:cNvPr>
          <p:cNvSpPr/>
          <p:nvPr/>
        </p:nvSpPr>
        <p:spPr>
          <a:xfrm>
            <a:off x="0" y="0"/>
            <a:ext cx="12192000" cy="6858000"/>
          </a:xfrm>
          <a:prstGeom prst="rect">
            <a:avLst/>
          </a:prstGeom>
          <a:solidFill>
            <a:schemeClr val="bg1">
              <a:lumMod val="65000"/>
              <a:lumOff val="35000"/>
              <a:alpha val="89804"/>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3CF9F32E-685A-08D4-F940-1D67DA75C238}"/>
              </a:ext>
            </a:extLst>
          </p:cNvPr>
          <p:cNvSpPr txBox="1"/>
          <p:nvPr/>
        </p:nvSpPr>
        <p:spPr>
          <a:xfrm>
            <a:off x="2290482" y="215153"/>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sp>
        <p:nvSpPr>
          <p:cNvPr id="17" name="TextBox 16">
            <a:extLst>
              <a:ext uri="{FF2B5EF4-FFF2-40B4-BE49-F238E27FC236}">
                <a16:creationId xmlns:a16="http://schemas.microsoft.com/office/drawing/2014/main" id="{6B8BD78E-0AE6-E834-1222-7817AB78F17C}"/>
              </a:ext>
            </a:extLst>
          </p:cNvPr>
          <p:cNvSpPr txBox="1"/>
          <p:nvPr/>
        </p:nvSpPr>
        <p:spPr>
          <a:xfrm>
            <a:off x="1112363" y="1039906"/>
            <a:ext cx="2432115" cy="369332"/>
          </a:xfrm>
          <a:prstGeom prst="rect">
            <a:avLst/>
          </a:prstGeom>
          <a:noFill/>
        </p:spPr>
        <p:txBody>
          <a:bodyPr wrap="square" rtlCol="0">
            <a:spAutoFit/>
          </a:bodyPr>
          <a:lstStyle/>
          <a:p>
            <a:pPr algn="ctr"/>
            <a:r>
              <a:rPr lang="en-US" u="sng" dirty="0"/>
              <a:t>if seawall </a:t>
            </a:r>
            <a:r>
              <a:rPr lang="en-US" i="1" u="sng" dirty="0"/>
              <a:t>short</a:t>
            </a:r>
            <a:endParaRPr lang="en-US" u="sng" dirty="0"/>
          </a:p>
        </p:txBody>
      </p:sp>
      <p:sp>
        <p:nvSpPr>
          <p:cNvPr id="18" name="TextBox 17">
            <a:extLst>
              <a:ext uri="{FF2B5EF4-FFF2-40B4-BE49-F238E27FC236}">
                <a16:creationId xmlns:a16="http://schemas.microsoft.com/office/drawing/2014/main" id="{EE381048-A866-8B70-2E60-EE624AA7D471}"/>
              </a:ext>
            </a:extLst>
          </p:cNvPr>
          <p:cNvSpPr txBox="1"/>
          <p:nvPr/>
        </p:nvSpPr>
        <p:spPr>
          <a:xfrm>
            <a:off x="8846503" y="939247"/>
            <a:ext cx="2432115" cy="369332"/>
          </a:xfrm>
          <a:prstGeom prst="rect">
            <a:avLst/>
          </a:prstGeom>
          <a:noFill/>
        </p:spPr>
        <p:txBody>
          <a:bodyPr wrap="square" rtlCol="0">
            <a:spAutoFit/>
          </a:bodyPr>
          <a:lstStyle/>
          <a:p>
            <a:pPr algn="ctr"/>
            <a:r>
              <a:rPr lang="en-US" u="sng" dirty="0"/>
              <a:t>if seawall </a:t>
            </a:r>
            <a:r>
              <a:rPr lang="en-US" i="1" u="sng" dirty="0"/>
              <a:t>tall</a:t>
            </a:r>
            <a:endParaRPr lang="en-US" u="sng"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0F628D3-8547-2ECB-D606-9A8DAF913A00}"/>
                  </a:ext>
                </a:extLst>
              </p:cNvPr>
              <p:cNvSpPr txBox="1"/>
              <p:nvPr/>
            </p:nvSpPr>
            <p:spPr>
              <a:xfrm>
                <a:off x="174810" y="1513416"/>
                <a:ext cx="4903695" cy="3714863"/>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b="0" dirty="0"/>
              </a:p>
              <a:p>
                <a:pPr>
                  <a:lnSpc>
                    <a:spcPct val="150000"/>
                  </a:lnSpc>
                </a:pPr>
                <a:endParaRPr lang="en-US" dirty="0"/>
              </a:p>
            </p:txBody>
          </p:sp>
        </mc:Choice>
        <mc:Fallback xmlns="">
          <p:sp>
            <p:nvSpPr>
              <p:cNvPr id="20" name="TextBox 19">
                <a:extLst>
                  <a:ext uri="{FF2B5EF4-FFF2-40B4-BE49-F238E27FC236}">
                    <a16:creationId xmlns:a16="http://schemas.microsoft.com/office/drawing/2014/main" id="{80F628D3-8547-2ECB-D606-9A8DAF913A00}"/>
                  </a:ext>
                </a:extLst>
              </p:cNvPr>
              <p:cNvSpPr txBox="1">
                <a:spLocks noRot="1" noChangeAspect="1" noMove="1" noResize="1" noEditPoints="1" noAdjustHandles="1" noChangeArrowheads="1" noChangeShapeType="1" noTextEdit="1"/>
              </p:cNvSpPr>
              <p:nvPr/>
            </p:nvSpPr>
            <p:spPr>
              <a:xfrm>
                <a:off x="174810" y="1513416"/>
                <a:ext cx="4903695" cy="3714863"/>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22A58CD-3355-0AE3-E3D5-54670FD6A2A9}"/>
                  </a:ext>
                </a:extLst>
              </p:cNvPr>
              <p:cNvSpPr txBox="1"/>
              <p:nvPr/>
            </p:nvSpPr>
            <p:spPr>
              <a:xfrm>
                <a:off x="7059705" y="1517187"/>
                <a:ext cx="4903695" cy="3751604"/>
              </a:xfrm>
              <a:prstGeom prst="rect">
                <a:avLst/>
              </a:prstGeom>
              <a:solidFill>
                <a:schemeClr val="bg1">
                  <a:lumMod val="85000"/>
                  <a:lumOff val="15000"/>
                </a:schemeClr>
              </a:solidFill>
              <a:ln>
                <a:solidFill>
                  <a:schemeClr val="tx1"/>
                </a:solidFill>
              </a:ln>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e>
                      </m:d>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flood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m:t>
                              </m:r>
                            </m:den>
                          </m:f>
                        </m:e>
                      </m:box>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flood</m:t>
                      </m:r>
                      <m:r>
                        <a:rPr lang="en-US" b="0" i="1" smtClean="0">
                          <a:latin typeface="Cambria Math" panose="02040503050406030204" pitchFamily="18" charset="0"/>
                        </a:rPr>
                        <m:t>)=0</m:t>
                      </m:r>
                    </m:oMath>
                  </m:oMathPara>
                </a14:m>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tax</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cut</m:t>
                      </m:r>
                      <m:r>
                        <m:rPr>
                          <m:nor/>
                        </m:rPr>
                        <a:rPr lang="en-US" b="0" i="0"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flood</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box>
                    </m:oMath>
                  </m:oMathPara>
                </a14:m>
                <a:endParaRPr lang="en-US" b="0" dirty="0"/>
              </a:p>
              <a:p>
                <a:pPr>
                  <a:lnSpc>
                    <a:spcPct val="150000"/>
                  </a:lnSpc>
                </a:pPr>
                <a:endParaRPr lang="en-US" dirty="0"/>
              </a:p>
            </p:txBody>
          </p:sp>
        </mc:Choice>
        <mc:Fallback xmlns="">
          <p:sp>
            <p:nvSpPr>
              <p:cNvPr id="22" name="TextBox 21">
                <a:extLst>
                  <a:ext uri="{FF2B5EF4-FFF2-40B4-BE49-F238E27FC236}">
                    <a16:creationId xmlns:a16="http://schemas.microsoft.com/office/drawing/2014/main" id="{822A58CD-3355-0AE3-E3D5-54670FD6A2A9}"/>
                  </a:ext>
                </a:extLst>
              </p:cNvPr>
              <p:cNvSpPr txBox="1">
                <a:spLocks noRot="1" noChangeAspect="1" noMove="1" noResize="1" noEditPoints="1" noAdjustHandles="1" noChangeArrowheads="1" noChangeShapeType="1" noTextEdit="1"/>
              </p:cNvSpPr>
              <p:nvPr/>
            </p:nvSpPr>
            <p:spPr>
              <a:xfrm>
                <a:off x="7059705" y="1517187"/>
                <a:ext cx="4903695" cy="3751604"/>
              </a:xfrm>
              <a:prstGeom prst="rect">
                <a:avLst/>
              </a:prstGeom>
              <a:blipFill>
                <a:blip r:embed="rId3"/>
                <a:stretch>
                  <a:fillRect/>
                </a:stretch>
              </a:blipFill>
              <a:ln>
                <a:solidFill>
                  <a:schemeClr val="tx1"/>
                </a:solidFill>
              </a:ln>
            </p:spPr>
            <p:txBody>
              <a:bodyPr/>
              <a:lstStyle/>
              <a:p>
                <a:r>
                  <a:rPr lang="en-US">
                    <a:noFill/>
                  </a:rPr>
                  <a:t> </a:t>
                </a:r>
              </a:p>
            </p:txBody>
          </p:sp>
        </mc:Fallback>
      </mc:AlternateContent>
      <p:sp>
        <p:nvSpPr>
          <p:cNvPr id="19" name="Oval 18">
            <a:extLst>
              <a:ext uri="{FF2B5EF4-FFF2-40B4-BE49-F238E27FC236}">
                <a16:creationId xmlns:a16="http://schemas.microsoft.com/office/drawing/2014/main" id="{01873F86-D84F-46BC-B3EC-6E65522C1E0C}"/>
              </a:ext>
            </a:extLst>
          </p:cNvPr>
          <p:cNvSpPr/>
          <p:nvPr/>
        </p:nvSpPr>
        <p:spPr>
          <a:xfrm>
            <a:off x="1658471" y="3316941"/>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45D56399-9968-4B4A-4691-C34450284426}"/>
              </a:ext>
            </a:extLst>
          </p:cNvPr>
          <p:cNvSpPr/>
          <p:nvPr/>
        </p:nvSpPr>
        <p:spPr>
          <a:xfrm>
            <a:off x="8359587" y="3316940"/>
            <a:ext cx="2303929" cy="68471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4D27D37-4A5E-6478-1CF5-8603D1736004}"/>
              </a:ext>
            </a:extLst>
          </p:cNvPr>
          <p:cNvSpPr/>
          <p:nvPr/>
        </p:nvSpPr>
        <p:spPr>
          <a:xfrm>
            <a:off x="8072717" y="4292865"/>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BC93ED9-E67A-4DB9-6DD1-130F6F0F071F}"/>
              </a:ext>
            </a:extLst>
          </p:cNvPr>
          <p:cNvSpPr/>
          <p:nvPr/>
        </p:nvSpPr>
        <p:spPr>
          <a:xfrm>
            <a:off x="1351428" y="4253296"/>
            <a:ext cx="2846295" cy="684715"/>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1FA8E91-279B-04AF-26A2-636AD63DA83D}"/>
                  </a:ext>
                </a:extLst>
              </p:cNvPr>
              <p:cNvSpPr txBox="1"/>
              <p:nvPr/>
            </p:nvSpPr>
            <p:spPr>
              <a:xfrm>
                <a:off x="174810" y="5246209"/>
                <a:ext cx="4903695" cy="434478"/>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10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10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10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4</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p:txBody>
          </p:sp>
        </mc:Choice>
        <mc:Fallback xmlns="">
          <p:sp>
            <p:nvSpPr>
              <p:cNvPr id="25" name="TextBox 24">
                <a:extLst>
                  <a:ext uri="{FF2B5EF4-FFF2-40B4-BE49-F238E27FC236}">
                    <a16:creationId xmlns:a16="http://schemas.microsoft.com/office/drawing/2014/main" id="{51FA8E91-279B-04AF-26A2-636AD63DA83D}"/>
                  </a:ext>
                </a:extLst>
              </p:cNvPr>
              <p:cNvSpPr txBox="1">
                <a:spLocks noRot="1" noChangeAspect="1" noMove="1" noResize="1" noEditPoints="1" noAdjustHandles="1" noChangeArrowheads="1" noChangeShapeType="1" noTextEdit="1"/>
              </p:cNvSpPr>
              <p:nvPr/>
            </p:nvSpPr>
            <p:spPr>
              <a:xfrm>
                <a:off x="174810" y="5246209"/>
                <a:ext cx="4903695" cy="434478"/>
              </a:xfrm>
              <a:prstGeom prst="rect">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766DB84-64C2-7B21-8702-BB9A4703DD36}"/>
                  </a:ext>
                </a:extLst>
              </p:cNvPr>
              <p:cNvSpPr txBox="1"/>
              <p:nvPr/>
            </p:nvSpPr>
            <p:spPr>
              <a:xfrm>
                <a:off x="7070911" y="5286719"/>
                <a:ext cx="4903695" cy="74251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e>
                      </m:d>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27</m:t>
                              </m:r>
                            </m:num>
                            <m:den>
                              <m:r>
                                <a:rPr lang="en-US" b="0" i="1" smtClean="0">
                                  <a:latin typeface="Cambria Math" panose="02040503050406030204" pitchFamily="18" charset="0"/>
                                </a:rPr>
                                <m:t>40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40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27</m:t>
                              </m:r>
                            </m:num>
                            <m:den>
                              <m:r>
                                <a:rPr lang="en-US" b="0" i="1" smtClean="0">
                                  <a:latin typeface="Cambria Math" panose="02040503050406030204" pitchFamily="18" charset="0"/>
                                </a:rPr>
                                <m:t>80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27</m:t>
                              </m:r>
                            </m:num>
                            <m:den>
                              <m:r>
                                <a:rPr lang="en-US" b="0" i="1" smtClean="0">
                                  <a:latin typeface="Cambria Math" panose="02040503050406030204" pitchFamily="18" charset="0"/>
                                </a:rPr>
                                <m:t>160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dirty="0"/>
              </a:p>
            </p:txBody>
          </p:sp>
        </mc:Choice>
        <mc:Fallback xmlns="">
          <p:sp>
            <p:nvSpPr>
              <p:cNvPr id="26" name="TextBox 25">
                <a:extLst>
                  <a:ext uri="{FF2B5EF4-FFF2-40B4-BE49-F238E27FC236}">
                    <a16:creationId xmlns:a16="http://schemas.microsoft.com/office/drawing/2014/main" id="{7766DB84-64C2-7B21-8702-BB9A4703DD36}"/>
                  </a:ext>
                </a:extLst>
              </p:cNvPr>
              <p:cNvSpPr txBox="1">
                <a:spLocks noRot="1" noChangeAspect="1" noMove="1" noResize="1" noEditPoints="1" noAdjustHandles="1" noChangeArrowheads="1" noChangeShapeType="1" noTextEdit="1"/>
              </p:cNvSpPr>
              <p:nvPr/>
            </p:nvSpPr>
            <p:spPr>
              <a:xfrm>
                <a:off x="7070911" y="5286719"/>
                <a:ext cx="4903695" cy="742511"/>
              </a:xfrm>
              <a:prstGeom prst="rect">
                <a:avLst/>
              </a:prstGeom>
              <a:blipFill>
                <a:blip r:embed="rId5"/>
                <a:stretch>
                  <a:fillRect/>
                </a:stretch>
              </a:blipFill>
              <a:ln>
                <a:solidFill>
                  <a:schemeClr val="tx1"/>
                </a:solidFill>
              </a:ln>
            </p:spPr>
            <p:txBody>
              <a:bodyPr/>
              <a:lstStyle/>
              <a:p>
                <a:r>
                  <a:rPr lang="en-US">
                    <a:noFill/>
                  </a:rPr>
                  <a:t> </a:t>
                </a:r>
              </a:p>
            </p:txBody>
          </p:sp>
        </mc:Fallback>
      </mc:AlternateContent>
      <p:pic>
        <p:nvPicPr>
          <p:cNvPr id="27" name="Camera 26">
            <a:extLst>
              <a:ext uri="{FF2B5EF4-FFF2-40B4-BE49-F238E27FC236}">
                <a16:creationId xmlns:a16="http://schemas.microsoft.com/office/drawing/2014/main" id="{78706154-9DC3-E7E1-CE55-45DB07402184}"/>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852134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2DE80-8E67-A7DF-85D1-97C193EA125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F697A57-48E1-73A6-5758-E2901775C330}"/>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76E11661-3ADD-8B8B-5A4E-2B11CBA2F13B}"/>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4C36B85B-63C5-AD14-9442-1ECF21EFAB71}"/>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CF8BCCC8-E26D-8BE6-D450-065AE37ABCE4}"/>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C5D78CE8-F50B-1769-C0CA-C53B2B4982DB}"/>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65DB3258-6649-7262-624D-2446C026BADA}"/>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8D16F9F4-BFA2-7291-7FAD-673E7A9B7C4A}"/>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05B8E422-87C3-1772-E082-2325DBC81F3C}"/>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5B615F19-6828-346E-21CA-8E47D91EE7D4}"/>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94D4C3B7-3C8E-958B-A882-8EBC9FC70968}"/>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D248D159-9832-DE82-F8A6-DE2E39DC8AE7}"/>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38A22D7E-0D18-6F1F-1CEE-2619953788B3}"/>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8C596D5A-A48B-0C1C-0E78-70389707E3F3}"/>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A362811-069F-9DAD-2A82-D3C3B50050B7}"/>
                  </a:ext>
                </a:extLst>
              </p:cNvPr>
              <p:cNvSpPr txBox="1"/>
              <p:nvPr/>
            </p:nvSpPr>
            <p:spPr>
              <a:xfrm>
                <a:off x="4930590" y="3207951"/>
                <a:ext cx="2474258" cy="692049"/>
              </a:xfrm>
              <a:prstGeom prst="rect">
                <a:avLst/>
              </a:prstGeom>
              <a:noFill/>
              <a:ln w="12700">
                <a:solidFill>
                  <a:schemeClr val="tx1"/>
                </a:solidFill>
              </a:ln>
            </p:spPr>
            <p:txBody>
              <a:bodyPr wrap="square" rtlCol="0">
                <a:spAutoFit/>
              </a:bodyPr>
              <a:lstStyle/>
              <a:p>
                <a:r>
                  <a:rPr lang="en-US" dirty="0"/>
                  <a:t>If mayor chooses </a:t>
                </a:r>
                <a:r>
                  <a:rPr lang="en-US" i="1" dirty="0"/>
                  <a:t>short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i="1" dirty="0"/>
              </a:p>
            </p:txBody>
          </p:sp>
        </mc:Choice>
        <mc:Fallback xmlns="">
          <p:sp>
            <p:nvSpPr>
              <p:cNvPr id="15" name="TextBox 14">
                <a:extLst>
                  <a:ext uri="{FF2B5EF4-FFF2-40B4-BE49-F238E27FC236}">
                    <a16:creationId xmlns:a16="http://schemas.microsoft.com/office/drawing/2014/main" id="{0A362811-069F-9DAD-2A82-D3C3B50050B7}"/>
                  </a:ext>
                </a:extLst>
              </p:cNvPr>
              <p:cNvSpPr txBox="1">
                <a:spLocks noRot="1" noChangeAspect="1" noMove="1" noResize="1" noEditPoints="1" noAdjustHandles="1" noChangeArrowheads="1" noChangeShapeType="1" noTextEdit="1"/>
              </p:cNvSpPr>
              <p:nvPr/>
            </p:nvSpPr>
            <p:spPr>
              <a:xfrm>
                <a:off x="4930590" y="3207951"/>
                <a:ext cx="2474258" cy="692049"/>
              </a:xfrm>
              <a:prstGeom prst="rect">
                <a:avLst/>
              </a:prstGeom>
              <a:blipFill>
                <a:blip r:embed="rId2"/>
                <a:stretch>
                  <a:fillRect l="-1961" t="-4310" b="-2586"/>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1192CA5-08E0-584E-8047-B51B48FEC500}"/>
                  </a:ext>
                </a:extLst>
              </p:cNvPr>
              <p:cNvSpPr txBox="1"/>
              <p:nvPr/>
            </p:nvSpPr>
            <p:spPr>
              <a:xfrm>
                <a:off x="9269507" y="3207951"/>
                <a:ext cx="2474258" cy="692626"/>
              </a:xfrm>
              <a:prstGeom prst="rect">
                <a:avLst/>
              </a:prstGeom>
              <a:noFill/>
              <a:ln w="12700">
                <a:solidFill>
                  <a:schemeClr val="tx1"/>
                </a:solidFill>
              </a:ln>
            </p:spPr>
            <p:txBody>
              <a:bodyPr wrap="square" rtlCol="0">
                <a:spAutoFit/>
              </a:bodyPr>
              <a:lstStyle/>
              <a:p>
                <a:r>
                  <a:rPr lang="en-US" dirty="0"/>
                  <a:t>If mayor chooses </a:t>
                </a:r>
                <a:r>
                  <a:rPr lang="en-US" i="1" dirty="0"/>
                  <a:t>tall</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i="1" dirty="0"/>
              </a:p>
            </p:txBody>
          </p:sp>
        </mc:Choice>
        <mc:Fallback xmlns="">
          <p:sp>
            <p:nvSpPr>
              <p:cNvPr id="16" name="TextBox 15">
                <a:extLst>
                  <a:ext uri="{FF2B5EF4-FFF2-40B4-BE49-F238E27FC236}">
                    <a16:creationId xmlns:a16="http://schemas.microsoft.com/office/drawing/2014/main" id="{91192CA5-08E0-584E-8047-B51B48FEC500}"/>
                  </a:ext>
                </a:extLst>
              </p:cNvPr>
              <p:cNvSpPr txBox="1">
                <a:spLocks noRot="1" noChangeAspect="1" noMove="1" noResize="1" noEditPoints="1" noAdjustHandles="1" noChangeArrowheads="1" noChangeShapeType="1" noTextEdit="1"/>
              </p:cNvSpPr>
              <p:nvPr/>
            </p:nvSpPr>
            <p:spPr>
              <a:xfrm>
                <a:off x="9269507" y="3207951"/>
                <a:ext cx="2474258" cy="692626"/>
              </a:xfrm>
              <a:prstGeom prst="rect">
                <a:avLst/>
              </a:prstGeom>
              <a:blipFill>
                <a:blip r:embed="rId3"/>
                <a:stretch>
                  <a:fillRect l="-1966" t="-4310" b="-2586"/>
                </a:stretch>
              </a:blipFill>
              <a:ln w="12700">
                <a:solidFill>
                  <a:schemeClr val="tx1"/>
                </a:solidFill>
              </a:ln>
            </p:spPr>
            <p:txBody>
              <a:bodyPr/>
              <a:lstStyle/>
              <a:p>
                <a:r>
                  <a:rPr lang="en-US">
                    <a:noFill/>
                  </a:rPr>
                  <a:t> </a:t>
                </a:r>
              </a:p>
            </p:txBody>
          </p:sp>
        </mc:Fallback>
      </mc:AlternateContent>
      <p:pic>
        <p:nvPicPr>
          <p:cNvPr id="17" name="Camera 16">
            <a:extLst>
              <a:ext uri="{FF2B5EF4-FFF2-40B4-BE49-F238E27FC236}">
                <a16:creationId xmlns:a16="http://schemas.microsoft.com/office/drawing/2014/main" id="{F97D3650-8EC4-992C-1366-10AD5CA9F9A8}"/>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512384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53050-F123-E9D3-61CE-E0F3AF1AF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6F4C2-56A8-59B1-3B44-6D019B3E78D4}"/>
              </a:ext>
            </a:extLst>
          </p:cNvPr>
          <p:cNvSpPr>
            <a:spLocks noGrp="1"/>
          </p:cNvSpPr>
          <p:nvPr>
            <p:ph type="title"/>
          </p:nvPr>
        </p:nvSpPr>
        <p:spPr/>
        <p:txBody>
          <a:bodyPr/>
          <a:lstStyle/>
          <a:p>
            <a:r>
              <a:rPr lang="en-US" dirty="0"/>
              <a:t>Agenda</a:t>
            </a:r>
          </a:p>
        </p:txBody>
      </p:sp>
      <p:sp>
        <p:nvSpPr>
          <p:cNvPr id="3" name="TextBox 2">
            <a:extLst>
              <a:ext uri="{FF2B5EF4-FFF2-40B4-BE49-F238E27FC236}">
                <a16:creationId xmlns:a16="http://schemas.microsoft.com/office/drawing/2014/main" id="{B5A020BE-146A-6E3D-41F8-FC3CC774B209}"/>
              </a:ext>
            </a:extLst>
          </p:cNvPr>
          <p:cNvSpPr txBox="1"/>
          <p:nvPr/>
        </p:nvSpPr>
        <p:spPr>
          <a:xfrm>
            <a:off x="855406" y="2064774"/>
            <a:ext cx="10461523" cy="1830566"/>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sz="4000" dirty="0"/>
              <a:t>Elements of expected utility models</a:t>
            </a:r>
          </a:p>
          <a:p>
            <a:pPr marL="285750" indent="-285750">
              <a:lnSpc>
                <a:spcPct val="150000"/>
              </a:lnSpc>
              <a:buFont typeface="Wingdings" panose="05000000000000000000" pitchFamily="2" charset="2"/>
              <a:buChar char="q"/>
            </a:pPr>
            <a:r>
              <a:rPr lang="en-US" sz="4000" dirty="0"/>
              <a:t>The expected utility formula</a:t>
            </a:r>
          </a:p>
        </p:txBody>
      </p:sp>
      <p:pic>
        <p:nvPicPr>
          <p:cNvPr id="5" name="Graphic 4" descr="Checkmark with solid fill">
            <a:extLst>
              <a:ext uri="{FF2B5EF4-FFF2-40B4-BE49-F238E27FC236}">
                <a16:creationId xmlns:a16="http://schemas.microsoft.com/office/drawing/2014/main" id="{A292E5BC-2053-3962-8816-A220B72969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2000" y="1949823"/>
            <a:ext cx="914400" cy="914400"/>
          </a:xfrm>
          <a:prstGeom prst="rect">
            <a:avLst/>
          </a:prstGeom>
        </p:spPr>
      </p:pic>
      <p:pic>
        <p:nvPicPr>
          <p:cNvPr id="4" name="Camera 3">
            <a:extLst>
              <a:ext uri="{FF2B5EF4-FFF2-40B4-BE49-F238E27FC236}">
                <a16:creationId xmlns:a16="http://schemas.microsoft.com/office/drawing/2014/main" id="{0951E587-2C00-026E-25F0-D4DD427B18CD}"/>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3533637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DBEC7-642D-0DCC-91B3-6D4E3F1C51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39E95F-FC86-2DBD-9E36-8C41F6861347}"/>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B79DECCA-E533-9448-2E00-5B0170E4E880}"/>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sp>
        <p:nvSpPr>
          <p:cNvPr id="2" name="TextBox 1">
            <a:extLst>
              <a:ext uri="{FF2B5EF4-FFF2-40B4-BE49-F238E27FC236}">
                <a16:creationId xmlns:a16="http://schemas.microsoft.com/office/drawing/2014/main" id="{6ABBB5E9-B3BA-95B2-BD6A-92D005429B9E}"/>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B1BEA281-F193-FEC2-3C0C-FE44FC532F2A}"/>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0B994B50-A9F2-F01B-FAE5-7747C2524680}"/>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E5A6E64C-7988-40C6-DB0A-9C925C8EE705}"/>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B9012BE2-647A-A7DB-7F10-2397356B31D5}"/>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44AB91E1-407F-DB94-71F4-769A56B616F2}"/>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CBBBDF98-8657-A9A2-1C83-BE4ADC78DF1B}"/>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2F7FC5D-5453-B1A0-614C-AB9498D26B27}"/>
                  </a:ext>
                </a:extLst>
              </p:cNvPr>
              <p:cNvSpPr txBox="1"/>
              <p:nvPr/>
            </p:nvSpPr>
            <p:spPr>
              <a:xfrm>
                <a:off x="4930590" y="3207951"/>
                <a:ext cx="2474258" cy="692049"/>
              </a:xfrm>
              <a:prstGeom prst="rect">
                <a:avLst/>
              </a:prstGeom>
              <a:noFill/>
              <a:ln w="12700">
                <a:solidFill>
                  <a:schemeClr val="tx1"/>
                </a:solidFill>
              </a:ln>
            </p:spPr>
            <p:txBody>
              <a:bodyPr wrap="square" rtlCol="0">
                <a:spAutoFit/>
              </a:bodyPr>
              <a:lstStyle/>
              <a:p>
                <a:r>
                  <a:rPr lang="en-US" dirty="0"/>
                  <a:t>If mayor chooses </a:t>
                </a:r>
                <a:r>
                  <a:rPr lang="en-US" i="1" dirty="0"/>
                  <a:t>short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i="1" dirty="0"/>
              </a:p>
            </p:txBody>
          </p:sp>
        </mc:Choice>
        <mc:Fallback xmlns="">
          <p:sp>
            <p:nvSpPr>
              <p:cNvPr id="15" name="TextBox 14">
                <a:extLst>
                  <a:ext uri="{FF2B5EF4-FFF2-40B4-BE49-F238E27FC236}">
                    <a16:creationId xmlns:a16="http://schemas.microsoft.com/office/drawing/2014/main" id="{A2F7FC5D-5453-B1A0-614C-AB9498D26B27}"/>
                  </a:ext>
                </a:extLst>
              </p:cNvPr>
              <p:cNvSpPr txBox="1">
                <a:spLocks noRot="1" noChangeAspect="1" noMove="1" noResize="1" noEditPoints="1" noAdjustHandles="1" noChangeArrowheads="1" noChangeShapeType="1" noTextEdit="1"/>
              </p:cNvSpPr>
              <p:nvPr/>
            </p:nvSpPr>
            <p:spPr>
              <a:xfrm>
                <a:off x="4930590" y="3207951"/>
                <a:ext cx="2474258" cy="692049"/>
              </a:xfrm>
              <a:prstGeom prst="rect">
                <a:avLst/>
              </a:prstGeom>
              <a:blipFill>
                <a:blip r:embed="rId2"/>
                <a:stretch>
                  <a:fillRect l="-1961" t="-4310" b="-2586"/>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D4268C9-2236-393F-42F8-251DA33E8957}"/>
                  </a:ext>
                </a:extLst>
              </p:cNvPr>
              <p:cNvSpPr txBox="1"/>
              <p:nvPr/>
            </p:nvSpPr>
            <p:spPr>
              <a:xfrm>
                <a:off x="9269507" y="3207951"/>
                <a:ext cx="2474258" cy="692626"/>
              </a:xfrm>
              <a:prstGeom prst="rect">
                <a:avLst/>
              </a:prstGeom>
              <a:noFill/>
              <a:ln w="12700">
                <a:solidFill>
                  <a:schemeClr val="tx1"/>
                </a:solidFill>
              </a:ln>
            </p:spPr>
            <p:txBody>
              <a:bodyPr wrap="square" rtlCol="0">
                <a:spAutoFit/>
              </a:bodyPr>
              <a:lstStyle/>
              <a:p>
                <a:r>
                  <a:rPr lang="en-US" dirty="0"/>
                  <a:t>If mayor chooses </a:t>
                </a:r>
                <a:r>
                  <a:rPr lang="en-US" i="1" dirty="0"/>
                  <a:t>tall</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i="1" dirty="0"/>
              </a:p>
            </p:txBody>
          </p:sp>
        </mc:Choice>
        <mc:Fallback xmlns="">
          <p:sp>
            <p:nvSpPr>
              <p:cNvPr id="16" name="TextBox 15">
                <a:extLst>
                  <a:ext uri="{FF2B5EF4-FFF2-40B4-BE49-F238E27FC236}">
                    <a16:creationId xmlns:a16="http://schemas.microsoft.com/office/drawing/2014/main" id="{8D4268C9-2236-393F-42F8-251DA33E8957}"/>
                  </a:ext>
                </a:extLst>
              </p:cNvPr>
              <p:cNvSpPr txBox="1">
                <a:spLocks noRot="1" noChangeAspect="1" noMove="1" noResize="1" noEditPoints="1" noAdjustHandles="1" noChangeArrowheads="1" noChangeShapeType="1" noTextEdit="1"/>
              </p:cNvSpPr>
              <p:nvPr/>
            </p:nvSpPr>
            <p:spPr>
              <a:xfrm>
                <a:off x="9269507" y="3207951"/>
                <a:ext cx="2474258" cy="692626"/>
              </a:xfrm>
              <a:prstGeom prst="rect">
                <a:avLst/>
              </a:prstGeom>
              <a:blipFill>
                <a:blip r:embed="rId3"/>
                <a:stretch>
                  <a:fillRect l="-1966" t="-4310" b="-2586"/>
                </a:stretch>
              </a:blipFill>
              <a:ln w="12700">
                <a:solidFill>
                  <a:schemeClr val="tx1"/>
                </a:solidFill>
              </a:ln>
            </p:spPr>
            <p:txBody>
              <a:bodyPr/>
              <a:lstStyle/>
              <a:p>
                <a:r>
                  <a:rPr lang="en-US">
                    <a:noFill/>
                  </a:rPr>
                  <a:t> </a:t>
                </a:r>
              </a:p>
            </p:txBody>
          </p:sp>
        </mc:Fallback>
      </mc:AlternateContent>
      <p:pic>
        <p:nvPicPr>
          <p:cNvPr id="3" name="Camera 2">
            <a:extLst>
              <a:ext uri="{FF2B5EF4-FFF2-40B4-BE49-F238E27FC236}">
                <a16:creationId xmlns:a16="http://schemas.microsoft.com/office/drawing/2014/main" id="{7F949A93-A833-1D85-BAA5-CC173B93909E}"/>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0605726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F7695-6E19-D172-4FC5-4A54BFB444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C8A199-63EE-E9D3-AE24-DFF978D22F2E}"/>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576BAD81-F112-6326-6909-3612AF121BC1}"/>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7" name="Straight Connector 6">
            <a:extLst>
              <a:ext uri="{FF2B5EF4-FFF2-40B4-BE49-F238E27FC236}">
                <a16:creationId xmlns:a16="http://schemas.microsoft.com/office/drawing/2014/main" id="{0FFCB14B-1EF4-91F4-FF73-7399442EE283}"/>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99912E32-6F59-CB82-F01B-F00C51766C3C}"/>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369E7328-C0C0-4306-B8DE-E70D01B5C92F}"/>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667A070D-FC8D-8813-A968-4B3C4602B1E1}"/>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215FE289-9F96-5D49-BBDD-0E3424C255DC}"/>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ABCA4C56-2C6A-3A11-B574-E897E11ED692}"/>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55F43A7C-5125-C215-0009-2D64A0C6266B}"/>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6711E973-1AEE-D5AA-24AB-4CD5B741257D}"/>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79D9455-1CA2-5412-5741-31349184CC6C}"/>
                  </a:ext>
                </a:extLst>
              </p:cNvPr>
              <p:cNvSpPr txBox="1"/>
              <p:nvPr/>
            </p:nvSpPr>
            <p:spPr>
              <a:xfrm>
                <a:off x="4930590" y="3207951"/>
                <a:ext cx="2474258" cy="692049"/>
              </a:xfrm>
              <a:prstGeom prst="rect">
                <a:avLst/>
              </a:prstGeom>
              <a:noFill/>
              <a:ln w="12700">
                <a:solidFill>
                  <a:schemeClr val="tx1"/>
                </a:solidFill>
              </a:ln>
            </p:spPr>
            <p:txBody>
              <a:bodyPr wrap="square" rtlCol="0">
                <a:spAutoFit/>
              </a:bodyPr>
              <a:lstStyle/>
              <a:p>
                <a:r>
                  <a:rPr lang="en-US" dirty="0"/>
                  <a:t>If mayor chooses </a:t>
                </a:r>
                <a:r>
                  <a:rPr lang="en-US" i="1" dirty="0"/>
                  <a:t>short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i="1" dirty="0"/>
              </a:p>
            </p:txBody>
          </p:sp>
        </mc:Choice>
        <mc:Fallback xmlns="">
          <p:sp>
            <p:nvSpPr>
              <p:cNvPr id="15" name="TextBox 14">
                <a:extLst>
                  <a:ext uri="{FF2B5EF4-FFF2-40B4-BE49-F238E27FC236}">
                    <a16:creationId xmlns:a16="http://schemas.microsoft.com/office/drawing/2014/main" id="{679D9455-1CA2-5412-5741-31349184CC6C}"/>
                  </a:ext>
                </a:extLst>
              </p:cNvPr>
              <p:cNvSpPr txBox="1">
                <a:spLocks noRot="1" noChangeAspect="1" noMove="1" noResize="1" noEditPoints="1" noAdjustHandles="1" noChangeArrowheads="1" noChangeShapeType="1" noTextEdit="1"/>
              </p:cNvSpPr>
              <p:nvPr/>
            </p:nvSpPr>
            <p:spPr>
              <a:xfrm>
                <a:off x="4930590" y="3207951"/>
                <a:ext cx="2474258" cy="692049"/>
              </a:xfrm>
              <a:prstGeom prst="rect">
                <a:avLst/>
              </a:prstGeom>
              <a:blipFill>
                <a:blip r:embed="rId2"/>
                <a:stretch>
                  <a:fillRect l="-1961" t="-4310" b="-2586"/>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C6B46FC-A0A2-D618-179A-06D42343DECC}"/>
                  </a:ext>
                </a:extLst>
              </p:cNvPr>
              <p:cNvSpPr txBox="1"/>
              <p:nvPr/>
            </p:nvSpPr>
            <p:spPr>
              <a:xfrm>
                <a:off x="9269507" y="3207951"/>
                <a:ext cx="2474258" cy="692626"/>
              </a:xfrm>
              <a:prstGeom prst="rect">
                <a:avLst/>
              </a:prstGeom>
              <a:noFill/>
              <a:ln w="12700">
                <a:solidFill>
                  <a:schemeClr val="tx1"/>
                </a:solidFill>
              </a:ln>
            </p:spPr>
            <p:txBody>
              <a:bodyPr wrap="square" rtlCol="0">
                <a:spAutoFit/>
              </a:bodyPr>
              <a:lstStyle/>
              <a:p>
                <a:r>
                  <a:rPr lang="en-US" dirty="0"/>
                  <a:t>If mayor chooses </a:t>
                </a:r>
                <a:r>
                  <a:rPr lang="en-US" i="1" dirty="0"/>
                  <a:t>tall</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i="1" dirty="0"/>
              </a:p>
            </p:txBody>
          </p:sp>
        </mc:Choice>
        <mc:Fallback xmlns="">
          <p:sp>
            <p:nvSpPr>
              <p:cNvPr id="16" name="TextBox 15">
                <a:extLst>
                  <a:ext uri="{FF2B5EF4-FFF2-40B4-BE49-F238E27FC236}">
                    <a16:creationId xmlns:a16="http://schemas.microsoft.com/office/drawing/2014/main" id="{BC6B46FC-A0A2-D618-179A-06D42343DECC}"/>
                  </a:ext>
                </a:extLst>
              </p:cNvPr>
              <p:cNvSpPr txBox="1">
                <a:spLocks noRot="1" noChangeAspect="1" noMove="1" noResize="1" noEditPoints="1" noAdjustHandles="1" noChangeArrowheads="1" noChangeShapeType="1" noTextEdit="1"/>
              </p:cNvSpPr>
              <p:nvPr/>
            </p:nvSpPr>
            <p:spPr>
              <a:xfrm>
                <a:off x="9269507" y="3207951"/>
                <a:ext cx="2474258" cy="692626"/>
              </a:xfrm>
              <a:prstGeom prst="rect">
                <a:avLst/>
              </a:prstGeom>
              <a:blipFill>
                <a:blip r:embed="rId3"/>
                <a:stretch>
                  <a:fillRect l="-1966" t="-4310" b="-2586"/>
                </a:stretch>
              </a:blipFill>
              <a:ln w="12700">
                <a:solidFill>
                  <a:schemeClr val="tx1"/>
                </a:solidFill>
              </a:ln>
            </p:spPr>
            <p:txBody>
              <a:bodyPr/>
              <a:lstStyle/>
              <a:p>
                <a:r>
                  <a:rPr lang="en-US">
                    <a:noFill/>
                  </a:rPr>
                  <a:t> </a:t>
                </a:r>
              </a:p>
            </p:txBody>
          </p:sp>
        </mc:Fallback>
      </mc:AlternateContent>
      <p:sp>
        <p:nvSpPr>
          <p:cNvPr id="17" name="TextBox 16">
            <a:extLst>
              <a:ext uri="{FF2B5EF4-FFF2-40B4-BE49-F238E27FC236}">
                <a16:creationId xmlns:a16="http://schemas.microsoft.com/office/drawing/2014/main" id="{F00059F7-6586-457B-AA8B-445C98239117}"/>
              </a:ext>
            </a:extLst>
          </p:cNvPr>
          <p:cNvSpPr txBox="1"/>
          <p:nvPr/>
        </p:nvSpPr>
        <p:spPr>
          <a:xfrm rot="20520026">
            <a:off x="338531" y="4356846"/>
            <a:ext cx="3702424" cy="17894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r>
              <a:rPr lang="en-US" dirty="0"/>
              <a:t>God grant me the serenity to accept the things I cannot change,...</a:t>
            </a:r>
          </a:p>
        </p:txBody>
      </p:sp>
      <p:sp>
        <p:nvSpPr>
          <p:cNvPr id="18" name="TextBox 17">
            <a:extLst>
              <a:ext uri="{FF2B5EF4-FFF2-40B4-BE49-F238E27FC236}">
                <a16:creationId xmlns:a16="http://schemas.microsoft.com/office/drawing/2014/main" id="{5A332266-2954-CF22-14F7-0E73B8256E17}"/>
              </a:ext>
            </a:extLst>
          </p:cNvPr>
          <p:cNvSpPr txBox="1"/>
          <p:nvPr/>
        </p:nvSpPr>
        <p:spPr>
          <a:xfrm rot="20483214">
            <a:off x="4318214" y="4356844"/>
            <a:ext cx="3702424" cy="17894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nchor="ctr" anchorCtr="0">
            <a:noAutofit/>
          </a:bodyPr>
          <a:lstStyle/>
          <a:p>
            <a:r>
              <a:rPr lang="en-US" dirty="0"/>
              <a:t>...the courage to change the things I can,..</a:t>
            </a:r>
          </a:p>
        </p:txBody>
      </p:sp>
      <p:sp>
        <p:nvSpPr>
          <p:cNvPr id="19" name="TextBox 18">
            <a:extLst>
              <a:ext uri="{FF2B5EF4-FFF2-40B4-BE49-F238E27FC236}">
                <a16:creationId xmlns:a16="http://schemas.microsoft.com/office/drawing/2014/main" id="{48637994-E77C-2D68-D9CC-F5AAB12D9AF2}"/>
              </a:ext>
            </a:extLst>
          </p:cNvPr>
          <p:cNvSpPr txBox="1"/>
          <p:nvPr/>
        </p:nvSpPr>
        <p:spPr>
          <a:xfrm rot="20429024">
            <a:off x="8303907" y="4339273"/>
            <a:ext cx="3702424" cy="180592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bodyPr>
          <a:lstStyle/>
          <a:p>
            <a:r>
              <a:rPr lang="en-US" dirty="0"/>
              <a:t>...and the wisdom to know the difference.</a:t>
            </a:r>
          </a:p>
        </p:txBody>
      </p:sp>
      <p:pic>
        <p:nvPicPr>
          <p:cNvPr id="3" name="Camera 2">
            <a:extLst>
              <a:ext uri="{FF2B5EF4-FFF2-40B4-BE49-F238E27FC236}">
                <a16:creationId xmlns:a16="http://schemas.microsoft.com/office/drawing/2014/main" id="{E97D0EA4-8A2C-6917-506C-E0C28753E994}"/>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8664758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7DE15-7FBC-6082-C430-27D4D007D2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05E665-67C4-3AFA-8824-E6EF2593BAEA}"/>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A754280C-1611-CF70-CD07-2765C4BB5FFB}"/>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C3D28824-6246-E065-06F5-631627B33DC3}"/>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DBE425D0-65C2-9A51-A08E-7B0381A9F548}"/>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62C80743-D5B7-78C0-FA5C-14FE479AED95}"/>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935DEA1C-8CB8-78B1-A96E-A349E802F016}"/>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0AD39A6E-6E79-12DB-B837-EC39F56CDA5A}"/>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0D7536E9-93AB-7445-E71F-75B4E16EF5E8}"/>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B637ED55-9FB2-58CA-15FB-B13BC34391A1}"/>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45064706-9C02-7370-4DF6-5A00DEB57952}"/>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10748855-681D-F509-52D6-3309BEDA23A6}"/>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89E22ED9-14B0-A3E2-27C9-86DFBFF9D914}"/>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DAAE4697-CA05-70BE-F1FE-337874CE149B}"/>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1DD1A2D-C618-E502-543B-C3EC06E85C96}"/>
                  </a:ext>
                </a:extLst>
              </p:cNvPr>
              <p:cNvSpPr txBox="1"/>
              <p:nvPr/>
            </p:nvSpPr>
            <p:spPr>
              <a:xfrm>
                <a:off x="4930590" y="3207951"/>
                <a:ext cx="2474258" cy="692049"/>
              </a:xfrm>
              <a:prstGeom prst="rect">
                <a:avLst/>
              </a:prstGeom>
              <a:noFill/>
              <a:ln w="12700">
                <a:solidFill>
                  <a:schemeClr val="tx1"/>
                </a:solidFill>
              </a:ln>
            </p:spPr>
            <p:txBody>
              <a:bodyPr wrap="square" rtlCol="0">
                <a:spAutoFit/>
              </a:bodyPr>
              <a:lstStyle/>
              <a:p>
                <a:r>
                  <a:rPr lang="en-US" dirty="0"/>
                  <a:t>If mayor chooses </a:t>
                </a:r>
                <a:r>
                  <a:rPr lang="en-US" i="1" dirty="0"/>
                  <a:t>short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i="1" dirty="0"/>
              </a:p>
            </p:txBody>
          </p:sp>
        </mc:Choice>
        <mc:Fallback xmlns="">
          <p:sp>
            <p:nvSpPr>
              <p:cNvPr id="15" name="TextBox 14">
                <a:extLst>
                  <a:ext uri="{FF2B5EF4-FFF2-40B4-BE49-F238E27FC236}">
                    <a16:creationId xmlns:a16="http://schemas.microsoft.com/office/drawing/2014/main" id="{11DD1A2D-C618-E502-543B-C3EC06E85C96}"/>
                  </a:ext>
                </a:extLst>
              </p:cNvPr>
              <p:cNvSpPr txBox="1">
                <a:spLocks noRot="1" noChangeAspect="1" noMove="1" noResize="1" noEditPoints="1" noAdjustHandles="1" noChangeArrowheads="1" noChangeShapeType="1" noTextEdit="1"/>
              </p:cNvSpPr>
              <p:nvPr/>
            </p:nvSpPr>
            <p:spPr>
              <a:xfrm>
                <a:off x="4930590" y="3207951"/>
                <a:ext cx="2474258" cy="692049"/>
              </a:xfrm>
              <a:prstGeom prst="rect">
                <a:avLst/>
              </a:prstGeom>
              <a:blipFill>
                <a:blip r:embed="rId2"/>
                <a:stretch>
                  <a:fillRect l="-1961" t="-4310" b="-2586"/>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DE22933-D0E7-FAAB-2270-4F8DBD3EED59}"/>
                  </a:ext>
                </a:extLst>
              </p:cNvPr>
              <p:cNvSpPr txBox="1"/>
              <p:nvPr/>
            </p:nvSpPr>
            <p:spPr>
              <a:xfrm>
                <a:off x="9269507" y="3207951"/>
                <a:ext cx="2474258" cy="692626"/>
              </a:xfrm>
              <a:prstGeom prst="rect">
                <a:avLst/>
              </a:prstGeom>
              <a:noFill/>
              <a:ln w="12700">
                <a:solidFill>
                  <a:schemeClr val="tx1"/>
                </a:solidFill>
              </a:ln>
            </p:spPr>
            <p:txBody>
              <a:bodyPr wrap="square" rtlCol="0">
                <a:spAutoFit/>
              </a:bodyPr>
              <a:lstStyle/>
              <a:p>
                <a:r>
                  <a:rPr lang="en-US" dirty="0"/>
                  <a:t>If mayor chooses </a:t>
                </a:r>
                <a:r>
                  <a:rPr lang="en-US" i="1" dirty="0"/>
                  <a:t>tall</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i="1" dirty="0"/>
              </a:p>
            </p:txBody>
          </p:sp>
        </mc:Choice>
        <mc:Fallback xmlns="">
          <p:sp>
            <p:nvSpPr>
              <p:cNvPr id="16" name="TextBox 15">
                <a:extLst>
                  <a:ext uri="{FF2B5EF4-FFF2-40B4-BE49-F238E27FC236}">
                    <a16:creationId xmlns:a16="http://schemas.microsoft.com/office/drawing/2014/main" id="{7DE22933-D0E7-FAAB-2270-4F8DBD3EED59}"/>
                  </a:ext>
                </a:extLst>
              </p:cNvPr>
              <p:cNvSpPr txBox="1">
                <a:spLocks noRot="1" noChangeAspect="1" noMove="1" noResize="1" noEditPoints="1" noAdjustHandles="1" noChangeArrowheads="1" noChangeShapeType="1" noTextEdit="1"/>
              </p:cNvSpPr>
              <p:nvPr/>
            </p:nvSpPr>
            <p:spPr>
              <a:xfrm>
                <a:off x="9269507" y="3207951"/>
                <a:ext cx="2474258" cy="692626"/>
              </a:xfrm>
              <a:prstGeom prst="rect">
                <a:avLst/>
              </a:prstGeom>
              <a:blipFill>
                <a:blip r:embed="rId3"/>
                <a:stretch>
                  <a:fillRect l="-1966" t="-4310" b="-2586"/>
                </a:stretch>
              </a:blipFill>
              <a:ln w="12700">
                <a:solidFill>
                  <a:schemeClr val="tx1"/>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001E0591-0744-D6D1-39F8-AF3D238D3E19}"/>
              </a:ext>
            </a:extLst>
          </p:cNvPr>
          <p:cNvSpPr txBox="1"/>
          <p:nvPr/>
        </p:nvSpPr>
        <p:spPr>
          <a:xfrm>
            <a:off x="3451412" y="4007223"/>
            <a:ext cx="8534400" cy="1323439"/>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2000" dirty="0"/>
              <a:t>The mayor does NOT have the power to choose whether she gets re-elected...</a:t>
            </a:r>
          </a:p>
          <a:p>
            <a:endParaRPr lang="en-US" sz="2000" dirty="0"/>
          </a:p>
          <a:p>
            <a:r>
              <a:rPr lang="en-US" sz="2000" dirty="0"/>
              <a:t>All she can has the power to do is to select which </a:t>
            </a:r>
            <a:r>
              <a:rPr lang="en-US" sz="2000" i="1" dirty="0"/>
              <a:t>probability distribution</a:t>
            </a:r>
            <a:r>
              <a:rPr lang="en-US" sz="2000" dirty="0"/>
              <a:t> over the possible outcomes she wants.</a:t>
            </a:r>
          </a:p>
        </p:txBody>
      </p:sp>
      <p:pic>
        <p:nvPicPr>
          <p:cNvPr id="17" name="Camera 16">
            <a:extLst>
              <a:ext uri="{FF2B5EF4-FFF2-40B4-BE49-F238E27FC236}">
                <a16:creationId xmlns:a16="http://schemas.microsoft.com/office/drawing/2014/main" id="{2F61A720-D5FB-1193-4A21-10DE1CDBD1EE}"/>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9600208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25978-2154-14CF-93CB-B11018C181F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F3A62B8-409C-BAE7-E702-3C14EA7735DB}"/>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C801AE34-4F83-1317-CC62-B384D7CEC246}"/>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7BC4B9EF-6356-4485-D773-3DE17A2BA27A}"/>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A991DD9F-E098-4A13-97E3-10E8FA40D882}"/>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4A4C64B9-619C-B379-F90D-C5017C0F75A9}"/>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2143116C-B650-3A6C-E587-9CE86B55C4F7}"/>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FEABD430-2033-F651-ACB3-8673D3CE79FB}"/>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6D7C42BF-56AE-6B4A-179F-2CC53734976C}"/>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59C9FD9E-1822-BBAF-EDE1-AF62FF881E6B}"/>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6F19EED0-5724-6EE8-C403-DDBA149A420C}"/>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0E0F27A7-F97E-9113-8B01-6322340C384D}"/>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21A6748C-C1BF-4949-49A5-A74737754B4F}"/>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D9AFC0EA-D66C-A4B2-D3CB-C7CB8757727A}"/>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0DD02E1-4A81-1445-D713-8B39888A467C}"/>
                  </a:ext>
                </a:extLst>
              </p:cNvPr>
              <p:cNvSpPr txBox="1"/>
              <p:nvPr/>
            </p:nvSpPr>
            <p:spPr>
              <a:xfrm>
                <a:off x="4930590" y="3207951"/>
                <a:ext cx="2474258" cy="692049"/>
              </a:xfrm>
              <a:prstGeom prst="rect">
                <a:avLst/>
              </a:prstGeom>
              <a:noFill/>
              <a:ln w="12700">
                <a:solidFill>
                  <a:schemeClr val="tx1"/>
                </a:solidFill>
              </a:ln>
            </p:spPr>
            <p:txBody>
              <a:bodyPr wrap="square" rtlCol="0">
                <a:spAutoFit/>
              </a:bodyPr>
              <a:lstStyle/>
              <a:p>
                <a:r>
                  <a:rPr lang="en-US" dirty="0"/>
                  <a:t>If mayor chooses </a:t>
                </a:r>
                <a:r>
                  <a:rPr lang="en-US" i="1" dirty="0"/>
                  <a:t>short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i="1" dirty="0"/>
              </a:p>
            </p:txBody>
          </p:sp>
        </mc:Choice>
        <mc:Fallback xmlns="">
          <p:sp>
            <p:nvSpPr>
              <p:cNvPr id="15" name="TextBox 14">
                <a:extLst>
                  <a:ext uri="{FF2B5EF4-FFF2-40B4-BE49-F238E27FC236}">
                    <a16:creationId xmlns:a16="http://schemas.microsoft.com/office/drawing/2014/main" id="{B0DD02E1-4A81-1445-D713-8B39888A467C}"/>
                  </a:ext>
                </a:extLst>
              </p:cNvPr>
              <p:cNvSpPr txBox="1">
                <a:spLocks noRot="1" noChangeAspect="1" noMove="1" noResize="1" noEditPoints="1" noAdjustHandles="1" noChangeArrowheads="1" noChangeShapeType="1" noTextEdit="1"/>
              </p:cNvSpPr>
              <p:nvPr/>
            </p:nvSpPr>
            <p:spPr>
              <a:xfrm>
                <a:off x="4930590" y="3207951"/>
                <a:ext cx="2474258" cy="692049"/>
              </a:xfrm>
              <a:prstGeom prst="rect">
                <a:avLst/>
              </a:prstGeom>
              <a:blipFill>
                <a:blip r:embed="rId2"/>
                <a:stretch>
                  <a:fillRect l="-1961" t="-4310" b="-2586"/>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C91C5D5-C43F-5D81-462A-817438E604A5}"/>
                  </a:ext>
                </a:extLst>
              </p:cNvPr>
              <p:cNvSpPr txBox="1"/>
              <p:nvPr/>
            </p:nvSpPr>
            <p:spPr>
              <a:xfrm>
                <a:off x="9269507" y="3207951"/>
                <a:ext cx="2474258" cy="692626"/>
              </a:xfrm>
              <a:prstGeom prst="rect">
                <a:avLst/>
              </a:prstGeom>
              <a:noFill/>
              <a:ln w="12700">
                <a:solidFill>
                  <a:schemeClr val="tx1"/>
                </a:solidFill>
              </a:ln>
            </p:spPr>
            <p:txBody>
              <a:bodyPr wrap="square" rtlCol="0">
                <a:spAutoFit/>
              </a:bodyPr>
              <a:lstStyle/>
              <a:p>
                <a:r>
                  <a:rPr lang="en-US" dirty="0"/>
                  <a:t>If mayor chooses </a:t>
                </a:r>
                <a:r>
                  <a:rPr lang="en-US" i="1" dirty="0"/>
                  <a:t>tall</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i="1" dirty="0"/>
              </a:p>
            </p:txBody>
          </p:sp>
        </mc:Choice>
        <mc:Fallback xmlns="">
          <p:sp>
            <p:nvSpPr>
              <p:cNvPr id="16" name="TextBox 15">
                <a:extLst>
                  <a:ext uri="{FF2B5EF4-FFF2-40B4-BE49-F238E27FC236}">
                    <a16:creationId xmlns:a16="http://schemas.microsoft.com/office/drawing/2014/main" id="{EC91C5D5-C43F-5D81-462A-817438E604A5}"/>
                  </a:ext>
                </a:extLst>
              </p:cNvPr>
              <p:cNvSpPr txBox="1">
                <a:spLocks noRot="1" noChangeAspect="1" noMove="1" noResize="1" noEditPoints="1" noAdjustHandles="1" noChangeArrowheads="1" noChangeShapeType="1" noTextEdit="1"/>
              </p:cNvSpPr>
              <p:nvPr/>
            </p:nvSpPr>
            <p:spPr>
              <a:xfrm>
                <a:off x="9269507" y="3207951"/>
                <a:ext cx="2474258" cy="692626"/>
              </a:xfrm>
              <a:prstGeom prst="rect">
                <a:avLst/>
              </a:prstGeom>
              <a:blipFill>
                <a:blip r:embed="rId3"/>
                <a:stretch>
                  <a:fillRect l="-1966" t="-4310" b="-2586"/>
                </a:stretch>
              </a:blipFill>
              <a:ln w="12700">
                <a:solidFill>
                  <a:schemeClr val="tx1"/>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323C28A3-931E-3C53-662B-45F2EADB6E2B}"/>
              </a:ext>
            </a:extLst>
          </p:cNvPr>
          <p:cNvSpPr txBox="1"/>
          <p:nvPr/>
        </p:nvSpPr>
        <p:spPr>
          <a:xfrm>
            <a:off x="3451412" y="4007223"/>
            <a:ext cx="8534400" cy="1323439"/>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2000" dirty="0"/>
              <a:t>The mayor does NOT have the power to choose whether she gets re-elected...</a:t>
            </a:r>
          </a:p>
          <a:p>
            <a:endParaRPr lang="en-US" sz="2000" dirty="0"/>
          </a:p>
          <a:p>
            <a:r>
              <a:rPr lang="en-US" sz="2000" dirty="0"/>
              <a:t>All she can has the power to do is to select which </a:t>
            </a:r>
            <a:r>
              <a:rPr lang="en-US" sz="2000" i="1" dirty="0"/>
              <a:t>probability distribution</a:t>
            </a:r>
            <a:r>
              <a:rPr lang="en-US" sz="2000" dirty="0"/>
              <a:t> over the possible outcomes she wants.</a:t>
            </a:r>
          </a:p>
        </p:txBody>
      </p:sp>
      <p:sp>
        <p:nvSpPr>
          <p:cNvPr id="17" name="TextBox 16">
            <a:extLst>
              <a:ext uri="{FF2B5EF4-FFF2-40B4-BE49-F238E27FC236}">
                <a16:creationId xmlns:a16="http://schemas.microsoft.com/office/drawing/2014/main" id="{87557AA2-7B5B-0AD1-B8BF-D3C8068239B2}"/>
              </a:ext>
            </a:extLst>
          </p:cNvPr>
          <p:cNvSpPr txBox="1"/>
          <p:nvPr/>
        </p:nvSpPr>
        <p:spPr>
          <a:xfrm>
            <a:off x="3451412" y="5437308"/>
            <a:ext cx="8534400" cy="707886"/>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r>
              <a:rPr lang="en-US" sz="2000" dirty="0"/>
              <a:t>All expected utility models are like this...They depict persons </a:t>
            </a:r>
            <a:r>
              <a:rPr lang="en-US" sz="2000" i="1" dirty="0"/>
              <a:t>choosing between probability distributions</a:t>
            </a:r>
            <a:r>
              <a:rPr lang="en-US" sz="2000" dirty="0"/>
              <a:t> over the outcomes they care about.</a:t>
            </a:r>
          </a:p>
        </p:txBody>
      </p:sp>
      <p:pic>
        <p:nvPicPr>
          <p:cNvPr id="18" name="Camera 17">
            <a:extLst>
              <a:ext uri="{FF2B5EF4-FFF2-40B4-BE49-F238E27FC236}">
                <a16:creationId xmlns:a16="http://schemas.microsoft.com/office/drawing/2014/main" id="{4978839F-4A76-7DCF-B90F-62709661F531}"/>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559231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92E6FD-B33A-85AD-38E5-EA2FFD4D3027}"/>
              </a:ext>
            </a:extLst>
          </p:cNvPr>
          <p:cNvSpPr txBox="1"/>
          <p:nvPr/>
        </p:nvSpPr>
        <p:spPr>
          <a:xfrm>
            <a:off x="2832847" y="242047"/>
            <a:ext cx="622150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800" dirty="0">
                <a:solidFill>
                  <a:sysClr val="windowText" lastClr="000000"/>
                </a:solidFill>
              </a:rPr>
              <a:t>Choosing Between Distributions</a:t>
            </a:r>
          </a:p>
        </p:txBody>
      </p:sp>
      <p:pic>
        <p:nvPicPr>
          <p:cNvPr id="3" name="Camera 2">
            <a:extLst>
              <a:ext uri="{FF2B5EF4-FFF2-40B4-BE49-F238E27FC236}">
                <a16:creationId xmlns:a16="http://schemas.microsoft.com/office/drawing/2014/main" id="{609D87BF-3240-D0F0-97A4-244F38EFD994}"/>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54665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77210-C41B-3E4B-E250-760B2A615E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4399E4-4E87-9925-DF72-62E86E783352}"/>
              </a:ext>
            </a:extLst>
          </p:cNvPr>
          <p:cNvSpPr txBox="1"/>
          <p:nvPr/>
        </p:nvSpPr>
        <p:spPr>
          <a:xfrm>
            <a:off x="2832847" y="242047"/>
            <a:ext cx="622150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800" dirty="0">
                <a:solidFill>
                  <a:sysClr val="windowText" lastClr="000000"/>
                </a:solidFill>
              </a:rPr>
              <a:t>Choosing Between Distributions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2BA6BF-C838-AD4F-A8D3-897F4F330674}"/>
                  </a:ext>
                </a:extLst>
              </p:cNvPr>
              <p:cNvSpPr txBox="1"/>
              <p:nvPr/>
            </p:nvSpPr>
            <p:spPr>
              <a:xfrm>
                <a:off x="591671" y="1416424"/>
                <a:ext cx="3307976" cy="646331"/>
              </a:xfrm>
              <a:prstGeom prst="rect">
                <a:avLst/>
              </a:prstGeom>
              <a:noFill/>
            </p:spPr>
            <p:txBody>
              <a:bodyPr wrap="square" rtlCol="0">
                <a:spAutoFit/>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r>
                  <a:rPr lang="en-US" dirty="0"/>
                  <a:t> be a set of possible utility levels.</a:t>
                </a:r>
              </a:p>
            </p:txBody>
          </p:sp>
        </mc:Choice>
        <mc:Fallback xmlns="">
          <p:sp>
            <p:nvSpPr>
              <p:cNvPr id="3" name="TextBox 2">
                <a:extLst>
                  <a:ext uri="{FF2B5EF4-FFF2-40B4-BE49-F238E27FC236}">
                    <a16:creationId xmlns:a16="http://schemas.microsoft.com/office/drawing/2014/main" id="{F72BA6BF-C838-AD4F-A8D3-897F4F330674}"/>
                  </a:ext>
                </a:extLst>
              </p:cNvPr>
              <p:cNvSpPr txBox="1">
                <a:spLocks noRot="1" noChangeAspect="1" noMove="1" noResize="1" noEditPoints="1" noAdjustHandles="1" noChangeArrowheads="1" noChangeShapeType="1" noTextEdit="1"/>
              </p:cNvSpPr>
              <p:nvPr/>
            </p:nvSpPr>
            <p:spPr>
              <a:xfrm>
                <a:off x="591671" y="1416424"/>
                <a:ext cx="3307976" cy="646331"/>
              </a:xfrm>
              <a:prstGeom prst="rect">
                <a:avLst/>
              </a:prstGeom>
              <a:blipFill>
                <a:blip r:embed="rId2"/>
                <a:stretch>
                  <a:fillRect l="-1473" t="-4717" b="-14151"/>
                </a:stretch>
              </a:blipFill>
            </p:spPr>
            <p:txBody>
              <a:bodyPr/>
              <a:lstStyle/>
              <a:p>
                <a:r>
                  <a:rPr lang="en-US">
                    <a:noFill/>
                  </a:rPr>
                  <a:t> </a:t>
                </a:r>
              </a:p>
            </p:txBody>
          </p:sp>
        </mc:Fallback>
      </mc:AlternateContent>
      <p:pic>
        <p:nvPicPr>
          <p:cNvPr id="4" name="Camera 3">
            <a:extLst>
              <a:ext uri="{FF2B5EF4-FFF2-40B4-BE49-F238E27FC236}">
                <a16:creationId xmlns:a16="http://schemas.microsoft.com/office/drawing/2014/main" id="{2C89D3E0-CFE1-D190-3E24-B84144042E20}"/>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530074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CFBBC-5A04-F0F6-B174-893FD9D03F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491709-7E7A-0403-6213-2276222A5428}"/>
              </a:ext>
            </a:extLst>
          </p:cNvPr>
          <p:cNvSpPr txBox="1"/>
          <p:nvPr/>
        </p:nvSpPr>
        <p:spPr>
          <a:xfrm>
            <a:off x="2832847" y="242047"/>
            <a:ext cx="622150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800" dirty="0">
                <a:solidFill>
                  <a:sysClr val="windowText" lastClr="000000"/>
                </a:solidFill>
              </a:rPr>
              <a:t>Choosing Between Distributions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60BE30-B3CC-C61F-6B58-624680BE08C5}"/>
                  </a:ext>
                </a:extLst>
              </p:cNvPr>
              <p:cNvSpPr txBox="1"/>
              <p:nvPr/>
            </p:nvSpPr>
            <p:spPr>
              <a:xfrm>
                <a:off x="591671" y="1416424"/>
                <a:ext cx="3307976" cy="646331"/>
              </a:xfrm>
              <a:prstGeom prst="rect">
                <a:avLst/>
              </a:prstGeom>
              <a:noFill/>
            </p:spPr>
            <p:txBody>
              <a:bodyPr wrap="square" rtlCol="0">
                <a:spAutoFit/>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r>
                  <a:rPr lang="en-US" dirty="0"/>
                  <a:t> be a set of possible utility levels.</a:t>
                </a:r>
              </a:p>
            </p:txBody>
          </p:sp>
        </mc:Choice>
        <mc:Fallback xmlns="">
          <p:sp>
            <p:nvSpPr>
              <p:cNvPr id="3" name="TextBox 2">
                <a:extLst>
                  <a:ext uri="{FF2B5EF4-FFF2-40B4-BE49-F238E27FC236}">
                    <a16:creationId xmlns:a16="http://schemas.microsoft.com/office/drawing/2014/main" id="{4160BE30-B3CC-C61F-6B58-624680BE08C5}"/>
                  </a:ext>
                </a:extLst>
              </p:cNvPr>
              <p:cNvSpPr txBox="1">
                <a:spLocks noRot="1" noChangeAspect="1" noMove="1" noResize="1" noEditPoints="1" noAdjustHandles="1" noChangeArrowheads="1" noChangeShapeType="1" noTextEdit="1"/>
              </p:cNvSpPr>
              <p:nvPr/>
            </p:nvSpPr>
            <p:spPr>
              <a:xfrm>
                <a:off x="591671" y="1416424"/>
                <a:ext cx="3307976" cy="646331"/>
              </a:xfrm>
              <a:prstGeom prst="rect">
                <a:avLst/>
              </a:prstGeom>
              <a:blipFill>
                <a:blip r:embed="rId2"/>
                <a:stretch>
                  <a:fillRect l="-1473" t="-4717" b="-1415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D954A3E-FC2B-8023-4B02-85F3CC9CBD62}"/>
              </a:ext>
            </a:extLst>
          </p:cNvPr>
          <p:cNvSpPr txBox="1"/>
          <p:nvPr/>
        </p:nvSpPr>
        <p:spPr>
          <a:xfrm>
            <a:off x="4558553" y="1324090"/>
            <a:ext cx="6844554" cy="83099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400" b="1" i="1" dirty="0"/>
              <a:t>Example:</a:t>
            </a:r>
            <a:r>
              <a:rPr lang="en-US" sz="2400" i="1" dirty="0"/>
              <a:t> If the mayor is re-elected, her utility level is 1.  If the mayor is not re-elected her utility level is 0.</a:t>
            </a:r>
          </a:p>
        </p:txBody>
      </p:sp>
      <p:pic>
        <p:nvPicPr>
          <p:cNvPr id="5" name="Camera 4">
            <a:extLst>
              <a:ext uri="{FF2B5EF4-FFF2-40B4-BE49-F238E27FC236}">
                <a16:creationId xmlns:a16="http://schemas.microsoft.com/office/drawing/2014/main" id="{52DBBB8B-3E30-58B2-9173-8A52BFA9B028}"/>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814864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6DFE9-2150-413F-FAEC-025ABA65BB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9A01FE-63F3-8B1F-4739-106E97C6892C}"/>
              </a:ext>
            </a:extLst>
          </p:cNvPr>
          <p:cNvSpPr txBox="1"/>
          <p:nvPr/>
        </p:nvSpPr>
        <p:spPr>
          <a:xfrm>
            <a:off x="2832847" y="242047"/>
            <a:ext cx="622150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800" dirty="0">
                <a:solidFill>
                  <a:sysClr val="windowText" lastClr="000000"/>
                </a:solidFill>
              </a:rPr>
              <a:t>Choosing Between Distributions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1B4512D-0B58-F955-39C0-98BBB071ED8F}"/>
                  </a:ext>
                </a:extLst>
              </p:cNvPr>
              <p:cNvSpPr txBox="1"/>
              <p:nvPr/>
            </p:nvSpPr>
            <p:spPr>
              <a:xfrm>
                <a:off x="591671" y="1416424"/>
                <a:ext cx="3307976" cy="646331"/>
              </a:xfrm>
              <a:prstGeom prst="rect">
                <a:avLst/>
              </a:prstGeom>
              <a:noFill/>
            </p:spPr>
            <p:txBody>
              <a:bodyPr wrap="square" rtlCol="0">
                <a:spAutoFit/>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r>
                  <a:rPr lang="en-US" dirty="0"/>
                  <a:t> be a set of possible utility levels.</a:t>
                </a:r>
              </a:p>
            </p:txBody>
          </p:sp>
        </mc:Choice>
        <mc:Fallback xmlns="">
          <p:sp>
            <p:nvSpPr>
              <p:cNvPr id="3" name="TextBox 2">
                <a:extLst>
                  <a:ext uri="{FF2B5EF4-FFF2-40B4-BE49-F238E27FC236}">
                    <a16:creationId xmlns:a16="http://schemas.microsoft.com/office/drawing/2014/main" id="{51B4512D-0B58-F955-39C0-98BBB071ED8F}"/>
                  </a:ext>
                </a:extLst>
              </p:cNvPr>
              <p:cNvSpPr txBox="1">
                <a:spLocks noRot="1" noChangeAspect="1" noMove="1" noResize="1" noEditPoints="1" noAdjustHandles="1" noChangeArrowheads="1" noChangeShapeType="1" noTextEdit="1"/>
              </p:cNvSpPr>
              <p:nvPr/>
            </p:nvSpPr>
            <p:spPr>
              <a:xfrm>
                <a:off x="591671" y="1416424"/>
                <a:ext cx="3307976" cy="646331"/>
              </a:xfrm>
              <a:prstGeom prst="rect">
                <a:avLst/>
              </a:prstGeom>
              <a:blipFill>
                <a:blip r:embed="rId2"/>
                <a:stretch>
                  <a:fillRect l="-1473" t="-4717" b="-1415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4164AC0-D182-1953-2ED4-E3A9B452697A}"/>
              </a:ext>
            </a:extLst>
          </p:cNvPr>
          <p:cNvSpPr txBox="1"/>
          <p:nvPr/>
        </p:nvSpPr>
        <p:spPr>
          <a:xfrm>
            <a:off x="4558553" y="1324090"/>
            <a:ext cx="6844554" cy="83099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400" b="1" i="1" dirty="0"/>
              <a:t>Example:</a:t>
            </a:r>
            <a:r>
              <a:rPr lang="en-US" sz="2400" i="1" dirty="0"/>
              <a:t> If the mayor is re-elected, her utility level is 1.  If the mayor is not re-elected her utility level is 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C1A8476-CDD1-63BE-6990-64D7EF6B858B}"/>
                  </a:ext>
                </a:extLst>
              </p:cNvPr>
              <p:cNvSpPr txBox="1"/>
              <p:nvPr/>
            </p:nvSpPr>
            <p:spPr>
              <a:xfrm>
                <a:off x="591671" y="2587970"/>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𝑝</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oMath>
                </a14:m>
                <a:r>
                  <a:rPr lang="en-US" dirty="0"/>
                  <a:t>.</a:t>
                </a:r>
              </a:p>
            </p:txBody>
          </p:sp>
        </mc:Choice>
        <mc:Fallback xmlns="">
          <p:sp>
            <p:nvSpPr>
              <p:cNvPr id="5" name="TextBox 4">
                <a:extLst>
                  <a:ext uri="{FF2B5EF4-FFF2-40B4-BE49-F238E27FC236}">
                    <a16:creationId xmlns:a16="http://schemas.microsoft.com/office/drawing/2014/main" id="{2C1A8476-CDD1-63BE-6990-64D7EF6B858B}"/>
                  </a:ext>
                </a:extLst>
              </p:cNvPr>
              <p:cNvSpPr txBox="1">
                <a:spLocks noRot="1" noChangeAspect="1" noMove="1" noResize="1" noEditPoints="1" noAdjustHandles="1" noChangeArrowheads="1" noChangeShapeType="1" noTextEdit="1"/>
              </p:cNvSpPr>
              <p:nvPr/>
            </p:nvSpPr>
            <p:spPr>
              <a:xfrm>
                <a:off x="591671" y="2587970"/>
                <a:ext cx="3307976" cy="1200329"/>
              </a:xfrm>
              <a:prstGeom prst="rect">
                <a:avLst/>
              </a:prstGeom>
              <a:blipFill>
                <a:blip r:embed="rId3"/>
                <a:stretch>
                  <a:fillRect l="-1473" t="-3061" b="-7653"/>
                </a:stretch>
              </a:blipFill>
            </p:spPr>
            <p:txBody>
              <a:bodyPr/>
              <a:lstStyle/>
              <a:p>
                <a:r>
                  <a:rPr lang="en-US">
                    <a:noFill/>
                  </a:rPr>
                  <a:t> </a:t>
                </a:r>
              </a:p>
            </p:txBody>
          </p:sp>
        </mc:Fallback>
      </mc:AlternateContent>
      <p:pic>
        <p:nvPicPr>
          <p:cNvPr id="6" name="Camera 5">
            <a:extLst>
              <a:ext uri="{FF2B5EF4-FFF2-40B4-BE49-F238E27FC236}">
                <a16:creationId xmlns:a16="http://schemas.microsoft.com/office/drawing/2014/main" id="{CFEA3D28-1E19-A422-974B-2BA62CD6479A}"/>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973693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E3D8C-6F9F-1075-1F14-83A6B9C49D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3EC67E-41C8-A843-2393-4FE6F69496BD}"/>
              </a:ext>
            </a:extLst>
          </p:cNvPr>
          <p:cNvSpPr txBox="1"/>
          <p:nvPr/>
        </p:nvSpPr>
        <p:spPr>
          <a:xfrm>
            <a:off x="2832847" y="242047"/>
            <a:ext cx="622150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800" dirty="0">
                <a:solidFill>
                  <a:sysClr val="windowText" lastClr="000000"/>
                </a:solidFill>
              </a:rPr>
              <a:t>Choosing Between Distributions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0102828-332D-34E5-341B-3EAFA07E1F44}"/>
                  </a:ext>
                </a:extLst>
              </p:cNvPr>
              <p:cNvSpPr txBox="1"/>
              <p:nvPr/>
            </p:nvSpPr>
            <p:spPr>
              <a:xfrm>
                <a:off x="591671" y="1416424"/>
                <a:ext cx="3307976" cy="646331"/>
              </a:xfrm>
              <a:prstGeom prst="rect">
                <a:avLst/>
              </a:prstGeom>
              <a:noFill/>
            </p:spPr>
            <p:txBody>
              <a:bodyPr wrap="square" rtlCol="0">
                <a:spAutoFit/>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r>
                  <a:rPr lang="en-US" dirty="0"/>
                  <a:t> be a set of possible utility levels.</a:t>
                </a:r>
              </a:p>
            </p:txBody>
          </p:sp>
        </mc:Choice>
        <mc:Fallback xmlns="">
          <p:sp>
            <p:nvSpPr>
              <p:cNvPr id="3" name="TextBox 2">
                <a:extLst>
                  <a:ext uri="{FF2B5EF4-FFF2-40B4-BE49-F238E27FC236}">
                    <a16:creationId xmlns:a16="http://schemas.microsoft.com/office/drawing/2014/main" id="{D0102828-332D-34E5-341B-3EAFA07E1F44}"/>
                  </a:ext>
                </a:extLst>
              </p:cNvPr>
              <p:cNvSpPr txBox="1">
                <a:spLocks noRot="1" noChangeAspect="1" noMove="1" noResize="1" noEditPoints="1" noAdjustHandles="1" noChangeArrowheads="1" noChangeShapeType="1" noTextEdit="1"/>
              </p:cNvSpPr>
              <p:nvPr/>
            </p:nvSpPr>
            <p:spPr>
              <a:xfrm>
                <a:off x="591671" y="1416424"/>
                <a:ext cx="3307976" cy="646331"/>
              </a:xfrm>
              <a:prstGeom prst="rect">
                <a:avLst/>
              </a:prstGeom>
              <a:blipFill>
                <a:blip r:embed="rId2"/>
                <a:stretch>
                  <a:fillRect l="-1473" t="-4717" b="-1415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B4A62AE-04B8-BE6A-767F-F2F39BCDD5E3}"/>
              </a:ext>
            </a:extLst>
          </p:cNvPr>
          <p:cNvSpPr txBox="1"/>
          <p:nvPr/>
        </p:nvSpPr>
        <p:spPr>
          <a:xfrm>
            <a:off x="4558553" y="1324090"/>
            <a:ext cx="6844554" cy="83099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400" b="1" i="1" dirty="0"/>
              <a:t>Example:</a:t>
            </a:r>
            <a:r>
              <a:rPr lang="en-US" sz="2400" i="1" dirty="0"/>
              <a:t> If the mayor is re-elected, her utility level is 1.  If the mayor is not re-elected her utility level is 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BB0B156-F693-5814-3038-6DAA04DB4057}"/>
                  </a:ext>
                </a:extLst>
              </p:cNvPr>
              <p:cNvSpPr txBox="1"/>
              <p:nvPr/>
            </p:nvSpPr>
            <p:spPr>
              <a:xfrm>
                <a:off x="591671" y="2587970"/>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𝑝</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oMath>
                </a14:m>
                <a:r>
                  <a:rPr lang="en-US" dirty="0"/>
                  <a:t>.</a:t>
                </a:r>
              </a:p>
            </p:txBody>
          </p:sp>
        </mc:Choice>
        <mc:Fallback xmlns="">
          <p:sp>
            <p:nvSpPr>
              <p:cNvPr id="5" name="TextBox 4">
                <a:extLst>
                  <a:ext uri="{FF2B5EF4-FFF2-40B4-BE49-F238E27FC236}">
                    <a16:creationId xmlns:a16="http://schemas.microsoft.com/office/drawing/2014/main" id="{5BB0B156-F693-5814-3038-6DAA04DB4057}"/>
                  </a:ext>
                </a:extLst>
              </p:cNvPr>
              <p:cNvSpPr txBox="1">
                <a:spLocks noRot="1" noChangeAspect="1" noMove="1" noResize="1" noEditPoints="1" noAdjustHandles="1" noChangeArrowheads="1" noChangeShapeType="1" noTextEdit="1"/>
              </p:cNvSpPr>
              <p:nvPr/>
            </p:nvSpPr>
            <p:spPr>
              <a:xfrm>
                <a:off x="591671" y="2587970"/>
                <a:ext cx="3307976" cy="1200329"/>
              </a:xfrm>
              <a:prstGeom prst="rect">
                <a:avLst/>
              </a:prstGeom>
              <a:blipFill>
                <a:blip r:embed="rId3"/>
                <a:stretch>
                  <a:fillRect l="-1473" t="-3061" b="-76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308C18A-0537-09D5-FAEF-FB8389DD762A}"/>
                  </a:ext>
                </a:extLst>
              </p:cNvPr>
              <p:cNvSpPr txBox="1"/>
              <p:nvPr/>
            </p:nvSpPr>
            <p:spPr>
              <a:xfrm>
                <a:off x="4558553" y="2587970"/>
                <a:ext cx="6844554" cy="127227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2400" b="1" i="1" dirty="0"/>
                  <a:t>Example:</a:t>
                </a:r>
                <a:r>
                  <a:rPr lang="en-US" sz="2400" i="1" dirty="0"/>
                  <a:t> If the mayor builds a short seawall, she gets utility level 1 with probability </a:t>
                </a:r>
                <a14:m>
                  <m:oMath xmlns:m="http://schemas.openxmlformats.org/officeDocument/2006/math">
                    <m:box>
                      <m:boxPr>
                        <m:ctrlPr>
                          <a:rPr lang="en-US" sz="2400" i="1" smtClean="0">
                            <a:latin typeface="Cambria Math" panose="02040503050406030204" pitchFamily="18" charset="0"/>
                          </a:rPr>
                        </m:ctrlPr>
                      </m:boxPr>
                      <m:e>
                        <m:argPr>
                          <m:argSz m:val="-1"/>
                        </m:argP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e>
                    </m:box>
                  </m:oMath>
                </a14:m>
                <a:r>
                  <a:rPr lang="en-US" sz="2400" i="1" dirty="0"/>
                  <a:t> and utility level 0 with probability </a:t>
                </a:r>
                <a14:m>
                  <m:oMath xmlns:m="http://schemas.openxmlformats.org/officeDocument/2006/math">
                    <m:box>
                      <m:boxPr>
                        <m:ctrlPr>
                          <a:rPr lang="en-US" sz="2400" i="1" smtClean="0">
                            <a:latin typeface="Cambria Math" panose="02040503050406030204" pitchFamily="18" charset="0"/>
                          </a:rPr>
                        </m:ctrlPr>
                      </m:boxPr>
                      <m:e>
                        <m:argPr>
                          <m:argSz m:val="-1"/>
                        </m:argP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e>
                    </m:box>
                  </m:oMath>
                </a14:m>
                <a:r>
                  <a:rPr lang="en-US" sz="2400" i="1" dirty="0"/>
                  <a:t>.</a:t>
                </a:r>
              </a:p>
            </p:txBody>
          </p:sp>
        </mc:Choice>
        <mc:Fallback xmlns="">
          <p:sp>
            <p:nvSpPr>
              <p:cNvPr id="6" name="TextBox 5">
                <a:extLst>
                  <a:ext uri="{FF2B5EF4-FFF2-40B4-BE49-F238E27FC236}">
                    <a16:creationId xmlns:a16="http://schemas.microsoft.com/office/drawing/2014/main" id="{A308C18A-0537-09D5-FAEF-FB8389DD762A}"/>
                  </a:ext>
                </a:extLst>
              </p:cNvPr>
              <p:cNvSpPr txBox="1">
                <a:spLocks noRot="1" noChangeAspect="1" noMove="1" noResize="1" noEditPoints="1" noAdjustHandles="1" noChangeArrowheads="1" noChangeShapeType="1" noTextEdit="1"/>
              </p:cNvSpPr>
              <p:nvPr/>
            </p:nvSpPr>
            <p:spPr>
              <a:xfrm>
                <a:off x="4558553" y="2587970"/>
                <a:ext cx="6844554" cy="1272271"/>
              </a:xfrm>
              <a:prstGeom prst="rect">
                <a:avLst/>
              </a:prstGeom>
              <a:blipFill>
                <a:blip r:embed="rId4"/>
                <a:stretch>
                  <a:fillRect l="-1332" t="-3318" b="-6635"/>
                </a:stretch>
              </a:blipFill>
            </p:spPr>
            <p:txBody>
              <a:bodyPr/>
              <a:lstStyle/>
              <a:p>
                <a:r>
                  <a:rPr lang="en-US">
                    <a:noFill/>
                  </a:rPr>
                  <a:t> </a:t>
                </a:r>
              </a:p>
            </p:txBody>
          </p:sp>
        </mc:Fallback>
      </mc:AlternateContent>
      <p:pic>
        <p:nvPicPr>
          <p:cNvPr id="7" name="Camera 6">
            <a:extLst>
              <a:ext uri="{FF2B5EF4-FFF2-40B4-BE49-F238E27FC236}">
                <a16:creationId xmlns:a16="http://schemas.microsoft.com/office/drawing/2014/main" id="{A59EEF6C-A65E-36C9-1B1D-256E4109A91E}"/>
              </a:ext>
            </a:extLst>
          </p:cNvPr>
          <p:cNvPicPr>
            <a:picLocks noChangeAspect="1"/>
            <a:extLst>
              <a:ext uri="{51228E76-BA90-4043-B771-695A4F85340A}">
                <alf:liveFeedProps xmlns:alf="http://schemas.microsoft.com/office/drawing/2021/livefeed"/>
              </a:ext>
            </a:extLst>
          </p:cNvPicPr>
          <p:nvPr/>
        </p:nvPicPr>
        <p:blipFill>
          <a:blip r:embed="rId5">
            <a:extLst>
              <a:ext uri="{96DAC541-7B7A-43D3-8B79-37D633B846F1}">
                <asvg:svgBlip xmlns:asvg="http://schemas.microsoft.com/office/drawing/2016/SVG/main" r:embed="rId6"/>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5172661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60745-AA25-C241-EB14-97D46F57A9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1DE0054-035F-9DFF-9D6E-A98C2312ED02}"/>
              </a:ext>
            </a:extLst>
          </p:cNvPr>
          <p:cNvSpPr txBox="1"/>
          <p:nvPr/>
        </p:nvSpPr>
        <p:spPr>
          <a:xfrm>
            <a:off x="2832847" y="242047"/>
            <a:ext cx="622150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800" dirty="0">
                <a:solidFill>
                  <a:sysClr val="windowText" lastClr="000000"/>
                </a:solidFill>
              </a:rPr>
              <a:t>Choosing Between Distributions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A0935C7-901B-DE5A-7B30-F88D109D1E04}"/>
                  </a:ext>
                </a:extLst>
              </p:cNvPr>
              <p:cNvSpPr txBox="1"/>
              <p:nvPr/>
            </p:nvSpPr>
            <p:spPr>
              <a:xfrm>
                <a:off x="591671" y="1416424"/>
                <a:ext cx="3307976" cy="646331"/>
              </a:xfrm>
              <a:prstGeom prst="rect">
                <a:avLst/>
              </a:prstGeom>
              <a:noFill/>
            </p:spPr>
            <p:txBody>
              <a:bodyPr wrap="square" rtlCol="0">
                <a:spAutoFit/>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r>
                  <a:rPr lang="en-US" dirty="0"/>
                  <a:t> be a set of possible utility levels.</a:t>
                </a:r>
              </a:p>
            </p:txBody>
          </p:sp>
        </mc:Choice>
        <mc:Fallback xmlns="">
          <p:sp>
            <p:nvSpPr>
              <p:cNvPr id="3" name="TextBox 2">
                <a:extLst>
                  <a:ext uri="{FF2B5EF4-FFF2-40B4-BE49-F238E27FC236}">
                    <a16:creationId xmlns:a16="http://schemas.microsoft.com/office/drawing/2014/main" id="{FA0935C7-901B-DE5A-7B30-F88D109D1E04}"/>
                  </a:ext>
                </a:extLst>
              </p:cNvPr>
              <p:cNvSpPr txBox="1">
                <a:spLocks noRot="1" noChangeAspect="1" noMove="1" noResize="1" noEditPoints="1" noAdjustHandles="1" noChangeArrowheads="1" noChangeShapeType="1" noTextEdit="1"/>
              </p:cNvSpPr>
              <p:nvPr/>
            </p:nvSpPr>
            <p:spPr>
              <a:xfrm>
                <a:off x="591671" y="1416424"/>
                <a:ext cx="3307976" cy="646331"/>
              </a:xfrm>
              <a:prstGeom prst="rect">
                <a:avLst/>
              </a:prstGeom>
              <a:blipFill>
                <a:blip r:embed="rId2"/>
                <a:stretch>
                  <a:fillRect l="-1473" t="-4717" b="-1415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3976079-46CE-0D11-A97C-A2948A94DFE2}"/>
              </a:ext>
            </a:extLst>
          </p:cNvPr>
          <p:cNvSpPr txBox="1"/>
          <p:nvPr/>
        </p:nvSpPr>
        <p:spPr>
          <a:xfrm>
            <a:off x="4558553" y="1324090"/>
            <a:ext cx="6844554" cy="83099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400" b="1" i="1" dirty="0"/>
              <a:t>Example:</a:t>
            </a:r>
            <a:r>
              <a:rPr lang="en-US" sz="2400" i="1" dirty="0"/>
              <a:t> If the mayor is re-elected, her utility level is 1.  If the mayor is not re-elected her utility level is 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2A8F56-7A96-8CCF-28FA-4449696AA2AB}"/>
                  </a:ext>
                </a:extLst>
              </p:cNvPr>
              <p:cNvSpPr txBox="1"/>
              <p:nvPr/>
            </p:nvSpPr>
            <p:spPr>
              <a:xfrm>
                <a:off x="591671" y="2587970"/>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𝑝</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oMath>
                </a14:m>
                <a:r>
                  <a:rPr lang="en-US" dirty="0"/>
                  <a:t>.</a:t>
                </a:r>
              </a:p>
            </p:txBody>
          </p:sp>
        </mc:Choice>
        <mc:Fallback xmlns="">
          <p:sp>
            <p:nvSpPr>
              <p:cNvPr id="5" name="TextBox 4">
                <a:extLst>
                  <a:ext uri="{FF2B5EF4-FFF2-40B4-BE49-F238E27FC236}">
                    <a16:creationId xmlns:a16="http://schemas.microsoft.com/office/drawing/2014/main" id="{112A8F56-7A96-8CCF-28FA-4449696AA2AB}"/>
                  </a:ext>
                </a:extLst>
              </p:cNvPr>
              <p:cNvSpPr txBox="1">
                <a:spLocks noRot="1" noChangeAspect="1" noMove="1" noResize="1" noEditPoints="1" noAdjustHandles="1" noChangeArrowheads="1" noChangeShapeType="1" noTextEdit="1"/>
              </p:cNvSpPr>
              <p:nvPr/>
            </p:nvSpPr>
            <p:spPr>
              <a:xfrm>
                <a:off x="591671" y="2587970"/>
                <a:ext cx="3307976" cy="1200329"/>
              </a:xfrm>
              <a:prstGeom prst="rect">
                <a:avLst/>
              </a:prstGeom>
              <a:blipFill>
                <a:blip r:embed="rId3"/>
                <a:stretch>
                  <a:fillRect l="-1473" t="-3061" b="-76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586668B-350B-1B42-79BA-7B679526D353}"/>
                  </a:ext>
                </a:extLst>
              </p:cNvPr>
              <p:cNvSpPr txBox="1"/>
              <p:nvPr/>
            </p:nvSpPr>
            <p:spPr>
              <a:xfrm>
                <a:off x="4558553" y="2587970"/>
                <a:ext cx="6844554" cy="127227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2400" b="1" i="1" dirty="0"/>
                  <a:t>Example:</a:t>
                </a:r>
                <a:r>
                  <a:rPr lang="en-US" sz="2400" i="1" dirty="0"/>
                  <a:t> If the mayor builds a short seawall, she gets utility level 1 with probability </a:t>
                </a:r>
                <a14:m>
                  <m:oMath xmlns:m="http://schemas.openxmlformats.org/officeDocument/2006/math">
                    <m:box>
                      <m:boxPr>
                        <m:ctrlPr>
                          <a:rPr lang="en-US" sz="2400" i="1" smtClean="0">
                            <a:latin typeface="Cambria Math" panose="02040503050406030204" pitchFamily="18" charset="0"/>
                          </a:rPr>
                        </m:ctrlPr>
                      </m:boxPr>
                      <m:e>
                        <m:argPr>
                          <m:argSz m:val="-1"/>
                        </m:argP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e>
                    </m:box>
                  </m:oMath>
                </a14:m>
                <a:r>
                  <a:rPr lang="en-US" sz="2400" i="1" dirty="0"/>
                  <a:t> and utility level 0 with probability </a:t>
                </a:r>
                <a14:m>
                  <m:oMath xmlns:m="http://schemas.openxmlformats.org/officeDocument/2006/math">
                    <m:box>
                      <m:boxPr>
                        <m:ctrlPr>
                          <a:rPr lang="en-US" sz="2400" i="1" smtClean="0">
                            <a:latin typeface="Cambria Math" panose="02040503050406030204" pitchFamily="18" charset="0"/>
                          </a:rPr>
                        </m:ctrlPr>
                      </m:boxPr>
                      <m:e>
                        <m:argPr>
                          <m:argSz m:val="-1"/>
                        </m:argP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e>
                    </m:box>
                  </m:oMath>
                </a14:m>
                <a:r>
                  <a:rPr lang="en-US" sz="2400" i="1" dirty="0"/>
                  <a:t>.</a:t>
                </a:r>
              </a:p>
            </p:txBody>
          </p:sp>
        </mc:Choice>
        <mc:Fallback xmlns="">
          <p:sp>
            <p:nvSpPr>
              <p:cNvPr id="6" name="TextBox 5">
                <a:extLst>
                  <a:ext uri="{FF2B5EF4-FFF2-40B4-BE49-F238E27FC236}">
                    <a16:creationId xmlns:a16="http://schemas.microsoft.com/office/drawing/2014/main" id="{1586668B-350B-1B42-79BA-7B679526D353}"/>
                  </a:ext>
                </a:extLst>
              </p:cNvPr>
              <p:cNvSpPr txBox="1">
                <a:spLocks noRot="1" noChangeAspect="1" noMove="1" noResize="1" noEditPoints="1" noAdjustHandles="1" noChangeArrowheads="1" noChangeShapeType="1" noTextEdit="1"/>
              </p:cNvSpPr>
              <p:nvPr/>
            </p:nvSpPr>
            <p:spPr>
              <a:xfrm>
                <a:off x="4558553" y="2587970"/>
                <a:ext cx="6844554" cy="1272271"/>
              </a:xfrm>
              <a:prstGeom prst="rect">
                <a:avLst/>
              </a:prstGeom>
              <a:blipFill>
                <a:blip r:embed="rId4"/>
                <a:stretch>
                  <a:fillRect l="-1332" t="-3318" b="-6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812922B-B0AF-8822-39A9-1C6AA1EF75A6}"/>
                  </a:ext>
                </a:extLst>
              </p:cNvPr>
              <p:cNvSpPr txBox="1"/>
              <p:nvPr/>
            </p:nvSpPr>
            <p:spPr>
              <a:xfrm>
                <a:off x="591671" y="4265143"/>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𝑞</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𝑁</m:t>
                        </m:r>
                      </m:sub>
                    </m:sSub>
                  </m:oMath>
                </a14:m>
                <a:r>
                  <a:rPr lang="en-US" dirty="0"/>
                  <a:t>.</a:t>
                </a:r>
              </a:p>
            </p:txBody>
          </p:sp>
        </mc:Choice>
        <mc:Fallback xmlns="">
          <p:sp>
            <p:nvSpPr>
              <p:cNvPr id="7" name="TextBox 6">
                <a:extLst>
                  <a:ext uri="{FF2B5EF4-FFF2-40B4-BE49-F238E27FC236}">
                    <a16:creationId xmlns:a16="http://schemas.microsoft.com/office/drawing/2014/main" id="{1812922B-B0AF-8822-39A9-1C6AA1EF75A6}"/>
                  </a:ext>
                </a:extLst>
              </p:cNvPr>
              <p:cNvSpPr txBox="1">
                <a:spLocks noRot="1" noChangeAspect="1" noMove="1" noResize="1" noEditPoints="1" noAdjustHandles="1" noChangeArrowheads="1" noChangeShapeType="1" noTextEdit="1"/>
              </p:cNvSpPr>
              <p:nvPr/>
            </p:nvSpPr>
            <p:spPr>
              <a:xfrm>
                <a:off x="591671" y="4265143"/>
                <a:ext cx="3307976" cy="1200329"/>
              </a:xfrm>
              <a:prstGeom prst="rect">
                <a:avLst/>
              </a:prstGeom>
              <a:blipFill>
                <a:blip r:embed="rId5"/>
                <a:stretch>
                  <a:fillRect l="-1473" t="-3046" b="-7107"/>
                </a:stretch>
              </a:blipFill>
            </p:spPr>
            <p:txBody>
              <a:bodyPr/>
              <a:lstStyle/>
              <a:p>
                <a:r>
                  <a:rPr lang="en-US">
                    <a:noFill/>
                  </a:rPr>
                  <a:t> </a:t>
                </a:r>
              </a:p>
            </p:txBody>
          </p:sp>
        </mc:Fallback>
      </mc:AlternateContent>
      <p:pic>
        <p:nvPicPr>
          <p:cNvPr id="8" name="Camera 7">
            <a:extLst>
              <a:ext uri="{FF2B5EF4-FFF2-40B4-BE49-F238E27FC236}">
                <a16:creationId xmlns:a16="http://schemas.microsoft.com/office/drawing/2014/main" id="{B2F0C36C-7694-9785-1E49-6CDCCD66FE66}"/>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437298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86577-688B-5583-F368-DE67E32463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835BB0-67C5-84AF-5E42-7A94C88DC74A}"/>
              </a:ext>
            </a:extLst>
          </p:cNvPr>
          <p:cNvSpPr txBox="1"/>
          <p:nvPr/>
        </p:nvSpPr>
        <p:spPr>
          <a:xfrm>
            <a:off x="2832847" y="242047"/>
            <a:ext cx="622150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800" dirty="0">
                <a:solidFill>
                  <a:sysClr val="windowText" lastClr="000000"/>
                </a:solidFill>
              </a:rPr>
              <a:t>Choosing Between Distributions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7FAB7C7-AEB0-5AFB-9480-5669CE790DE5}"/>
                  </a:ext>
                </a:extLst>
              </p:cNvPr>
              <p:cNvSpPr txBox="1"/>
              <p:nvPr/>
            </p:nvSpPr>
            <p:spPr>
              <a:xfrm>
                <a:off x="591671" y="1416424"/>
                <a:ext cx="3307976" cy="646331"/>
              </a:xfrm>
              <a:prstGeom prst="rect">
                <a:avLst/>
              </a:prstGeom>
              <a:noFill/>
            </p:spPr>
            <p:txBody>
              <a:bodyPr wrap="square" rtlCol="0">
                <a:spAutoFit/>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r>
                  <a:rPr lang="en-US" dirty="0"/>
                  <a:t> be a set of possible utility levels.</a:t>
                </a:r>
              </a:p>
            </p:txBody>
          </p:sp>
        </mc:Choice>
        <mc:Fallback xmlns="">
          <p:sp>
            <p:nvSpPr>
              <p:cNvPr id="3" name="TextBox 2">
                <a:extLst>
                  <a:ext uri="{FF2B5EF4-FFF2-40B4-BE49-F238E27FC236}">
                    <a16:creationId xmlns:a16="http://schemas.microsoft.com/office/drawing/2014/main" id="{77FAB7C7-AEB0-5AFB-9480-5669CE790DE5}"/>
                  </a:ext>
                </a:extLst>
              </p:cNvPr>
              <p:cNvSpPr txBox="1">
                <a:spLocks noRot="1" noChangeAspect="1" noMove="1" noResize="1" noEditPoints="1" noAdjustHandles="1" noChangeArrowheads="1" noChangeShapeType="1" noTextEdit="1"/>
              </p:cNvSpPr>
              <p:nvPr/>
            </p:nvSpPr>
            <p:spPr>
              <a:xfrm>
                <a:off x="591671" y="1416424"/>
                <a:ext cx="3307976" cy="646331"/>
              </a:xfrm>
              <a:prstGeom prst="rect">
                <a:avLst/>
              </a:prstGeom>
              <a:blipFill>
                <a:blip r:embed="rId2"/>
                <a:stretch>
                  <a:fillRect l="-1473" t="-4717" b="-1415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FCD0669-31AD-E400-2CC1-BE14710CD0ED}"/>
              </a:ext>
            </a:extLst>
          </p:cNvPr>
          <p:cNvSpPr txBox="1"/>
          <p:nvPr/>
        </p:nvSpPr>
        <p:spPr>
          <a:xfrm>
            <a:off x="4558553" y="1324090"/>
            <a:ext cx="6844554" cy="83099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400" b="1" i="1" dirty="0"/>
              <a:t>Example:</a:t>
            </a:r>
            <a:r>
              <a:rPr lang="en-US" sz="2400" i="1" dirty="0"/>
              <a:t> If the mayor is re-elected, her utility level is 1.  If the mayor is not re-elected her utility level is 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43CE083-617E-D056-7C9E-FEF58D541052}"/>
                  </a:ext>
                </a:extLst>
              </p:cNvPr>
              <p:cNvSpPr txBox="1"/>
              <p:nvPr/>
            </p:nvSpPr>
            <p:spPr>
              <a:xfrm>
                <a:off x="591671" y="2587970"/>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𝑝</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oMath>
                </a14:m>
                <a:r>
                  <a:rPr lang="en-US" dirty="0"/>
                  <a:t>.</a:t>
                </a:r>
              </a:p>
            </p:txBody>
          </p:sp>
        </mc:Choice>
        <mc:Fallback xmlns="">
          <p:sp>
            <p:nvSpPr>
              <p:cNvPr id="5" name="TextBox 4">
                <a:extLst>
                  <a:ext uri="{FF2B5EF4-FFF2-40B4-BE49-F238E27FC236}">
                    <a16:creationId xmlns:a16="http://schemas.microsoft.com/office/drawing/2014/main" id="{543CE083-617E-D056-7C9E-FEF58D541052}"/>
                  </a:ext>
                </a:extLst>
              </p:cNvPr>
              <p:cNvSpPr txBox="1">
                <a:spLocks noRot="1" noChangeAspect="1" noMove="1" noResize="1" noEditPoints="1" noAdjustHandles="1" noChangeArrowheads="1" noChangeShapeType="1" noTextEdit="1"/>
              </p:cNvSpPr>
              <p:nvPr/>
            </p:nvSpPr>
            <p:spPr>
              <a:xfrm>
                <a:off x="591671" y="2587970"/>
                <a:ext cx="3307976" cy="1200329"/>
              </a:xfrm>
              <a:prstGeom prst="rect">
                <a:avLst/>
              </a:prstGeom>
              <a:blipFill>
                <a:blip r:embed="rId3"/>
                <a:stretch>
                  <a:fillRect l="-1473" t="-3061" b="-76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F666D5-7846-5F22-1C0B-86A65C434685}"/>
                  </a:ext>
                </a:extLst>
              </p:cNvPr>
              <p:cNvSpPr txBox="1"/>
              <p:nvPr/>
            </p:nvSpPr>
            <p:spPr>
              <a:xfrm>
                <a:off x="4558553" y="2587970"/>
                <a:ext cx="6844554" cy="127227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2400" b="1" i="1" dirty="0"/>
                  <a:t>Example:</a:t>
                </a:r>
                <a:r>
                  <a:rPr lang="en-US" sz="2400" i="1" dirty="0"/>
                  <a:t> If the mayor builds a short seawall, she gets utility level 1 with probability </a:t>
                </a:r>
                <a14:m>
                  <m:oMath xmlns:m="http://schemas.openxmlformats.org/officeDocument/2006/math">
                    <m:box>
                      <m:boxPr>
                        <m:ctrlPr>
                          <a:rPr lang="en-US" sz="2400" i="1" smtClean="0">
                            <a:latin typeface="Cambria Math" panose="02040503050406030204" pitchFamily="18" charset="0"/>
                          </a:rPr>
                        </m:ctrlPr>
                      </m:boxPr>
                      <m:e>
                        <m:argPr>
                          <m:argSz m:val="-1"/>
                        </m:argP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e>
                    </m:box>
                  </m:oMath>
                </a14:m>
                <a:r>
                  <a:rPr lang="en-US" sz="2400" i="1" dirty="0"/>
                  <a:t> and utility level 0 with probability </a:t>
                </a:r>
                <a14:m>
                  <m:oMath xmlns:m="http://schemas.openxmlformats.org/officeDocument/2006/math">
                    <m:box>
                      <m:boxPr>
                        <m:ctrlPr>
                          <a:rPr lang="en-US" sz="2400" i="1" smtClean="0">
                            <a:latin typeface="Cambria Math" panose="02040503050406030204" pitchFamily="18" charset="0"/>
                          </a:rPr>
                        </m:ctrlPr>
                      </m:boxPr>
                      <m:e>
                        <m:argPr>
                          <m:argSz m:val="-1"/>
                        </m:argP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e>
                    </m:box>
                  </m:oMath>
                </a14:m>
                <a:r>
                  <a:rPr lang="en-US" sz="2400" i="1" dirty="0"/>
                  <a:t>.</a:t>
                </a:r>
              </a:p>
            </p:txBody>
          </p:sp>
        </mc:Choice>
        <mc:Fallback xmlns="">
          <p:sp>
            <p:nvSpPr>
              <p:cNvPr id="6" name="TextBox 5">
                <a:extLst>
                  <a:ext uri="{FF2B5EF4-FFF2-40B4-BE49-F238E27FC236}">
                    <a16:creationId xmlns:a16="http://schemas.microsoft.com/office/drawing/2014/main" id="{90F666D5-7846-5F22-1C0B-86A65C434685}"/>
                  </a:ext>
                </a:extLst>
              </p:cNvPr>
              <p:cNvSpPr txBox="1">
                <a:spLocks noRot="1" noChangeAspect="1" noMove="1" noResize="1" noEditPoints="1" noAdjustHandles="1" noChangeArrowheads="1" noChangeShapeType="1" noTextEdit="1"/>
              </p:cNvSpPr>
              <p:nvPr/>
            </p:nvSpPr>
            <p:spPr>
              <a:xfrm>
                <a:off x="4558553" y="2587970"/>
                <a:ext cx="6844554" cy="1272271"/>
              </a:xfrm>
              <a:prstGeom prst="rect">
                <a:avLst/>
              </a:prstGeom>
              <a:blipFill>
                <a:blip r:embed="rId4"/>
                <a:stretch>
                  <a:fillRect l="-1332" t="-3318" b="-6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AFC2E26-B80E-703B-1AD1-64626DC2B028}"/>
                  </a:ext>
                </a:extLst>
              </p:cNvPr>
              <p:cNvSpPr txBox="1"/>
              <p:nvPr/>
            </p:nvSpPr>
            <p:spPr>
              <a:xfrm>
                <a:off x="591671" y="4265143"/>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𝑞</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𝑁</m:t>
                        </m:r>
                      </m:sub>
                    </m:sSub>
                  </m:oMath>
                </a14:m>
                <a:r>
                  <a:rPr lang="en-US" dirty="0"/>
                  <a:t>.</a:t>
                </a:r>
              </a:p>
            </p:txBody>
          </p:sp>
        </mc:Choice>
        <mc:Fallback xmlns="">
          <p:sp>
            <p:nvSpPr>
              <p:cNvPr id="7" name="TextBox 6">
                <a:extLst>
                  <a:ext uri="{FF2B5EF4-FFF2-40B4-BE49-F238E27FC236}">
                    <a16:creationId xmlns:a16="http://schemas.microsoft.com/office/drawing/2014/main" id="{9AFC2E26-B80E-703B-1AD1-64626DC2B028}"/>
                  </a:ext>
                </a:extLst>
              </p:cNvPr>
              <p:cNvSpPr txBox="1">
                <a:spLocks noRot="1" noChangeAspect="1" noMove="1" noResize="1" noEditPoints="1" noAdjustHandles="1" noChangeArrowheads="1" noChangeShapeType="1" noTextEdit="1"/>
              </p:cNvSpPr>
              <p:nvPr/>
            </p:nvSpPr>
            <p:spPr>
              <a:xfrm>
                <a:off x="591671" y="4265143"/>
                <a:ext cx="3307976" cy="1200329"/>
              </a:xfrm>
              <a:prstGeom prst="rect">
                <a:avLst/>
              </a:prstGeom>
              <a:blipFill>
                <a:blip r:embed="rId5"/>
                <a:stretch>
                  <a:fillRect l="-1473" t="-3046"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C92C500-0980-91A1-DA24-BDEDE7B2D870}"/>
                  </a:ext>
                </a:extLst>
              </p:cNvPr>
              <p:cNvSpPr txBox="1"/>
              <p:nvPr/>
            </p:nvSpPr>
            <p:spPr>
              <a:xfrm>
                <a:off x="4558553" y="4193201"/>
                <a:ext cx="6844554" cy="130208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2400" b="1" i="1" dirty="0"/>
                  <a:t>Example:</a:t>
                </a:r>
                <a:r>
                  <a:rPr lang="en-US" sz="2400" i="1" dirty="0"/>
                  <a:t> If the mayor builds a tall seawall, she gets utility level 1 with probability </a:t>
                </a:r>
                <a14:m>
                  <m:oMath xmlns:m="http://schemas.openxmlformats.org/officeDocument/2006/math">
                    <m:box>
                      <m:boxPr>
                        <m:ctrlPr>
                          <a:rPr lang="en-US" sz="2400" i="1" smtClean="0">
                            <a:latin typeface="Cambria Math" panose="02040503050406030204" pitchFamily="18" charset="0"/>
                          </a:rPr>
                        </m:ctrlPr>
                      </m:boxPr>
                      <m:e>
                        <m:argPr>
                          <m:argSz m:val="-1"/>
                        </m:argPr>
                        <m:f>
                          <m:fPr>
                            <m:ctrlPr>
                              <a:rPr lang="en-US" sz="2400" i="1" smtClean="0">
                                <a:latin typeface="Cambria Math" panose="02040503050406030204" pitchFamily="18" charset="0"/>
                              </a:rPr>
                            </m:ctrlPr>
                          </m:fPr>
                          <m:num>
                            <m:r>
                              <a:rPr lang="en-US" sz="2400" b="0" i="1" smtClean="0">
                                <a:latin typeface="Cambria Math" panose="02040503050406030204" pitchFamily="18" charset="0"/>
                              </a:rPr>
                              <m:t>81</m:t>
                            </m:r>
                          </m:num>
                          <m:den>
                            <m:r>
                              <a:rPr lang="en-US" sz="2400" b="0" i="1" smtClean="0">
                                <a:latin typeface="Cambria Math" panose="02040503050406030204" pitchFamily="18" charset="0"/>
                              </a:rPr>
                              <m:t>160</m:t>
                            </m:r>
                          </m:den>
                        </m:f>
                      </m:e>
                    </m:box>
                  </m:oMath>
                </a14:m>
                <a:r>
                  <a:rPr lang="en-US" sz="2400" i="1" dirty="0"/>
                  <a:t> and utility level 0 with probability </a:t>
                </a:r>
                <a14:m>
                  <m:oMath xmlns:m="http://schemas.openxmlformats.org/officeDocument/2006/math">
                    <m:box>
                      <m:boxPr>
                        <m:ctrlPr>
                          <a:rPr lang="en-US" sz="2400" i="1" smtClean="0">
                            <a:latin typeface="Cambria Math" panose="02040503050406030204" pitchFamily="18" charset="0"/>
                          </a:rPr>
                        </m:ctrlPr>
                      </m:boxPr>
                      <m:e>
                        <m:argPr>
                          <m:argSz m:val="-1"/>
                        </m:argPr>
                        <m:f>
                          <m:fPr>
                            <m:ctrlPr>
                              <a:rPr lang="en-US" sz="2400" i="1" smtClean="0">
                                <a:latin typeface="Cambria Math" panose="02040503050406030204" pitchFamily="18" charset="0"/>
                              </a:rPr>
                            </m:ctrlPr>
                          </m:fPr>
                          <m:num>
                            <m:r>
                              <a:rPr lang="en-US" sz="2400" b="0" i="1" smtClean="0">
                                <a:latin typeface="Cambria Math" panose="02040503050406030204" pitchFamily="18" charset="0"/>
                              </a:rPr>
                              <m:t>79</m:t>
                            </m:r>
                          </m:num>
                          <m:den>
                            <m:r>
                              <a:rPr lang="en-US" sz="2400" b="0" i="1" smtClean="0">
                                <a:latin typeface="Cambria Math" panose="02040503050406030204" pitchFamily="18" charset="0"/>
                              </a:rPr>
                              <m:t>160</m:t>
                            </m:r>
                          </m:den>
                        </m:f>
                      </m:e>
                    </m:box>
                  </m:oMath>
                </a14:m>
                <a:r>
                  <a:rPr lang="en-US" sz="2400" i="1" dirty="0"/>
                  <a:t>.</a:t>
                </a:r>
              </a:p>
            </p:txBody>
          </p:sp>
        </mc:Choice>
        <mc:Fallback xmlns="">
          <p:sp>
            <p:nvSpPr>
              <p:cNvPr id="8" name="TextBox 7">
                <a:extLst>
                  <a:ext uri="{FF2B5EF4-FFF2-40B4-BE49-F238E27FC236}">
                    <a16:creationId xmlns:a16="http://schemas.microsoft.com/office/drawing/2014/main" id="{7C92C500-0980-91A1-DA24-BDEDE7B2D870}"/>
                  </a:ext>
                </a:extLst>
              </p:cNvPr>
              <p:cNvSpPr txBox="1">
                <a:spLocks noRot="1" noChangeAspect="1" noMove="1" noResize="1" noEditPoints="1" noAdjustHandles="1" noChangeArrowheads="1" noChangeShapeType="1" noTextEdit="1"/>
              </p:cNvSpPr>
              <p:nvPr/>
            </p:nvSpPr>
            <p:spPr>
              <a:xfrm>
                <a:off x="4558553" y="4193201"/>
                <a:ext cx="6844554" cy="1302088"/>
              </a:xfrm>
              <a:prstGeom prst="rect">
                <a:avLst/>
              </a:prstGeom>
              <a:blipFill>
                <a:blip r:embed="rId6"/>
                <a:stretch>
                  <a:fillRect l="-1332" t="-3241" b="-4630"/>
                </a:stretch>
              </a:blipFill>
            </p:spPr>
            <p:txBody>
              <a:bodyPr/>
              <a:lstStyle/>
              <a:p>
                <a:r>
                  <a:rPr lang="en-US">
                    <a:noFill/>
                  </a:rPr>
                  <a:t> </a:t>
                </a:r>
              </a:p>
            </p:txBody>
          </p:sp>
        </mc:Fallback>
      </mc:AlternateContent>
      <p:pic>
        <p:nvPicPr>
          <p:cNvPr id="9" name="Camera 8">
            <a:extLst>
              <a:ext uri="{FF2B5EF4-FFF2-40B4-BE49-F238E27FC236}">
                <a16:creationId xmlns:a16="http://schemas.microsoft.com/office/drawing/2014/main" id="{6ED7F28A-D520-081C-7084-7304BFE1DF3A}"/>
              </a:ext>
            </a:extLst>
          </p:cNvPr>
          <p:cNvPicPr>
            <a:picLocks noChangeAspect="1"/>
            <a:extLst>
              <a:ext uri="{51228E76-BA90-4043-B771-695A4F85340A}">
                <alf:liveFeedProps xmlns:alf="http://schemas.microsoft.com/office/drawing/2021/livefeed"/>
              </a:ext>
            </a:extLst>
          </p:cNvPicPr>
          <p:nvPr/>
        </p:nvPicPr>
        <p:blipFill>
          <a:blip r:embed="rId7">
            <a:extLst>
              <a:ext uri="{96DAC541-7B7A-43D3-8B79-37D633B846F1}">
                <asvg:svgBlip xmlns:asvg="http://schemas.microsoft.com/office/drawing/2016/SVG/main" r:embed="rId8"/>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0106278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B79B6-3D6D-DAD9-EB2A-A474DC6F3F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DBBF20-C8A4-7562-FFCC-80245EB8E266}"/>
              </a:ext>
            </a:extLst>
          </p:cNvPr>
          <p:cNvSpPr txBox="1"/>
          <p:nvPr/>
        </p:nvSpPr>
        <p:spPr>
          <a:xfrm>
            <a:off x="2832847" y="242047"/>
            <a:ext cx="622150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800" dirty="0">
                <a:solidFill>
                  <a:sysClr val="windowText" lastClr="000000"/>
                </a:solidFill>
              </a:rPr>
              <a:t>Choosing Between Distributions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A04DF34-2342-3E40-744A-75BED85B1119}"/>
                  </a:ext>
                </a:extLst>
              </p:cNvPr>
              <p:cNvSpPr txBox="1"/>
              <p:nvPr/>
            </p:nvSpPr>
            <p:spPr>
              <a:xfrm>
                <a:off x="591671" y="1416424"/>
                <a:ext cx="3307976" cy="646331"/>
              </a:xfrm>
              <a:prstGeom prst="rect">
                <a:avLst/>
              </a:prstGeom>
              <a:noFill/>
            </p:spPr>
            <p:txBody>
              <a:bodyPr wrap="square" rtlCol="0">
                <a:spAutoFit/>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r>
                  <a:rPr lang="en-US" dirty="0"/>
                  <a:t> be a set of possible utility levels.</a:t>
                </a:r>
              </a:p>
            </p:txBody>
          </p:sp>
        </mc:Choice>
        <mc:Fallback xmlns="">
          <p:sp>
            <p:nvSpPr>
              <p:cNvPr id="3" name="TextBox 2">
                <a:extLst>
                  <a:ext uri="{FF2B5EF4-FFF2-40B4-BE49-F238E27FC236}">
                    <a16:creationId xmlns:a16="http://schemas.microsoft.com/office/drawing/2014/main" id="{2A04DF34-2342-3E40-744A-75BED85B1119}"/>
                  </a:ext>
                </a:extLst>
              </p:cNvPr>
              <p:cNvSpPr txBox="1">
                <a:spLocks noRot="1" noChangeAspect="1" noMove="1" noResize="1" noEditPoints="1" noAdjustHandles="1" noChangeArrowheads="1" noChangeShapeType="1" noTextEdit="1"/>
              </p:cNvSpPr>
              <p:nvPr/>
            </p:nvSpPr>
            <p:spPr>
              <a:xfrm>
                <a:off x="591671" y="1416424"/>
                <a:ext cx="3307976" cy="646331"/>
              </a:xfrm>
              <a:prstGeom prst="rect">
                <a:avLst/>
              </a:prstGeom>
              <a:blipFill>
                <a:blip r:embed="rId2"/>
                <a:stretch>
                  <a:fillRect l="-1473"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206D83E-226E-1995-7788-080DF02A4DAC}"/>
                  </a:ext>
                </a:extLst>
              </p:cNvPr>
              <p:cNvSpPr txBox="1"/>
              <p:nvPr/>
            </p:nvSpPr>
            <p:spPr>
              <a:xfrm>
                <a:off x="591671" y="2587970"/>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𝑝</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oMath>
                </a14:m>
                <a:r>
                  <a:rPr lang="en-US" dirty="0"/>
                  <a:t>.</a:t>
                </a:r>
              </a:p>
            </p:txBody>
          </p:sp>
        </mc:Choice>
        <mc:Fallback xmlns="">
          <p:sp>
            <p:nvSpPr>
              <p:cNvPr id="5" name="TextBox 4">
                <a:extLst>
                  <a:ext uri="{FF2B5EF4-FFF2-40B4-BE49-F238E27FC236}">
                    <a16:creationId xmlns:a16="http://schemas.microsoft.com/office/drawing/2014/main" id="{1206D83E-226E-1995-7788-080DF02A4DAC}"/>
                  </a:ext>
                </a:extLst>
              </p:cNvPr>
              <p:cNvSpPr txBox="1">
                <a:spLocks noRot="1" noChangeAspect="1" noMove="1" noResize="1" noEditPoints="1" noAdjustHandles="1" noChangeArrowheads="1" noChangeShapeType="1" noTextEdit="1"/>
              </p:cNvSpPr>
              <p:nvPr/>
            </p:nvSpPr>
            <p:spPr>
              <a:xfrm>
                <a:off x="591671" y="2587970"/>
                <a:ext cx="3307976" cy="1200329"/>
              </a:xfrm>
              <a:prstGeom prst="rect">
                <a:avLst/>
              </a:prstGeom>
              <a:blipFill>
                <a:blip r:embed="rId3"/>
                <a:stretch>
                  <a:fillRect l="-1473" t="-3061" b="-76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7F82CDA-EC7E-74BB-1F55-50550E8931D6}"/>
                  </a:ext>
                </a:extLst>
              </p:cNvPr>
              <p:cNvSpPr txBox="1"/>
              <p:nvPr/>
            </p:nvSpPr>
            <p:spPr>
              <a:xfrm>
                <a:off x="591671" y="4265143"/>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𝑞</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𝑁</m:t>
                        </m:r>
                      </m:sub>
                    </m:sSub>
                  </m:oMath>
                </a14:m>
                <a:r>
                  <a:rPr lang="en-US" dirty="0"/>
                  <a:t>.</a:t>
                </a:r>
              </a:p>
            </p:txBody>
          </p:sp>
        </mc:Choice>
        <mc:Fallback xmlns="">
          <p:sp>
            <p:nvSpPr>
              <p:cNvPr id="7" name="TextBox 6">
                <a:extLst>
                  <a:ext uri="{FF2B5EF4-FFF2-40B4-BE49-F238E27FC236}">
                    <a16:creationId xmlns:a16="http://schemas.microsoft.com/office/drawing/2014/main" id="{47F82CDA-EC7E-74BB-1F55-50550E8931D6}"/>
                  </a:ext>
                </a:extLst>
              </p:cNvPr>
              <p:cNvSpPr txBox="1">
                <a:spLocks noRot="1" noChangeAspect="1" noMove="1" noResize="1" noEditPoints="1" noAdjustHandles="1" noChangeArrowheads="1" noChangeShapeType="1" noTextEdit="1"/>
              </p:cNvSpPr>
              <p:nvPr/>
            </p:nvSpPr>
            <p:spPr>
              <a:xfrm>
                <a:off x="591671" y="4265143"/>
                <a:ext cx="3307976" cy="1200329"/>
              </a:xfrm>
              <a:prstGeom prst="rect">
                <a:avLst/>
              </a:prstGeom>
              <a:blipFill>
                <a:blip r:embed="rId4"/>
                <a:stretch>
                  <a:fillRect l="-1473" t="-3046"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FA8B20B-6A3F-9EF1-437F-75619D2C624A}"/>
                  </a:ext>
                </a:extLst>
              </p:cNvPr>
              <p:cNvSpPr txBox="1"/>
              <p:nvPr/>
            </p:nvSpPr>
            <p:spPr>
              <a:xfrm>
                <a:off x="4831976" y="1440161"/>
                <a:ext cx="4930588" cy="646331"/>
              </a:xfrm>
              <a:prstGeom prst="rect">
                <a:avLst/>
              </a:prstGeom>
              <a:noFill/>
            </p:spPr>
            <p:txBody>
              <a:bodyPr wrap="square" rtlCol="0">
                <a:spAutoFit/>
              </a:bodyPr>
              <a:lstStyle/>
              <a:p>
                <a:r>
                  <a:rPr lang="en-US" dirty="0"/>
                  <a:t>Define the </a:t>
                </a:r>
                <a:r>
                  <a:rPr lang="en-US" i="1" dirty="0"/>
                  <a:t>expected utility </a:t>
                </a:r>
                <a:r>
                  <a:rPr lang="en-US" dirty="0"/>
                  <a:t>of the distribution </a:t>
                </a:r>
                <a14:m>
                  <m:oMath xmlns:m="http://schemas.openxmlformats.org/officeDocument/2006/math">
                    <m:r>
                      <a:rPr lang="en-US" b="0" i="1" smtClean="0">
                        <a:latin typeface="Cambria Math" panose="02040503050406030204" pitchFamily="18" charset="0"/>
                      </a:rPr>
                      <m:t>𝑝</m:t>
                    </m:r>
                  </m:oMath>
                </a14:m>
                <a:r>
                  <a:rPr lang="en-US" dirty="0"/>
                  <a:t> as</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m:oMathPara>
                </a14:m>
                <a:endParaRPr lang="en-US" dirty="0"/>
              </a:p>
            </p:txBody>
          </p:sp>
        </mc:Choice>
        <mc:Fallback xmlns="">
          <p:sp>
            <p:nvSpPr>
              <p:cNvPr id="9" name="TextBox 8">
                <a:extLst>
                  <a:ext uri="{FF2B5EF4-FFF2-40B4-BE49-F238E27FC236}">
                    <a16:creationId xmlns:a16="http://schemas.microsoft.com/office/drawing/2014/main" id="{DFA8B20B-6A3F-9EF1-437F-75619D2C624A}"/>
                  </a:ext>
                </a:extLst>
              </p:cNvPr>
              <p:cNvSpPr txBox="1">
                <a:spLocks noRot="1" noChangeAspect="1" noMove="1" noResize="1" noEditPoints="1" noAdjustHandles="1" noChangeArrowheads="1" noChangeShapeType="1" noTextEdit="1"/>
              </p:cNvSpPr>
              <p:nvPr/>
            </p:nvSpPr>
            <p:spPr>
              <a:xfrm>
                <a:off x="4831976" y="1440161"/>
                <a:ext cx="4930588" cy="646331"/>
              </a:xfrm>
              <a:prstGeom prst="rect">
                <a:avLst/>
              </a:prstGeom>
              <a:blipFill>
                <a:blip r:embed="rId5"/>
                <a:stretch>
                  <a:fillRect l="-1114" t="-5660" b="-47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7FFA0EA-60CB-BEC0-1C3E-66DB838E5B7A}"/>
                  </a:ext>
                </a:extLst>
              </p:cNvPr>
              <p:cNvSpPr txBox="1"/>
              <p:nvPr/>
            </p:nvSpPr>
            <p:spPr>
              <a:xfrm>
                <a:off x="4831976" y="2196690"/>
                <a:ext cx="5576048" cy="646331"/>
              </a:xfrm>
              <a:prstGeom prst="rect">
                <a:avLst/>
              </a:prstGeom>
              <a:noFill/>
            </p:spPr>
            <p:txBody>
              <a:bodyPr wrap="square" rtlCol="0">
                <a:spAutoFit/>
              </a:bodyPr>
              <a:lstStyle/>
              <a:p>
                <a:r>
                  <a:rPr lang="en-US" dirty="0"/>
                  <a:t>And similarly, the </a:t>
                </a:r>
                <a:r>
                  <a:rPr lang="en-US" i="1" dirty="0"/>
                  <a:t>expected utility </a:t>
                </a:r>
                <a:r>
                  <a:rPr lang="en-US" dirty="0"/>
                  <a:t>of the distribution </a:t>
                </a:r>
                <a14:m>
                  <m:oMath xmlns:m="http://schemas.openxmlformats.org/officeDocument/2006/math">
                    <m:r>
                      <a:rPr lang="en-US" b="0" i="1" smtClean="0">
                        <a:latin typeface="Cambria Math" panose="02040503050406030204" pitchFamily="18" charset="0"/>
                      </a:rPr>
                      <m:t>𝑞</m:t>
                    </m:r>
                  </m:oMath>
                </a14:m>
                <a:r>
                  <a:rPr lang="en-US" dirty="0"/>
                  <a:t> as</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m:oMathPara>
                </a14:m>
                <a:endParaRPr lang="en-US" dirty="0"/>
              </a:p>
            </p:txBody>
          </p:sp>
        </mc:Choice>
        <mc:Fallback xmlns="">
          <p:sp>
            <p:nvSpPr>
              <p:cNvPr id="10" name="TextBox 9">
                <a:extLst>
                  <a:ext uri="{FF2B5EF4-FFF2-40B4-BE49-F238E27FC236}">
                    <a16:creationId xmlns:a16="http://schemas.microsoft.com/office/drawing/2014/main" id="{57FFA0EA-60CB-BEC0-1C3E-66DB838E5B7A}"/>
                  </a:ext>
                </a:extLst>
              </p:cNvPr>
              <p:cNvSpPr txBox="1">
                <a:spLocks noRot="1" noChangeAspect="1" noMove="1" noResize="1" noEditPoints="1" noAdjustHandles="1" noChangeArrowheads="1" noChangeShapeType="1" noTextEdit="1"/>
              </p:cNvSpPr>
              <p:nvPr/>
            </p:nvSpPr>
            <p:spPr>
              <a:xfrm>
                <a:off x="4831976" y="2196690"/>
                <a:ext cx="5576048" cy="646331"/>
              </a:xfrm>
              <a:prstGeom prst="rect">
                <a:avLst/>
              </a:prstGeom>
              <a:blipFill>
                <a:blip r:embed="rId6"/>
                <a:stretch>
                  <a:fillRect l="-985" t="-5660" b="-4717"/>
                </a:stretch>
              </a:blipFill>
            </p:spPr>
            <p:txBody>
              <a:bodyPr/>
              <a:lstStyle/>
              <a:p>
                <a:r>
                  <a:rPr lang="en-US">
                    <a:noFill/>
                  </a:rPr>
                  <a:t> </a:t>
                </a:r>
              </a:p>
            </p:txBody>
          </p:sp>
        </mc:Fallback>
      </mc:AlternateContent>
      <p:pic>
        <p:nvPicPr>
          <p:cNvPr id="4" name="Camera 3">
            <a:extLst>
              <a:ext uri="{FF2B5EF4-FFF2-40B4-BE49-F238E27FC236}">
                <a16:creationId xmlns:a16="http://schemas.microsoft.com/office/drawing/2014/main" id="{7424D812-8009-F023-1A86-8B9B7B7D4843}"/>
              </a:ext>
            </a:extLst>
          </p:cNvPr>
          <p:cNvPicPr>
            <a:picLocks noChangeAspect="1"/>
            <a:extLst>
              <a:ext uri="{51228E76-BA90-4043-B771-695A4F85340A}">
                <alf:liveFeedProps xmlns:alf="http://schemas.microsoft.com/office/drawing/2021/livefeed"/>
              </a:ext>
            </a:extLst>
          </p:cNvPicPr>
          <p:nvPr/>
        </p:nvPicPr>
        <p:blipFill>
          <a:blip r:embed="rId7">
            <a:extLst>
              <a:ext uri="{96DAC541-7B7A-43D3-8B79-37D633B846F1}">
                <asvg:svgBlip xmlns:asvg="http://schemas.microsoft.com/office/drawing/2016/SVG/main" r:embed="rId8"/>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84654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D20F8-E621-4ABF-89C7-EE2E871483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DC162E-0E78-973D-4FE2-39B12501D63F}"/>
              </a:ext>
            </a:extLst>
          </p:cNvPr>
          <p:cNvSpPr txBox="1"/>
          <p:nvPr/>
        </p:nvSpPr>
        <p:spPr>
          <a:xfrm>
            <a:off x="2832847" y="242047"/>
            <a:ext cx="622150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800" dirty="0">
                <a:solidFill>
                  <a:sysClr val="windowText" lastClr="000000"/>
                </a:solidFill>
              </a:rPr>
              <a:t>Choosing Between Distributions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F677443-35CF-D8CF-E771-06400147BF99}"/>
                  </a:ext>
                </a:extLst>
              </p:cNvPr>
              <p:cNvSpPr txBox="1"/>
              <p:nvPr/>
            </p:nvSpPr>
            <p:spPr>
              <a:xfrm>
                <a:off x="591671" y="1416424"/>
                <a:ext cx="3307976" cy="646331"/>
              </a:xfrm>
              <a:prstGeom prst="rect">
                <a:avLst/>
              </a:prstGeom>
              <a:noFill/>
            </p:spPr>
            <p:txBody>
              <a:bodyPr wrap="square" rtlCol="0">
                <a:spAutoFit/>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r>
                  <a:rPr lang="en-US" dirty="0"/>
                  <a:t> be a set of possible utility levels.</a:t>
                </a:r>
              </a:p>
            </p:txBody>
          </p:sp>
        </mc:Choice>
        <mc:Fallback xmlns="">
          <p:sp>
            <p:nvSpPr>
              <p:cNvPr id="3" name="TextBox 2">
                <a:extLst>
                  <a:ext uri="{FF2B5EF4-FFF2-40B4-BE49-F238E27FC236}">
                    <a16:creationId xmlns:a16="http://schemas.microsoft.com/office/drawing/2014/main" id="{9F677443-35CF-D8CF-E771-06400147BF99}"/>
                  </a:ext>
                </a:extLst>
              </p:cNvPr>
              <p:cNvSpPr txBox="1">
                <a:spLocks noRot="1" noChangeAspect="1" noMove="1" noResize="1" noEditPoints="1" noAdjustHandles="1" noChangeArrowheads="1" noChangeShapeType="1" noTextEdit="1"/>
              </p:cNvSpPr>
              <p:nvPr/>
            </p:nvSpPr>
            <p:spPr>
              <a:xfrm>
                <a:off x="591671" y="1416424"/>
                <a:ext cx="3307976" cy="646331"/>
              </a:xfrm>
              <a:prstGeom prst="rect">
                <a:avLst/>
              </a:prstGeom>
              <a:blipFill>
                <a:blip r:embed="rId2"/>
                <a:stretch>
                  <a:fillRect l="-1473"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D02F9E0-2E78-F6F8-496E-3CA14532FC19}"/>
                  </a:ext>
                </a:extLst>
              </p:cNvPr>
              <p:cNvSpPr txBox="1"/>
              <p:nvPr/>
            </p:nvSpPr>
            <p:spPr>
              <a:xfrm>
                <a:off x="591671" y="2587970"/>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𝑝</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oMath>
                </a14:m>
                <a:r>
                  <a:rPr lang="en-US" dirty="0"/>
                  <a:t>.</a:t>
                </a:r>
              </a:p>
            </p:txBody>
          </p:sp>
        </mc:Choice>
        <mc:Fallback xmlns="">
          <p:sp>
            <p:nvSpPr>
              <p:cNvPr id="5" name="TextBox 4">
                <a:extLst>
                  <a:ext uri="{FF2B5EF4-FFF2-40B4-BE49-F238E27FC236}">
                    <a16:creationId xmlns:a16="http://schemas.microsoft.com/office/drawing/2014/main" id="{AD02F9E0-2E78-F6F8-496E-3CA14532FC19}"/>
                  </a:ext>
                </a:extLst>
              </p:cNvPr>
              <p:cNvSpPr txBox="1">
                <a:spLocks noRot="1" noChangeAspect="1" noMove="1" noResize="1" noEditPoints="1" noAdjustHandles="1" noChangeArrowheads="1" noChangeShapeType="1" noTextEdit="1"/>
              </p:cNvSpPr>
              <p:nvPr/>
            </p:nvSpPr>
            <p:spPr>
              <a:xfrm>
                <a:off x="591671" y="2587970"/>
                <a:ext cx="3307976" cy="1200329"/>
              </a:xfrm>
              <a:prstGeom prst="rect">
                <a:avLst/>
              </a:prstGeom>
              <a:blipFill>
                <a:blip r:embed="rId3"/>
                <a:stretch>
                  <a:fillRect l="-1473" t="-3061" b="-76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7E5CADC-C53B-1C6B-B9F4-238F0BD4528D}"/>
                  </a:ext>
                </a:extLst>
              </p:cNvPr>
              <p:cNvSpPr txBox="1"/>
              <p:nvPr/>
            </p:nvSpPr>
            <p:spPr>
              <a:xfrm>
                <a:off x="591671" y="4265143"/>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𝑞</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𝑁</m:t>
                        </m:r>
                      </m:sub>
                    </m:sSub>
                  </m:oMath>
                </a14:m>
                <a:r>
                  <a:rPr lang="en-US" dirty="0"/>
                  <a:t>.</a:t>
                </a:r>
              </a:p>
            </p:txBody>
          </p:sp>
        </mc:Choice>
        <mc:Fallback xmlns="">
          <p:sp>
            <p:nvSpPr>
              <p:cNvPr id="7" name="TextBox 6">
                <a:extLst>
                  <a:ext uri="{FF2B5EF4-FFF2-40B4-BE49-F238E27FC236}">
                    <a16:creationId xmlns:a16="http://schemas.microsoft.com/office/drawing/2014/main" id="{F7E5CADC-C53B-1C6B-B9F4-238F0BD4528D}"/>
                  </a:ext>
                </a:extLst>
              </p:cNvPr>
              <p:cNvSpPr txBox="1">
                <a:spLocks noRot="1" noChangeAspect="1" noMove="1" noResize="1" noEditPoints="1" noAdjustHandles="1" noChangeArrowheads="1" noChangeShapeType="1" noTextEdit="1"/>
              </p:cNvSpPr>
              <p:nvPr/>
            </p:nvSpPr>
            <p:spPr>
              <a:xfrm>
                <a:off x="591671" y="4265143"/>
                <a:ext cx="3307976" cy="1200329"/>
              </a:xfrm>
              <a:prstGeom prst="rect">
                <a:avLst/>
              </a:prstGeom>
              <a:blipFill>
                <a:blip r:embed="rId4"/>
                <a:stretch>
                  <a:fillRect l="-1473" t="-3046"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6DBEAA3-7603-94E6-C52A-6A89B675154C}"/>
                  </a:ext>
                </a:extLst>
              </p:cNvPr>
              <p:cNvSpPr txBox="1"/>
              <p:nvPr/>
            </p:nvSpPr>
            <p:spPr>
              <a:xfrm>
                <a:off x="4831976" y="1440161"/>
                <a:ext cx="4930588" cy="646331"/>
              </a:xfrm>
              <a:prstGeom prst="rect">
                <a:avLst/>
              </a:prstGeom>
              <a:noFill/>
            </p:spPr>
            <p:txBody>
              <a:bodyPr wrap="square" rtlCol="0">
                <a:spAutoFit/>
              </a:bodyPr>
              <a:lstStyle/>
              <a:p>
                <a:r>
                  <a:rPr lang="en-US" dirty="0"/>
                  <a:t>Define the </a:t>
                </a:r>
                <a:r>
                  <a:rPr lang="en-US" i="1" dirty="0"/>
                  <a:t>expected utility </a:t>
                </a:r>
                <a:r>
                  <a:rPr lang="en-US" dirty="0"/>
                  <a:t>of the distribution </a:t>
                </a:r>
                <a14:m>
                  <m:oMath xmlns:m="http://schemas.openxmlformats.org/officeDocument/2006/math">
                    <m:r>
                      <a:rPr lang="en-US" b="0" i="1" smtClean="0">
                        <a:latin typeface="Cambria Math" panose="02040503050406030204" pitchFamily="18" charset="0"/>
                      </a:rPr>
                      <m:t>𝑝</m:t>
                    </m:r>
                  </m:oMath>
                </a14:m>
                <a:r>
                  <a:rPr lang="en-US" dirty="0"/>
                  <a:t> as</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m:oMathPara>
                </a14:m>
                <a:endParaRPr lang="en-US" dirty="0"/>
              </a:p>
            </p:txBody>
          </p:sp>
        </mc:Choice>
        <mc:Fallback xmlns="">
          <p:sp>
            <p:nvSpPr>
              <p:cNvPr id="9" name="TextBox 8">
                <a:extLst>
                  <a:ext uri="{FF2B5EF4-FFF2-40B4-BE49-F238E27FC236}">
                    <a16:creationId xmlns:a16="http://schemas.microsoft.com/office/drawing/2014/main" id="{76DBEAA3-7603-94E6-C52A-6A89B675154C}"/>
                  </a:ext>
                </a:extLst>
              </p:cNvPr>
              <p:cNvSpPr txBox="1">
                <a:spLocks noRot="1" noChangeAspect="1" noMove="1" noResize="1" noEditPoints="1" noAdjustHandles="1" noChangeArrowheads="1" noChangeShapeType="1" noTextEdit="1"/>
              </p:cNvSpPr>
              <p:nvPr/>
            </p:nvSpPr>
            <p:spPr>
              <a:xfrm>
                <a:off x="4831976" y="1440161"/>
                <a:ext cx="4930588" cy="646331"/>
              </a:xfrm>
              <a:prstGeom prst="rect">
                <a:avLst/>
              </a:prstGeom>
              <a:blipFill>
                <a:blip r:embed="rId5"/>
                <a:stretch>
                  <a:fillRect l="-1114" t="-5660" b="-47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EB13339-DCC4-B610-3CF1-43750524B60A}"/>
                  </a:ext>
                </a:extLst>
              </p:cNvPr>
              <p:cNvSpPr txBox="1"/>
              <p:nvPr/>
            </p:nvSpPr>
            <p:spPr>
              <a:xfrm>
                <a:off x="4831976" y="2196690"/>
                <a:ext cx="5576048" cy="646331"/>
              </a:xfrm>
              <a:prstGeom prst="rect">
                <a:avLst/>
              </a:prstGeom>
              <a:noFill/>
            </p:spPr>
            <p:txBody>
              <a:bodyPr wrap="square" rtlCol="0">
                <a:spAutoFit/>
              </a:bodyPr>
              <a:lstStyle/>
              <a:p>
                <a:r>
                  <a:rPr lang="en-US" dirty="0"/>
                  <a:t>And similarly, the </a:t>
                </a:r>
                <a:r>
                  <a:rPr lang="en-US" i="1" dirty="0"/>
                  <a:t>expected utility </a:t>
                </a:r>
                <a:r>
                  <a:rPr lang="en-US" dirty="0"/>
                  <a:t>of the distribution </a:t>
                </a:r>
                <a14:m>
                  <m:oMath xmlns:m="http://schemas.openxmlformats.org/officeDocument/2006/math">
                    <m:r>
                      <a:rPr lang="en-US" b="0" i="1" smtClean="0">
                        <a:latin typeface="Cambria Math" panose="02040503050406030204" pitchFamily="18" charset="0"/>
                      </a:rPr>
                      <m:t>𝑞</m:t>
                    </m:r>
                  </m:oMath>
                </a14:m>
                <a:r>
                  <a:rPr lang="en-US" dirty="0"/>
                  <a:t> as</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m:oMathPara>
                </a14:m>
                <a:endParaRPr lang="en-US" dirty="0"/>
              </a:p>
            </p:txBody>
          </p:sp>
        </mc:Choice>
        <mc:Fallback xmlns="">
          <p:sp>
            <p:nvSpPr>
              <p:cNvPr id="10" name="TextBox 9">
                <a:extLst>
                  <a:ext uri="{FF2B5EF4-FFF2-40B4-BE49-F238E27FC236}">
                    <a16:creationId xmlns:a16="http://schemas.microsoft.com/office/drawing/2014/main" id="{4EB13339-DCC4-B610-3CF1-43750524B60A}"/>
                  </a:ext>
                </a:extLst>
              </p:cNvPr>
              <p:cNvSpPr txBox="1">
                <a:spLocks noRot="1" noChangeAspect="1" noMove="1" noResize="1" noEditPoints="1" noAdjustHandles="1" noChangeArrowheads="1" noChangeShapeType="1" noTextEdit="1"/>
              </p:cNvSpPr>
              <p:nvPr/>
            </p:nvSpPr>
            <p:spPr>
              <a:xfrm>
                <a:off x="4831976" y="2196690"/>
                <a:ext cx="5576048" cy="646331"/>
              </a:xfrm>
              <a:prstGeom prst="rect">
                <a:avLst/>
              </a:prstGeom>
              <a:blipFill>
                <a:blip r:embed="rId6"/>
                <a:stretch>
                  <a:fillRect l="-985" t="-5660" b="-47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7143446-65FE-140E-BBBC-A4702238ADD9}"/>
                  </a:ext>
                </a:extLst>
              </p:cNvPr>
              <p:cNvSpPr txBox="1"/>
              <p:nvPr/>
            </p:nvSpPr>
            <p:spPr>
              <a:xfrm>
                <a:off x="4957482" y="3576918"/>
                <a:ext cx="6418730" cy="216277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Example:</a:t>
                </a:r>
              </a:p>
              <a:p>
                <a:endParaRPr lang="en-US" dirty="0"/>
              </a:p>
              <a:p>
                <a:r>
                  <a:rPr lang="en-US" dirty="0"/>
                  <a:t>The mayor’s expected utility of a short seawall is</a:t>
                </a:r>
              </a:p>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×0+</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×1=</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p>
                <a:endParaRPr lang="en-US" dirty="0"/>
              </a:p>
              <a:p>
                <a:r>
                  <a:rPr lang="en-US" dirty="0"/>
                  <a:t>The mayor’s expected utility of a tall seawall is</a:t>
                </a:r>
              </a:p>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79</m:t>
                              </m:r>
                            </m:num>
                            <m:den>
                              <m:r>
                                <a:rPr lang="en-US" b="0" i="1" smtClean="0">
                                  <a:latin typeface="Cambria Math" panose="02040503050406030204" pitchFamily="18" charset="0"/>
                                </a:rPr>
                                <m:t>160</m:t>
                              </m:r>
                            </m:den>
                          </m:f>
                        </m:e>
                      </m:box>
                      <m:r>
                        <a:rPr lang="en-US" b="0" i="1" smtClean="0">
                          <a:latin typeface="Cambria Math" panose="02040503050406030204" pitchFamily="18" charset="0"/>
                        </a:rPr>
                        <m:t>×0+</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r>
                        <a:rPr lang="en-US" b="0" i="1" smtClean="0">
                          <a:latin typeface="Cambria Math" panose="02040503050406030204" pitchFamily="18" charset="0"/>
                        </a:rPr>
                        <m:t>×1=</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dirty="0"/>
              </a:p>
            </p:txBody>
          </p:sp>
        </mc:Choice>
        <mc:Fallback xmlns="">
          <p:sp>
            <p:nvSpPr>
              <p:cNvPr id="4" name="TextBox 3">
                <a:extLst>
                  <a:ext uri="{FF2B5EF4-FFF2-40B4-BE49-F238E27FC236}">
                    <a16:creationId xmlns:a16="http://schemas.microsoft.com/office/drawing/2014/main" id="{87143446-65FE-140E-BBBC-A4702238ADD9}"/>
                  </a:ext>
                </a:extLst>
              </p:cNvPr>
              <p:cNvSpPr txBox="1">
                <a:spLocks noRot="1" noChangeAspect="1" noMove="1" noResize="1" noEditPoints="1" noAdjustHandles="1" noChangeArrowheads="1" noChangeShapeType="1" noTextEdit="1"/>
              </p:cNvSpPr>
              <p:nvPr/>
            </p:nvSpPr>
            <p:spPr>
              <a:xfrm>
                <a:off x="4957482" y="3576918"/>
                <a:ext cx="6418730" cy="2162772"/>
              </a:xfrm>
              <a:prstGeom prst="rect">
                <a:avLst/>
              </a:prstGeom>
              <a:blipFill>
                <a:blip r:embed="rId7"/>
                <a:stretch>
                  <a:fillRect l="-663" t="-1397"/>
                </a:stretch>
              </a:blipFill>
            </p:spPr>
            <p:txBody>
              <a:bodyPr/>
              <a:lstStyle/>
              <a:p>
                <a:r>
                  <a:rPr lang="en-US">
                    <a:noFill/>
                  </a:rPr>
                  <a:t> </a:t>
                </a:r>
              </a:p>
            </p:txBody>
          </p:sp>
        </mc:Fallback>
      </mc:AlternateContent>
      <p:pic>
        <p:nvPicPr>
          <p:cNvPr id="6" name="Camera 5">
            <a:extLst>
              <a:ext uri="{FF2B5EF4-FFF2-40B4-BE49-F238E27FC236}">
                <a16:creationId xmlns:a16="http://schemas.microsoft.com/office/drawing/2014/main" id="{948807DF-9E22-CBD8-8F49-30E05DCA51A5}"/>
              </a:ext>
            </a:extLst>
          </p:cNvPr>
          <p:cNvPicPr>
            <a:picLocks noChangeAspect="1"/>
            <a:extLst>
              <a:ext uri="{51228E76-BA90-4043-B771-695A4F85340A}">
                <alf:liveFeedProps xmlns:alf="http://schemas.microsoft.com/office/drawing/2021/livefeed"/>
              </a:ext>
            </a:extLst>
          </p:cNvPicPr>
          <p:nvPr/>
        </p:nvPicPr>
        <p:blipFill>
          <a:blip r:embed="rId8">
            <a:extLst>
              <a:ext uri="{96DAC541-7B7A-43D3-8B79-37D633B846F1}">
                <asvg:svgBlip xmlns:asvg="http://schemas.microsoft.com/office/drawing/2016/SVG/main" r:embed="rId9"/>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797929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436A4-5393-167E-FE6E-1F53A50270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81EA73-CC89-1F90-7D9B-04DA7F73B455}"/>
              </a:ext>
            </a:extLst>
          </p:cNvPr>
          <p:cNvSpPr txBox="1"/>
          <p:nvPr/>
        </p:nvSpPr>
        <p:spPr>
          <a:xfrm>
            <a:off x="2832847" y="242047"/>
            <a:ext cx="6221506"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sz="2800" dirty="0">
                <a:solidFill>
                  <a:sysClr val="windowText" lastClr="000000"/>
                </a:solidFill>
              </a:rPr>
              <a:t>Choosing Between Distributions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C5A127B-701D-1A7D-9D0F-7B9119BB1450}"/>
                  </a:ext>
                </a:extLst>
              </p:cNvPr>
              <p:cNvSpPr txBox="1"/>
              <p:nvPr/>
            </p:nvSpPr>
            <p:spPr>
              <a:xfrm>
                <a:off x="591671" y="1416424"/>
                <a:ext cx="3307976" cy="646331"/>
              </a:xfrm>
              <a:prstGeom prst="rect">
                <a:avLst/>
              </a:prstGeom>
              <a:noFill/>
            </p:spPr>
            <p:txBody>
              <a:bodyPr wrap="square" rtlCol="0">
                <a:spAutoFit/>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r>
                  <a:rPr lang="en-US" dirty="0"/>
                  <a:t> be a set of possible utility levels.</a:t>
                </a:r>
              </a:p>
            </p:txBody>
          </p:sp>
        </mc:Choice>
        <mc:Fallback xmlns="">
          <p:sp>
            <p:nvSpPr>
              <p:cNvPr id="3" name="TextBox 2">
                <a:extLst>
                  <a:ext uri="{FF2B5EF4-FFF2-40B4-BE49-F238E27FC236}">
                    <a16:creationId xmlns:a16="http://schemas.microsoft.com/office/drawing/2014/main" id="{0C5A127B-701D-1A7D-9D0F-7B9119BB1450}"/>
                  </a:ext>
                </a:extLst>
              </p:cNvPr>
              <p:cNvSpPr txBox="1">
                <a:spLocks noRot="1" noChangeAspect="1" noMove="1" noResize="1" noEditPoints="1" noAdjustHandles="1" noChangeArrowheads="1" noChangeShapeType="1" noTextEdit="1"/>
              </p:cNvSpPr>
              <p:nvPr/>
            </p:nvSpPr>
            <p:spPr>
              <a:xfrm>
                <a:off x="591671" y="1416424"/>
                <a:ext cx="3307976" cy="646331"/>
              </a:xfrm>
              <a:prstGeom prst="rect">
                <a:avLst/>
              </a:prstGeom>
              <a:blipFill>
                <a:blip r:embed="rId2"/>
                <a:stretch>
                  <a:fillRect l="-1473"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19F9E05-D3D4-2B9B-DF58-FAA95E6BE249}"/>
                  </a:ext>
                </a:extLst>
              </p:cNvPr>
              <p:cNvSpPr txBox="1"/>
              <p:nvPr/>
            </p:nvSpPr>
            <p:spPr>
              <a:xfrm>
                <a:off x="591671" y="2587970"/>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𝑝</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oMath>
                </a14:m>
                <a:r>
                  <a:rPr lang="en-US" dirty="0"/>
                  <a:t>.</a:t>
                </a:r>
              </a:p>
            </p:txBody>
          </p:sp>
        </mc:Choice>
        <mc:Fallback xmlns="">
          <p:sp>
            <p:nvSpPr>
              <p:cNvPr id="5" name="TextBox 4">
                <a:extLst>
                  <a:ext uri="{FF2B5EF4-FFF2-40B4-BE49-F238E27FC236}">
                    <a16:creationId xmlns:a16="http://schemas.microsoft.com/office/drawing/2014/main" id="{019F9E05-D3D4-2B9B-DF58-FAA95E6BE249}"/>
                  </a:ext>
                </a:extLst>
              </p:cNvPr>
              <p:cNvSpPr txBox="1">
                <a:spLocks noRot="1" noChangeAspect="1" noMove="1" noResize="1" noEditPoints="1" noAdjustHandles="1" noChangeArrowheads="1" noChangeShapeType="1" noTextEdit="1"/>
              </p:cNvSpPr>
              <p:nvPr/>
            </p:nvSpPr>
            <p:spPr>
              <a:xfrm>
                <a:off x="591671" y="2587970"/>
                <a:ext cx="3307976" cy="1200329"/>
              </a:xfrm>
              <a:prstGeom prst="rect">
                <a:avLst/>
              </a:prstGeom>
              <a:blipFill>
                <a:blip r:embed="rId3"/>
                <a:stretch>
                  <a:fillRect l="-1473" t="-3061" b="-76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89FEBC6-65DC-BD60-9796-75D4F04EBA46}"/>
                  </a:ext>
                </a:extLst>
              </p:cNvPr>
              <p:cNvSpPr txBox="1"/>
              <p:nvPr/>
            </p:nvSpPr>
            <p:spPr>
              <a:xfrm>
                <a:off x="591671" y="4265143"/>
                <a:ext cx="3307976" cy="1200329"/>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𝑞</m:t>
                    </m:r>
                  </m:oMath>
                </a14:m>
                <a:r>
                  <a:rPr lang="en-US" dirty="0"/>
                  <a:t> be a probability distribution over those utility levels, with probabilities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𝑁</m:t>
                        </m:r>
                      </m:sub>
                    </m:sSub>
                  </m:oMath>
                </a14:m>
                <a:r>
                  <a:rPr lang="en-US" dirty="0"/>
                  <a:t>.</a:t>
                </a:r>
              </a:p>
            </p:txBody>
          </p:sp>
        </mc:Choice>
        <mc:Fallback xmlns="">
          <p:sp>
            <p:nvSpPr>
              <p:cNvPr id="7" name="TextBox 6">
                <a:extLst>
                  <a:ext uri="{FF2B5EF4-FFF2-40B4-BE49-F238E27FC236}">
                    <a16:creationId xmlns:a16="http://schemas.microsoft.com/office/drawing/2014/main" id="{589FEBC6-65DC-BD60-9796-75D4F04EBA46}"/>
                  </a:ext>
                </a:extLst>
              </p:cNvPr>
              <p:cNvSpPr txBox="1">
                <a:spLocks noRot="1" noChangeAspect="1" noMove="1" noResize="1" noEditPoints="1" noAdjustHandles="1" noChangeArrowheads="1" noChangeShapeType="1" noTextEdit="1"/>
              </p:cNvSpPr>
              <p:nvPr/>
            </p:nvSpPr>
            <p:spPr>
              <a:xfrm>
                <a:off x="591671" y="4265143"/>
                <a:ext cx="3307976" cy="1200329"/>
              </a:xfrm>
              <a:prstGeom prst="rect">
                <a:avLst/>
              </a:prstGeom>
              <a:blipFill>
                <a:blip r:embed="rId4"/>
                <a:stretch>
                  <a:fillRect l="-1473" t="-3046"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6024F0D-70D7-F0B1-E953-E55D97E93FCF}"/>
                  </a:ext>
                </a:extLst>
              </p:cNvPr>
              <p:cNvSpPr txBox="1"/>
              <p:nvPr/>
            </p:nvSpPr>
            <p:spPr>
              <a:xfrm>
                <a:off x="4831976" y="1440161"/>
                <a:ext cx="4930588" cy="646331"/>
              </a:xfrm>
              <a:prstGeom prst="rect">
                <a:avLst/>
              </a:prstGeom>
              <a:noFill/>
            </p:spPr>
            <p:txBody>
              <a:bodyPr wrap="square" rtlCol="0">
                <a:spAutoFit/>
              </a:bodyPr>
              <a:lstStyle/>
              <a:p>
                <a:r>
                  <a:rPr lang="en-US" dirty="0"/>
                  <a:t>Define the </a:t>
                </a:r>
                <a:r>
                  <a:rPr lang="en-US" i="1" dirty="0"/>
                  <a:t>expected utility </a:t>
                </a:r>
                <a:r>
                  <a:rPr lang="en-US" dirty="0"/>
                  <a:t>of the distribution </a:t>
                </a:r>
                <a14:m>
                  <m:oMath xmlns:m="http://schemas.openxmlformats.org/officeDocument/2006/math">
                    <m:r>
                      <a:rPr lang="en-US" b="0" i="1" smtClean="0">
                        <a:latin typeface="Cambria Math" panose="02040503050406030204" pitchFamily="18" charset="0"/>
                      </a:rPr>
                      <m:t>𝑝</m:t>
                    </m:r>
                  </m:oMath>
                </a14:m>
                <a:r>
                  <a:rPr lang="en-US" dirty="0"/>
                  <a:t> as</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m:oMathPara>
                </a14:m>
                <a:endParaRPr lang="en-US" dirty="0"/>
              </a:p>
            </p:txBody>
          </p:sp>
        </mc:Choice>
        <mc:Fallback xmlns="">
          <p:sp>
            <p:nvSpPr>
              <p:cNvPr id="9" name="TextBox 8">
                <a:extLst>
                  <a:ext uri="{FF2B5EF4-FFF2-40B4-BE49-F238E27FC236}">
                    <a16:creationId xmlns:a16="http://schemas.microsoft.com/office/drawing/2014/main" id="{46024F0D-70D7-F0B1-E953-E55D97E93FCF}"/>
                  </a:ext>
                </a:extLst>
              </p:cNvPr>
              <p:cNvSpPr txBox="1">
                <a:spLocks noRot="1" noChangeAspect="1" noMove="1" noResize="1" noEditPoints="1" noAdjustHandles="1" noChangeArrowheads="1" noChangeShapeType="1" noTextEdit="1"/>
              </p:cNvSpPr>
              <p:nvPr/>
            </p:nvSpPr>
            <p:spPr>
              <a:xfrm>
                <a:off x="4831976" y="1440161"/>
                <a:ext cx="4930588" cy="646331"/>
              </a:xfrm>
              <a:prstGeom prst="rect">
                <a:avLst/>
              </a:prstGeom>
              <a:blipFill>
                <a:blip r:embed="rId5"/>
                <a:stretch>
                  <a:fillRect l="-1114" t="-5660" b="-47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C830164-9CC4-1A6E-1E8F-8F32DE026105}"/>
                  </a:ext>
                </a:extLst>
              </p:cNvPr>
              <p:cNvSpPr txBox="1"/>
              <p:nvPr/>
            </p:nvSpPr>
            <p:spPr>
              <a:xfrm>
                <a:off x="4831976" y="2196690"/>
                <a:ext cx="5576048" cy="646331"/>
              </a:xfrm>
              <a:prstGeom prst="rect">
                <a:avLst/>
              </a:prstGeom>
              <a:noFill/>
            </p:spPr>
            <p:txBody>
              <a:bodyPr wrap="square" rtlCol="0">
                <a:spAutoFit/>
              </a:bodyPr>
              <a:lstStyle/>
              <a:p>
                <a:r>
                  <a:rPr lang="en-US" dirty="0"/>
                  <a:t>And similarly, the </a:t>
                </a:r>
                <a:r>
                  <a:rPr lang="en-US" i="1" dirty="0"/>
                  <a:t>expected utility </a:t>
                </a:r>
                <a:r>
                  <a:rPr lang="en-US" dirty="0"/>
                  <a:t>of the distribution </a:t>
                </a:r>
                <a14:m>
                  <m:oMath xmlns:m="http://schemas.openxmlformats.org/officeDocument/2006/math">
                    <m:r>
                      <a:rPr lang="en-US" b="0" i="1" smtClean="0">
                        <a:latin typeface="Cambria Math" panose="02040503050406030204" pitchFamily="18" charset="0"/>
                      </a:rPr>
                      <m:t>𝑞</m:t>
                    </m:r>
                  </m:oMath>
                </a14:m>
                <a:r>
                  <a:rPr lang="en-US" dirty="0"/>
                  <a:t> as</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m:oMathPara>
                </a14:m>
                <a:endParaRPr lang="en-US" dirty="0"/>
              </a:p>
            </p:txBody>
          </p:sp>
        </mc:Choice>
        <mc:Fallback xmlns="">
          <p:sp>
            <p:nvSpPr>
              <p:cNvPr id="10" name="TextBox 9">
                <a:extLst>
                  <a:ext uri="{FF2B5EF4-FFF2-40B4-BE49-F238E27FC236}">
                    <a16:creationId xmlns:a16="http://schemas.microsoft.com/office/drawing/2014/main" id="{7C830164-9CC4-1A6E-1E8F-8F32DE026105}"/>
                  </a:ext>
                </a:extLst>
              </p:cNvPr>
              <p:cNvSpPr txBox="1">
                <a:spLocks noRot="1" noChangeAspect="1" noMove="1" noResize="1" noEditPoints="1" noAdjustHandles="1" noChangeArrowheads="1" noChangeShapeType="1" noTextEdit="1"/>
              </p:cNvSpPr>
              <p:nvPr/>
            </p:nvSpPr>
            <p:spPr>
              <a:xfrm>
                <a:off x="4831976" y="2196690"/>
                <a:ext cx="5576048" cy="646331"/>
              </a:xfrm>
              <a:prstGeom prst="rect">
                <a:avLst/>
              </a:prstGeom>
              <a:blipFill>
                <a:blip r:embed="rId6"/>
                <a:stretch>
                  <a:fillRect l="-985" t="-5660" b="-47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37299AC-2908-06DF-E7E9-D886ACDBE8FC}"/>
                  </a:ext>
                </a:extLst>
              </p:cNvPr>
              <p:cNvSpPr txBox="1"/>
              <p:nvPr/>
            </p:nvSpPr>
            <p:spPr>
              <a:xfrm>
                <a:off x="4903692" y="3341813"/>
                <a:ext cx="6212543" cy="923330"/>
              </a:xfrm>
              <a:prstGeom prst="rect">
                <a:avLst/>
              </a:prstGeom>
              <a:noFill/>
            </p:spPr>
            <p:txBody>
              <a:bodyPr wrap="square" rtlCol="0">
                <a:spAutoFit/>
              </a:bodyPr>
              <a:lstStyle/>
              <a:p>
                <a:r>
                  <a:rPr lang="en-US" b="1" dirty="0"/>
                  <a:t>In an expected utility model, a person prefers a distribution </a:t>
                </a:r>
                <a14:m>
                  <m:oMath xmlns:m="http://schemas.openxmlformats.org/officeDocument/2006/math">
                    <m:r>
                      <a:rPr lang="en-US" b="1" i="1" smtClean="0">
                        <a:latin typeface="Cambria Math" panose="02040503050406030204" pitchFamily="18" charset="0"/>
                      </a:rPr>
                      <m:t>𝒑</m:t>
                    </m:r>
                  </m:oMath>
                </a14:m>
                <a:r>
                  <a:rPr lang="en-US" b="1" dirty="0"/>
                  <a:t> to a distribution </a:t>
                </a:r>
                <a14:m>
                  <m:oMath xmlns:m="http://schemas.openxmlformats.org/officeDocument/2006/math">
                    <m:r>
                      <a:rPr lang="en-US" b="1" i="1" smtClean="0">
                        <a:latin typeface="Cambria Math" panose="02040503050406030204" pitchFamily="18" charset="0"/>
                      </a:rPr>
                      <m:t>𝒒</m:t>
                    </m:r>
                  </m:oMath>
                </a14:m>
                <a:r>
                  <a:rPr lang="en-US" b="1" dirty="0"/>
                  <a:t> if and only if the expected utility of p is higher than the expected utility of q.</a:t>
                </a:r>
              </a:p>
            </p:txBody>
          </p:sp>
        </mc:Choice>
        <mc:Fallback xmlns="">
          <p:sp>
            <p:nvSpPr>
              <p:cNvPr id="6" name="TextBox 5">
                <a:extLst>
                  <a:ext uri="{FF2B5EF4-FFF2-40B4-BE49-F238E27FC236}">
                    <a16:creationId xmlns:a16="http://schemas.microsoft.com/office/drawing/2014/main" id="{337299AC-2908-06DF-E7E9-D886ACDBE8FC}"/>
                  </a:ext>
                </a:extLst>
              </p:cNvPr>
              <p:cNvSpPr txBox="1">
                <a:spLocks noRot="1" noChangeAspect="1" noMove="1" noResize="1" noEditPoints="1" noAdjustHandles="1" noChangeArrowheads="1" noChangeShapeType="1" noTextEdit="1"/>
              </p:cNvSpPr>
              <p:nvPr/>
            </p:nvSpPr>
            <p:spPr>
              <a:xfrm>
                <a:off x="4903692" y="3341813"/>
                <a:ext cx="6212543" cy="923330"/>
              </a:xfrm>
              <a:prstGeom prst="rect">
                <a:avLst/>
              </a:prstGeom>
              <a:blipFill>
                <a:blip r:embed="rId7"/>
                <a:stretch>
                  <a:fillRect l="-784" t="-3289" b="-9211"/>
                </a:stretch>
              </a:blipFill>
            </p:spPr>
            <p:txBody>
              <a:bodyPr/>
              <a:lstStyle/>
              <a:p>
                <a:r>
                  <a:rPr lang="en-US">
                    <a:noFill/>
                  </a:rPr>
                  <a:t> </a:t>
                </a:r>
              </a:p>
            </p:txBody>
          </p:sp>
        </mc:Fallback>
      </mc:AlternateContent>
      <p:pic>
        <p:nvPicPr>
          <p:cNvPr id="4" name="Camera 3">
            <a:extLst>
              <a:ext uri="{FF2B5EF4-FFF2-40B4-BE49-F238E27FC236}">
                <a16:creationId xmlns:a16="http://schemas.microsoft.com/office/drawing/2014/main" id="{78195649-71B6-206D-D862-10ADF45E11F3}"/>
              </a:ext>
            </a:extLst>
          </p:cNvPr>
          <p:cNvPicPr>
            <a:picLocks noChangeAspect="1"/>
            <a:extLst>
              <a:ext uri="{51228E76-BA90-4043-B771-695A4F85340A}">
                <alf:liveFeedProps xmlns:alf="http://schemas.microsoft.com/office/drawing/2021/livefeed"/>
              </a:ext>
            </a:extLst>
          </p:cNvPicPr>
          <p:nvPr/>
        </p:nvPicPr>
        <p:blipFill>
          <a:blip r:embed="rId8">
            <a:extLst>
              <a:ext uri="{96DAC541-7B7A-43D3-8B79-37D633B846F1}">
                <asvg:svgBlip xmlns:asvg="http://schemas.microsoft.com/office/drawing/2016/SVG/main" r:embed="rId9"/>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5644493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73143-B044-77E4-139D-7E01624A07A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02256F-B022-E260-16BF-200E11DD2321}"/>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093A5BF2-E542-B28C-783C-72E9C6DADD02}"/>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sp>
        <p:nvSpPr>
          <p:cNvPr id="2" name="TextBox 1">
            <a:extLst>
              <a:ext uri="{FF2B5EF4-FFF2-40B4-BE49-F238E27FC236}">
                <a16:creationId xmlns:a16="http://schemas.microsoft.com/office/drawing/2014/main" id="{429AA6E5-FB66-B991-06BB-BF088F21974C}"/>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36F62BBE-D599-06F8-EF3D-AF9D9C47E384}"/>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9C4FA904-91FF-A6E7-3999-AA9FBDA10D43}"/>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69CDE91F-B3BC-C014-6BD2-E0DB4244BD55}"/>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26FC5797-8ABB-955D-560B-31519DFB5BFE}"/>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3EFB4E7D-5A8F-269C-84BE-35F0AAE181CD}"/>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6EED2896-1311-97AC-463F-4F93C6B6340A}"/>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020BE8D-502B-0E57-FC3F-2B9400712314}"/>
                  </a:ext>
                </a:extLst>
              </p:cNvPr>
              <p:cNvSpPr txBox="1"/>
              <p:nvPr/>
            </p:nvSpPr>
            <p:spPr>
              <a:xfrm>
                <a:off x="4930590" y="3207951"/>
                <a:ext cx="2474258" cy="692049"/>
              </a:xfrm>
              <a:prstGeom prst="rect">
                <a:avLst/>
              </a:prstGeom>
              <a:noFill/>
              <a:ln w="12700">
                <a:solidFill>
                  <a:schemeClr val="tx1"/>
                </a:solidFill>
              </a:ln>
            </p:spPr>
            <p:txBody>
              <a:bodyPr wrap="square" rtlCol="0">
                <a:spAutoFit/>
              </a:bodyPr>
              <a:lstStyle/>
              <a:p>
                <a:r>
                  <a:rPr lang="en-US" dirty="0"/>
                  <a:t>If mayor chooses </a:t>
                </a:r>
                <a:r>
                  <a:rPr lang="en-US" i="1" dirty="0"/>
                  <a:t>short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i="1" dirty="0"/>
              </a:p>
            </p:txBody>
          </p:sp>
        </mc:Choice>
        <mc:Fallback xmlns="">
          <p:sp>
            <p:nvSpPr>
              <p:cNvPr id="15" name="TextBox 14">
                <a:extLst>
                  <a:ext uri="{FF2B5EF4-FFF2-40B4-BE49-F238E27FC236}">
                    <a16:creationId xmlns:a16="http://schemas.microsoft.com/office/drawing/2014/main" id="{0020BE8D-502B-0E57-FC3F-2B9400712314}"/>
                  </a:ext>
                </a:extLst>
              </p:cNvPr>
              <p:cNvSpPr txBox="1">
                <a:spLocks noRot="1" noChangeAspect="1" noMove="1" noResize="1" noEditPoints="1" noAdjustHandles="1" noChangeArrowheads="1" noChangeShapeType="1" noTextEdit="1"/>
              </p:cNvSpPr>
              <p:nvPr/>
            </p:nvSpPr>
            <p:spPr>
              <a:xfrm>
                <a:off x="4930590" y="3207951"/>
                <a:ext cx="2474258" cy="692049"/>
              </a:xfrm>
              <a:prstGeom prst="rect">
                <a:avLst/>
              </a:prstGeom>
              <a:blipFill>
                <a:blip r:embed="rId2"/>
                <a:stretch>
                  <a:fillRect l="-1961" t="-4310" b="-2586"/>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37B6DBA-847F-ADB7-52C9-97D6D71B0558}"/>
                  </a:ext>
                </a:extLst>
              </p:cNvPr>
              <p:cNvSpPr txBox="1"/>
              <p:nvPr/>
            </p:nvSpPr>
            <p:spPr>
              <a:xfrm>
                <a:off x="9269507" y="3207951"/>
                <a:ext cx="2474258" cy="692626"/>
              </a:xfrm>
              <a:prstGeom prst="rect">
                <a:avLst/>
              </a:prstGeom>
              <a:noFill/>
              <a:ln w="12700">
                <a:solidFill>
                  <a:schemeClr val="tx1"/>
                </a:solidFill>
              </a:ln>
            </p:spPr>
            <p:txBody>
              <a:bodyPr wrap="square" rtlCol="0">
                <a:spAutoFit/>
              </a:bodyPr>
              <a:lstStyle/>
              <a:p>
                <a:r>
                  <a:rPr lang="en-US" dirty="0"/>
                  <a:t>If mayor chooses </a:t>
                </a:r>
                <a:r>
                  <a:rPr lang="en-US" i="1" dirty="0"/>
                  <a:t>tall</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i="1" dirty="0"/>
              </a:p>
            </p:txBody>
          </p:sp>
        </mc:Choice>
        <mc:Fallback xmlns="">
          <p:sp>
            <p:nvSpPr>
              <p:cNvPr id="16" name="TextBox 15">
                <a:extLst>
                  <a:ext uri="{FF2B5EF4-FFF2-40B4-BE49-F238E27FC236}">
                    <a16:creationId xmlns:a16="http://schemas.microsoft.com/office/drawing/2014/main" id="{837B6DBA-847F-ADB7-52C9-97D6D71B0558}"/>
                  </a:ext>
                </a:extLst>
              </p:cNvPr>
              <p:cNvSpPr txBox="1">
                <a:spLocks noRot="1" noChangeAspect="1" noMove="1" noResize="1" noEditPoints="1" noAdjustHandles="1" noChangeArrowheads="1" noChangeShapeType="1" noTextEdit="1"/>
              </p:cNvSpPr>
              <p:nvPr/>
            </p:nvSpPr>
            <p:spPr>
              <a:xfrm>
                <a:off x="9269507" y="3207951"/>
                <a:ext cx="2474258" cy="692626"/>
              </a:xfrm>
              <a:prstGeom prst="rect">
                <a:avLst/>
              </a:prstGeom>
              <a:blipFill>
                <a:blip r:embed="rId3"/>
                <a:stretch>
                  <a:fillRect l="-1966" t="-4310" b="-2586"/>
                </a:stretch>
              </a:blipFill>
              <a:ln w="12700">
                <a:solidFill>
                  <a:schemeClr val="tx1"/>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0DF13211-07B3-1E48-CE1D-B5D5B9F6BD93}"/>
              </a:ext>
            </a:extLst>
          </p:cNvPr>
          <p:cNvSpPr txBox="1"/>
          <p:nvPr/>
        </p:nvSpPr>
        <p:spPr>
          <a:xfrm rot="19441911">
            <a:off x="-609601" y="1713958"/>
            <a:ext cx="6239435" cy="40011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2000" dirty="0"/>
              <a:t>So which distribution yields the higher expected utility?</a:t>
            </a:r>
          </a:p>
        </p:txBody>
      </p:sp>
      <p:pic>
        <p:nvPicPr>
          <p:cNvPr id="3" name="Camera 2">
            <a:extLst>
              <a:ext uri="{FF2B5EF4-FFF2-40B4-BE49-F238E27FC236}">
                <a16:creationId xmlns:a16="http://schemas.microsoft.com/office/drawing/2014/main" id="{911E670B-2BA3-7500-A5BE-1A3DA004D278}"/>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0388854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77EE9-9B52-AB68-890E-24DA74902B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30E1554-1001-026F-3D02-498B8A929150}"/>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80D32BD9-71EA-1982-90EA-6AA4578521D5}"/>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cxnSp>
        <p:nvCxnSpPr>
          <p:cNvPr id="3" name="Straight Connector 2">
            <a:extLst>
              <a:ext uri="{FF2B5EF4-FFF2-40B4-BE49-F238E27FC236}">
                <a16:creationId xmlns:a16="http://schemas.microsoft.com/office/drawing/2014/main" id="{34B12554-24C5-5263-AD47-A3D26511BA2D}"/>
              </a:ext>
            </a:extLst>
          </p:cNvPr>
          <p:cNvCxnSpPr/>
          <p:nvPr/>
        </p:nvCxnSpPr>
        <p:spPr>
          <a:xfrm>
            <a:off x="2626659" y="4105835"/>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7747F390-E986-8008-85AD-AA759085D121}"/>
              </a:ext>
            </a:extLst>
          </p:cNvPr>
          <p:cNvCxnSpPr/>
          <p:nvPr/>
        </p:nvCxnSpPr>
        <p:spPr>
          <a:xfrm>
            <a:off x="582706" y="437477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71A6B514-A03E-94D0-46C1-78F93431033E}"/>
              </a:ext>
            </a:extLst>
          </p:cNvPr>
          <p:cNvCxnSpPr/>
          <p:nvPr/>
        </p:nvCxnSpPr>
        <p:spPr>
          <a:xfrm>
            <a:off x="2429435" y="4356846"/>
            <a:ext cx="39444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Straight Connector 7">
            <a:extLst>
              <a:ext uri="{FF2B5EF4-FFF2-40B4-BE49-F238E27FC236}">
                <a16:creationId xmlns:a16="http://schemas.microsoft.com/office/drawing/2014/main" id="{3EF52BDD-3998-45EA-5B5C-72BFDD7FC489}"/>
              </a:ext>
            </a:extLst>
          </p:cNvPr>
          <p:cNvCxnSpPr/>
          <p:nvPr/>
        </p:nvCxnSpPr>
        <p:spPr>
          <a:xfrm>
            <a:off x="582706" y="4670611"/>
            <a:ext cx="394447"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37BEDC23-0938-14E4-084E-89510D589EC2}"/>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E0FE97A5-5A58-969A-59AB-CE50DDC1F2C4}"/>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D2A82834-BF04-F63A-8D57-98BD68097C64}"/>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26D49922-E10B-1C1C-D6D2-807EA51FFDE7}"/>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5595DF81-9450-1AD8-545D-9E9E175FDCA8}"/>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D037E2F7-17E9-D1BD-3E7F-6113878E5D4A}"/>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181F282B-6324-50CB-79CC-85248EF7DBD3}"/>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837E2E0-84E2-47F8-9E44-7AF26C3F580E}"/>
                  </a:ext>
                </a:extLst>
              </p:cNvPr>
              <p:cNvSpPr txBox="1"/>
              <p:nvPr/>
            </p:nvSpPr>
            <p:spPr>
              <a:xfrm>
                <a:off x="4930590" y="3207951"/>
                <a:ext cx="2474258" cy="692049"/>
              </a:xfrm>
              <a:prstGeom prst="rect">
                <a:avLst/>
              </a:prstGeom>
              <a:noFill/>
              <a:ln w="12700">
                <a:solidFill>
                  <a:schemeClr val="tx1"/>
                </a:solidFill>
              </a:ln>
            </p:spPr>
            <p:txBody>
              <a:bodyPr wrap="square" rtlCol="0">
                <a:spAutoFit/>
              </a:bodyPr>
              <a:lstStyle/>
              <a:p>
                <a:r>
                  <a:rPr lang="en-US" dirty="0"/>
                  <a:t>If mayor chooses </a:t>
                </a:r>
                <a:r>
                  <a:rPr lang="en-US" i="1" dirty="0"/>
                  <a:t>short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i="1" dirty="0"/>
              </a:p>
            </p:txBody>
          </p:sp>
        </mc:Choice>
        <mc:Fallback xmlns="">
          <p:sp>
            <p:nvSpPr>
              <p:cNvPr id="15" name="TextBox 14">
                <a:extLst>
                  <a:ext uri="{FF2B5EF4-FFF2-40B4-BE49-F238E27FC236}">
                    <a16:creationId xmlns:a16="http://schemas.microsoft.com/office/drawing/2014/main" id="{F837E2E0-84E2-47F8-9E44-7AF26C3F580E}"/>
                  </a:ext>
                </a:extLst>
              </p:cNvPr>
              <p:cNvSpPr txBox="1">
                <a:spLocks noRot="1" noChangeAspect="1" noMove="1" noResize="1" noEditPoints="1" noAdjustHandles="1" noChangeArrowheads="1" noChangeShapeType="1" noTextEdit="1"/>
              </p:cNvSpPr>
              <p:nvPr/>
            </p:nvSpPr>
            <p:spPr>
              <a:xfrm>
                <a:off x="4930590" y="3207951"/>
                <a:ext cx="2474258" cy="692049"/>
              </a:xfrm>
              <a:prstGeom prst="rect">
                <a:avLst/>
              </a:prstGeom>
              <a:blipFill>
                <a:blip r:embed="rId2"/>
                <a:stretch>
                  <a:fillRect l="-1961" t="-4310" b="-2586"/>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1E93CE9-E32A-8BE6-3F73-693F8993F600}"/>
                  </a:ext>
                </a:extLst>
              </p:cNvPr>
              <p:cNvSpPr txBox="1"/>
              <p:nvPr/>
            </p:nvSpPr>
            <p:spPr>
              <a:xfrm>
                <a:off x="9269507" y="3207951"/>
                <a:ext cx="2474258" cy="692626"/>
              </a:xfrm>
              <a:prstGeom prst="rect">
                <a:avLst/>
              </a:prstGeom>
              <a:noFill/>
              <a:ln w="12700">
                <a:solidFill>
                  <a:schemeClr val="tx1"/>
                </a:solidFill>
              </a:ln>
            </p:spPr>
            <p:txBody>
              <a:bodyPr wrap="square" rtlCol="0">
                <a:spAutoFit/>
              </a:bodyPr>
              <a:lstStyle/>
              <a:p>
                <a:r>
                  <a:rPr lang="en-US" dirty="0"/>
                  <a:t>If mayor chooses </a:t>
                </a:r>
                <a:r>
                  <a:rPr lang="en-US" i="1" dirty="0"/>
                  <a:t>tall</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i="1" dirty="0"/>
              </a:p>
            </p:txBody>
          </p:sp>
        </mc:Choice>
        <mc:Fallback xmlns="">
          <p:sp>
            <p:nvSpPr>
              <p:cNvPr id="16" name="TextBox 15">
                <a:extLst>
                  <a:ext uri="{FF2B5EF4-FFF2-40B4-BE49-F238E27FC236}">
                    <a16:creationId xmlns:a16="http://schemas.microsoft.com/office/drawing/2014/main" id="{01E93CE9-E32A-8BE6-3F73-693F8993F600}"/>
                  </a:ext>
                </a:extLst>
              </p:cNvPr>
              <p:cNvSpPr txBox="1">
                <a:spLocks noRot="1" noChangeAspect="1" noMove="1" noResize="1" noEditPoints="1" noAdjustHandles="1" noChangeArrowheads="1" noChangeShapeType="1" noTextEdit="1"/>
              </p:cNvSpPr>
              <p:nvPr/>
            </p:nvSpPr>
            <p:spPr>
              <a:xfrm>
                <a:off x="9269507" y="3207951"/>
                <a:ext cx="2474258" cy="692626"/>
              </a:xfrm>
              <a:prstGeom prst="rect">
                <a:avLst/>
              </a:prstGeom>
              <a:blipFill>
                <a:blip r:embed="rId3"/>
                <a:stretch>
                  <a:fillRect l="-1966" t="-4310" b="-2586"/>
                </a:stretch>
              </a:blipFill>
              <a:ln w="12700">
                <a:solidFill>
                  <a:schemeClr val="tx1"/>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E637B4E2-0377-9040-B13B-B95558C3DFC5}"/>
              </a:ext>
            </a:extLst>
          </p:cNvPr>
          <p:cNvSpPr txBox="1"/>
          <p:nvPr/>
        </p:nvSpPr>
        <p:spPr>
          <a:xfrm rot="19441911">
            <a:off x="-609601" y="1713958"/>
            <a:ext cx="6239435" cy="40011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2000" dirty="0"/>
              <a:t>So which distribution yields the higher expected utility?</a:t>
            </a:r>
          </a:p>
        </p:txBody>
      </p:sp>
      <p:cxnSp>
        <p:nvCxnSpPr>
          <p:cNvPr id="18" name="Straight Arrow Connector 17">
            <a:extLst>
              <a:ext uri="{FF2B5EF4-FFF2-40B4-BE49-F238E27FC236}">
                <a16:creationId xmlns:a16="http://schemas.microsoft.com/office/drawing/2014/main" id="{D4B4F801-BFE0-51F2-CF03-8FEDA701892D}"/>
              </a:ext>
            </a:extLst>
          </p:cNvPr>
          <p:cNvCxnSpPr>
            <a:stCxn id="15" idx="2"/>
          </p:cNvCxnSpPr>
          <p:nvPr/>
        </p:nvCxnSpPr>
        <p:spPr>
          <a:xfrm flipH="1">
            <a:off x="6167718" y="3900000"/>
            <a:ext cx="1" cy="5464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2BA6821-6610-416E-DB6F-82A83859467B}"/>
                  </a:ext>
                </a:extLst>
              </p:cNvPr>
              <p:cNvSpPr txBox="1"/>
              <p:nvPr/>
            </p:nvSpPr>
            <p:spPr>
              <a:xfrm>
                <a:off x="4930590" y="4462468"/>
                <a:ext cx="2474258" cy="415050"/>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𝐸𝑈</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×0+</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×1=</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i="1" dirty="0"/>
              </a:p>
            </p:txBody>
          </p:sp>
        </mc:Choice>
        <mc:Fallback xmlns="">
          <p:sp>
            <p:nvSpPr>
              <p:cNvPr id="19" name="TextBox 18">
                <a:extLst>
                  <a:ext uri="{FF2B5EF4-FFF2-40B4-BE49-F238E27FC236}">
                    <a16:creationId xmlns:a16="http://schemas.microsoft.com/office/drawing/2014/main" id="{52BA6821-6610-416E-DB6F-82A83859467B}"/>
                  </a:ext>
                </a:extLst>
              </p:cNvPr>
              <p:cNvSpPr txBox="1">
                <a:spLocks noRot="1" noChangeAspect="1" noMove="1" noResize="1" noEditPoints="1" noAdjustHandles="1" noChangeArrowheads="1" noChangeShapeType="1" noTextEdit="1"/>
              </p:cNvSpPr>
              <p:nvPr/>
            </p:nvSpPr>
            <p:spPr>
              <a:xfrm>
                <a:off x="4930590" y="4462468"/>
                <a:ext cx="2474258" cy="415050"/>
              </a:xfrm>
              <a:prstGeom prst="rect">
                <a:avLst/>
              </a:prstGeom>
              <a:blipFill>
                <a:blip r:embed="rId4"/>
                <a:stretch>
                  <a:fillRect b="-1429"/>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F31F214-4C1C-6AD2-BA9F-E9FED501EF0F}"/>
                  </a:ext>
                </a:extLst>
              </p:cNvPr>
              <p:cNvSpPr txBox="1"/>
              <p:nvPr/>
            </p:nvSpPr>
            <p:spPr>
              <a:xfrm>
                <a:off x="8875061" y="4462411"/>
                <a:ext cx="3083859" cy="417358"/>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𝐸𝑈</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79</m:t>
                              </m:r>
                            </m:num>
                            <m:den>
                              <m:r>
                                <a:rPr lang="en-US" b="0" i="1" smtClean="0">
                                  <a:latin typeface="Cambria Math" panose="02040503050406030204" pitchFamily="18" charset="0"/>
                                </a:rPr>
                                <m:t>160</m:t>
                              </m:r>
                            </m:den>
                          </m:f>
                        </m:e>
                      </m:box>
                      <m:r>
                        <a:rPr lang="en-US" b="0" i="1" smtClean="0">
                          <a:latin typeface="Cambria Math" panose="02040503050406030204" pitchFamily="18" charset="0"/>
                        </a:rPr>
                        <m:t>×0+</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r>
                        <a:rPr lang="en-US" b="0" i="1" smtClean="0">
                          <a:latin typeface="Cambria Math" panose="02040503050406030204" pitchFamily="18" charset="0"/>
                        </a:rPr>
                        <m:t>×1=</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i="1" dirty="0"/>
              </a:p>
            </p:txBody>
          </p:sp>
        </mc:Choice>
        <mc:Fallback xmlns="">
          <p:sp>
            <p:nvSpPr>
              <p:cNvPr id="21" name="TextBox 20">
                <a:extLst>
                  <a:ext uri="{FF2B5EF4-FFF2-40B4-BE49-F238E27FC236}">
                    <a16:creationId xmlns:a16="http://schemas.microsoft.com/office/drawing/2014/main" id="{6F31F214-4C1C-6AD2-BA9F-E9FED501EF0F}"/>
                  </a:ext>
                </a:extLst>
              </p:cNvPr>
              <p:cNvSpPr txBox="1">
                <a:spLocks noRot="1" noChangeAspect="1" noMove="1" noResize="1" noEditPoints="1" noAdjustHandles="1" noChangeArrowheads="1" noChangeShapeType="1" noTextEdit="1"/>
              </p:cNvSpPr>
              <p:nvPr/>
            </p:nvSpPr>
            <p:spPr>
              <a:xfrm>
                <a:off x="8875061" y="4462411"/>
                <a:ext cx="3083859" cy="417358"/>
              </a:xfrm>
              <a:prstGeom prst="rect">
                <a:avLst/>
              </a:prstGeom>
              <a:blipFill>
                <a:blip r:embed="rId5"/>
                <a:stretch>
                  <a:fillRect b="-1429"/>
                </a:stretch>
              </a:blipFill>
              <a:ln w="12700">
                <a:solidFill>
                  <a:schemeClr val="tx1"/>
                </a:solidFill>
              </a:ln>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A1E5937E-FEB1-A50B-227D-A6E128F1A229}"/>
              </a:ext>
            </a:extLst>
          </p:cNvPr>
          <p:cNvCxnSpPr/>
          <p:nvPr/>
        </p:nvCxnSpPr>
        <p:spPr>
          <a:xfrm flipH="1">
            <a:off x="10434918" y="3908247"/>
            <a:ext cx="1" cy="5464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Camera 16">
            <a:extLst>
              <a:ext uri="{FF2B5EF4-FFF2-40B4-BE49-F238E27FC236}">
                <a16:creationId xmlns:a16="http://schemas.microsoft.com/office/drawing/2014/main" id="{73C225D2-E00C-AD57-B9FD-4D8BDCEEC844}"/>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7477822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0D97E-9D6D-A170-D11A-CF47A6600D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D91A94-9C0B-07D7-D1DE-78841ECC3B20}"/>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EXAMPLE</a:t>
            </a:r>
          </a:p>
        </p:txBody>
      </p:sp>
      <p:sp>
        <p:nvSpPr>
          <p:cNvPr id="5" name="TextBox 4">
            <a:extLst>
              <a:ext uri="{FF2B5EF4-FFF2-40B4-BE49-F238E27FC236}">
                <a16:creationId xmlns:a16="http://schemas.microsoft.com/office/drawing/2014/main" id="{7FA1AEEE-64F7-EFF5-5AE7-127D1F8BE810}"/>
              </a:ext>
            </a:extLst>
          </p:cNvPr>
          <p:cNvSpPr txBox="1"/>
          <p:nvPr/>
        </p:nvSpPr>
        <p:spPr>
          <a:xfrm>
            <a:off x="448235" y="779930"/>
            <a:ext cx="2868706" cy="42473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mayor choosing how tall to build a seawall.  Assume the mayor wants to get re-elected. Whether she gets re-elected depends on whether the city floods during the coming hurricane season, and whether spending net of revenues allows her to cut taxes.  Building the seawall taller makes flooding less likely and makes it less likely that she can afford to cut taxes.</a:t>
            </a:r>
          </a:p>
        </p:txBody>
      </p:sp>
      <p:sp>
        <p:nvSpPr>
          <p:cNvPr id="2" name="TextBox 1">
            <a:extLst>
              <a:ext uri="{FF2B5EF4-FFF2-40B4-BE49-F238E27FC236}">
                <a16:creationId xmlns:a16="http://schemas.microsoft.com/office/drawing/2014/main" id="{5D7B9EC8-6E5B-7363-9B38-4EF9034554AE}"/>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9" name="TextBox 8">
            <a:extLst>
              <a:ext uri="{FF2B5EF4-FFF2-40B4-BE49-F238E27FC236}">
                <a16:creationId xmlns:a16="http://schemas.microsoft.com/office/drawing/2014/main" id="{9AC59734-1C89-B60B-51BF-3243323EB90B}"/>
              </a:ext>
            </a:extLst>
          </p:cNvPr>
          <p:cNvSpPr txBox="1"/>
          <p:nvPr/>
        </p:nvSpPr>
        <p:spPr>
          <a:xfrm>
            <a:off x="6382870" y="410598"/>
            <a:ext cx="5683624" cy="369332"/>
          </a:xfrm>
          <a:prstGeom prst="rect">
            <a:avLst/>
          </a:prstGeom>
          <a:noFill/>
          <a:ln w="12700">
            <a:solidFill>
              <a:schemeClr val="tx1"/>
            </a:solidFill>
          </a:ln>
        </p:spPr>
        <p:txBody>
          <a:bodyPr wrap="square" rtlCol="0">
            <a:spAutoFit/>
          </a:bodyPr>
          <a:lstStyle/>
          <a:p>
            <a:r>
              <a:rPr lang="en-US" dirty="0"/>
              <a:t>Mayor chooses whether to make the seawall </a:t>
            </a:r>
            <a:r>
              <a:rPr lang="en-US" i="1" dirty="0"/>
              <a:t>short</a:t>
            </a:r>
            <a:r>
              <a:rPr lang="en-US" dirty="0"/>
              <a:t> or </a:t>
            </a:r>
            <a:r>
              <a:rPr lang="en-US" i="1" dirty="0"/>
              <a:t>tall</a:t>
            </a:r>
            <a:r>
              <a:rPr lang="en-US" dirty="0"/>
              <a:t>.</a:t>
            </a:r>
          </a:p>
        </p:txBody>
      </p:sp>
      <p:sp>
        <p:nvSpPr>
          <p:cNvPr id="11" name="TextBox 10">
            <a:extLst>
              <a:ext uri="{FF2B5EF4-FFF2-40B4-BE49-F238E27FC236}">
                <a16:creationId xmlns:a16="http://schemas.microsoft.com/office/drawing/2014/main" id="{99616407-38C0-D36A-25D7-EFB380CDA106}"/>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12" name="TextBox 11">
            <a:extLst>
              <a:ext uri="{FF2B5EF4-FFF2-40B4-BE49-F238E27FC236}">
                <a16:creationId xmlns:a16="http://schemas.microsoft.com/office/drawing/2014/main" id="{2FE6456F-A51B-09E0-DBD6-E4D78EEB99FC}"/>
              </a:ext>
            </a:extLst>
          </p:cNvPr>
          <p:cNvSpPr txBox="1"/>
          <p:nvPr/>
        </p:nvSpPr>
        <p:spPr>
          <a:xfrm>
            <a:off x="6382870" y="1041685"/>
            <a:ext cx="5602942" cy="369332"/>
          </a:xfrm>
          <a:prstGeom prst="rect">
            <a:avLst/>
          </a:prstGeom>
          <a:noFill/>
          <a:ln w="12700">
            <a:solidFill>
              <a:schemeClr val="tx1"/>
            </a:solidFill>
          </a:ln>
        </p:spPr>
        <p:txBody>
          <a:bodyPr wrap="square" rtlCol="0">
            <a:spAutoFit/>
          </a:bodyPr>
          <a:lstStyle/>
          <a:p>
            <a:r>
              <a:rPr lang="en-US" dirty="0"/>
              <a:t>Mayor </a:t>
            </a:r>
            <a:r>
              <a:rPr lang="en-US" i="1" dirty="0"/>
              <a:t>wins</a:t>
            </a:r>
            <a:r>
              <a:rPr lang="en-US" dirty="0"/>
              <a:t> re-election or </a:t>
            </a:r>
            <a:r>
              <a:rPr lang="en-US" i="1" dirty="0"/>
              <a:t>loses</a:t>
            </a:r>
            <a:r>
              <a:rPr lang="en-US" dirty="0"/>
              <a:t> re-election.</a:t>
            </a:r>
          </a:p>
        </p:txBody>
      </p:sp>
      <p:sp>
        <p:nvSpPr>
          <p:cNvPr id="10" name="TextBox 9">
            <a:extLst>
              <a:ext uri="{FF2B5EF4-FFF2-40B4-BE49-F238E27FC236}">
                <a16:creationId xmlns:a16="http://schemas.microsoft.com/office/drawing/2014/main" id="{C257399F-19F2-E32F-00FA-0593DF360E15}"/>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13" name="TextBox 12">
            <a:extLst>
              <a:ext uri="{FF2B5EF4-FFF2-40B4-BE49-F238E27FC236}">
                <a16:creationId xmlns:a16="http://schemas.microsoft.com/office/drawing/2014/main" id="{48D62C20-B5CE-9910-61CC-A5F6D4F6D677}"/>
              </a:ext>
            </a:extLst>
          </p:cNvPr>
          <p:cNvSpPr txBox="1"/>
          <p:nvPr/>
        </p:nvSpPr>
        <p:spPr>
          <a:xfrm>
            <a:off x="6382870" y="1670775"/>
            <a:ext cx="5602942" cy="646331"/>
          </a:xfrm>
          <a:prstGeom prst="rect">
            <a:avLst/>
          </a:prstGeom>
          <a:noFill/>
          <a:ln w="12700">
            <a:solidFill>
              <a:schemeClr val="tx1"/>
            </a:solidFill>
          </a:ln>
        </p:spPr>
        <p:txBody>
          <a:bodyPr wrap="square" rtlCol="0">
            <a:spAutoFit/>
          </a:bodyPr>
          <a:lstStyle/>
          <a:p>
            <a:r>
              <a:rPr lang="en-US" dirty="0"/>
              <a:t>Mayor’s utility level is 1 if she </a:t>
            </a:r>
            <a:r>
              <a:rPr lang="en-US" i="1" dirty="0"/>
              <a:t>wins</a:t>
            </a:r>
            <a:r>
              <a:rPr lang="en-US" dirty="0"/>
              <a:t> re-election and 0 if she </a:t>
            </a:r>
            <a:r>
              <a:rPr lang="en-US" i="1" dirty="0"/>
              <a:t>loses</a:t>
            </a:r>
            <a:r>
              <a:rPr lang="en-US" dirty="0"/>
              <a:t> re-election.</a:t>
            </a:r>
          </a:p>
        </p:txBody>
      </p:sp>
      <p:sp>
        <p:nvSpPr>
          <p:cNvPr id="14" name="TextBox 13">
            <a:extLst>
              <a:ext uri="{FF2B5EF4-FFF2-40B4-BE49-F238E27FC236}">
                <a16:creationId xmlns:a16="http://schemas.microsoft.com/office/drawing/2014/main" id="{515312F7-D004-49C2-A22D-F7FE230CEDD7}"/>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904AF45-5947-1020-A27A-7A2AE76C3545}"/>
                  </a:ext>
                </a:extLst>
              </p:cNvPr>
              <p:cNvSpPr txBox="1"/>
              <p:nvPr/>
            </p:nvSpPr>
            <p:spPr>
              <a:xfrm>
                <a:off x="4930590" y="3207951"/>
                <a:ext cx="2474258" cy="692049"/>
              </a:xfrm>
              <a:prstGeom prst="rect">
                <a:avLst/>
              </a:prstGeom>
              <a:noFill/>
              <a:ln w="12700">
                <a:solidFill>
                  <a:schemeClr val="tx1"/>
                </a:solidFill>
              </a:ln>
            </p:spPr>
            <p:txBody>
              <a:bodyPr wrap="square" rtlCol="0">
                <a:spAutoFit/>
              </a:bodyPr>
              <a:lstStyle/>
              <a:p>
                <a:r>
                  <a:rPr lang="en-US" dirty="0"/>
                  <a:t>If mayor chooses </a:t>
                </a:r>
                <a:r>
                  <a:rPr lang="en-US" i="1" dirty="0"/>
                  <a:t>short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i="1" dirty="0"/>
              </a:p>
            </p:txBody>
          </p:sp>
        </mc:Choice>
        <mc:Fallback xmlns="">
          <p:sp>
            <p:nvSpPr>
              <p:cNvPr id="15" name="TextBox 14">
                <a:extLst>
                  <a:ext uri="{FF2B5EF4-FFF2-40B4-BE49-F238E27FC236}">
                    <a16:creationId xmlns:a16="http://schemas.microsoft.com/office/drawing/2014/main" id="{E904AF45-5947-1020-A27A-7A2AE76C3545}"/>
                  </a:ext>
                </a:extLst>
              </p:cNvPr>
              <p:cNvSpPr txBox="1">
                <a:spLocks noRot="1" noChangeAspect="1" noMove="1" noResize="1" noEditPoints="1" noAdjustHandles="1" noChangeArrowheads="1" noChangeShapeType="1" noTextEdit="1"/>
              </p:cNvSpPr>
              <p:nvPr/>
            </p:nvSpPr>
            <p:spPr>
              <a:xfrm>
                <a:off x="4930590" y="3207951"/>
                <a:ext cx="2474258" cy="692049"/>
              </a:xfrm>
              <a:prstGeom prst="rect">
                <a:avLst/>
              </a:prstGeom>
              <a:blipFill>
                <a:blip r:embed="rId2"/>
                <a:stretch>
                  <a:fillRect l="-1961" t="-4310" b="-2586"/>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579206E-06B7-2433-DCD2-388C3DE0A9E1}"/>
                  </a:ext>
                </a:extLst>
              </p:cNvPr>
              <p:cNvSpPr txBox="1"/>
              <p:nvPr/>
            </p:nvSpPr>
            <p:spPr>
              <a:xfrm>
                <a:off x="9269507" y="3207951"/>
                <a:ext cx="2474258" cy="692626"/>
              </a:xfrm>
              <a:prstGeom prst="rect">
                <a:avLst/>
              </a:prstGeom>
              <a:noFill/>
              <a:ln w="12700">
                <a:solidFill>
                  <a:schemeClr val="tx1"/>
                </a:solidFill>
              </a:ln>
            </p:spPr>
            <p:txBody>
              <a:bodyPr wrap="square" rtlCol="0">
                <a:spAutoFit/>
              </a:bodyPr>
              <a:lstStyle/>
              <a:p>
                <a:r>
                  <a:rPr lang="en-US" dirty="0"/>
                  <a:t>If mayor chooses </a:t>
                </a:r>
                <a:r>
                  <a:rPr lang="en-US" i="1" dirty="0"/>
                  <a:t>tall</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re</m:t>
                      </m:r>
                      <m:r>
                        <m:rPr>
                          <m:nor/>
                        </m:rPr>
                        <a:rPr lang="en-US" b="0" i="0" smtClean="0">
                          <a:latin typeface="Cambria Math" panose="02040503050406030204" pitchFamily="18" charset="0"/>
                        </a:rPr>
                        <m:t>−</m:t>
                      </m:r>
                      <m:r>
                        <m:rPr>
                          <m:nor/>
                        </m:rPr>
                        <a:rPr lang="en-US" b="0" i="0" smtClean="0">
                          <a:latin typeface="Cambria Math" panose="02040503050406030204" pitchFamily="18" charset="0"/>
                        </a:rPr>
                        <m:t>elected</m:t>
                      </m:r>
                      <m:r>
                        <m:rPr>
                          <m:nor/>
                        </m:rPr>
                        <a:rPr lang="en-US" b="0" i="0"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i="1" dirty="0"/>
              </a:p>
            </p:txBody>
          </p:sp>
        </mc:Choice>
        <mc:Fallback xmlns="">
          <p:sp>
            <p:nvSpPr>
              <p:cNvPr id="16" name="TextBox 15">
                <a:extLst>
                  <a:ext uri="{FF2B5EF4-FFF2-40B4-BE49-F238E27FC236}">
                    <a16:creationId xmlns:a16="http://schemas.microsoft.com/office/drawing/2014/main" id="{9579206E-06B7-2433-DCD2-388C3DE0A9E1}"/>
                  </a:ext>
                </a:extLst>
              </p:cNvPr>
              <p:cNvSpPr txBox="1">
                <a:spLocks noRot="1" noChangeAspect="1" noMove="1" noResize="1" noEditPoints="1" noAdjustHandles="1" noChangeArrowheads="1" noChangeShapeType="1" noTextEdit="1"/>
              </p:cNvSpPr>
              <p:nvPr/>
            </p:nvSpPr>
            <p:spPr>
              <a:xfrm>
                <a:off x="9269507" y="3207951"/>
                <a:ext cx="2474258" cy="692626"/>
              </a:xfrm>
              <a:prstGeom prst="rect">
                <a:avLst/>
              </a:prstGeom>
              <a:blipFill>
                <a:blip r:embed="rId3"/>
                <a:stretch>
                  <a:fillRect l="-1966" t="-4310" b="-2586"/>
                </a:stretch>
              </a:blipFill>
              <a:ln w="12700">
                <a:solidFill>
                  <a:schemeClr val="tx1"/>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472B9B1B-D2CD-660D-A5DE-1C16F4A726A5}"/>
              </a:ext>
            </a:extLst>
          </p:cNvPr>
          <p:cNvSpPr txBox="1"/>
          <p:nvPr/>
        </p:nvSpPr>
        <p:spPr>
          <a:xfrm rot="19441911">
            <a:off x="-609601" y="1713958"/>
            <a:ext cx="6239435" cy="40011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sz="2000" dirty="0"/>
              <a:t>So which distribution yields the higher expected utility?</a:t>
            </a:r>
          </a:p>
        </p:txBody>
      </p:sp>
      <p:cxnSp>
        <p:nvCxnSpPr>
          <p:cNvPr id="18" name="Straight Arrow Connector 17">
            <a:extLst>
              <a:ext uri="{FF2B5EF4-FFF2-40B4-BE49-F238E27FC236}">
                <a16:creationId xmlns:a16="http://schemas.microsoft.com/office/drawing/2014/main" id="{C4EF6A37-5AC4-3E91-111B-3A11542D0748}"/>
              </a:ext>
            </a:extLst>
          </p:cNvPr>
          <p:cNvCxnSpPr>
            <a:stCxn id="15" idx="2"/>
          </p:cNvCxnSpPr>
          <p:nvPr/>
        </p:nvCxnSpPr>
        <p:spPr>
          <a:xfrm flipH="1">
            <a:off x="6167718" y="3900000"/>
            <a:ext cx="1" cy="5464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51B6FD1-BD4D-FF72-A785-22BE8D64DC69}"/>
                  </a:ext>
                </a:extLst>
              </p:cNvPr>
              <p:cNvSpPr txBox="1"/>
              <p:nvPr/>
            </p:nvSpPr>
            <p:spPr>
              <a:xfrm>
                <a:off x="4930590" y="4462468"/>
                <a:ext cx="2474258" cy="415050"/>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𝐸𝑈</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×0+</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×1=</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i="1" dirty="0"/>
              </a:p>
            </p:txBody>
          </p:sp>
        </mc:Choice>
        <mc:Fallback xmlns="">
          <p:sp>
            <p:nvSpPr>
              <p:cNvPr id="19" name="TextBox 18">
                <a:extLst>
                  <a:ext uri="{FF2B5EF4-FFF2-40B4-BE49-F238E27FC236}">
                    <a16:creationId xmlns:a16="http://schemas.microsoft.com/office/drawing/2014/main" id="{151B6FD1-BD4D-FF72-A785-22BE8D64DC69}"/>
                  </a:ext>
                </a:extLst>
              </p:cNvPr>
              <p:cNvSpPr txBox="1">
                <a:spLocks noRot="1" noChangeAspect="1" noMove="1" noResize="1" noEditPoints="1" noAdjustHandles="1" noChangeArrowheads="1" noChangeShapeType="1" noTextEdit="1"/>
              </p:cNvSpPr>
              <p:nvPr/>
            </p:nvSpPr>
            <p:spPr>
              <a:xfrm>
                <a:off x="4930590" y="4462468"/>
                <a:ext cx="2474258" cy="415050"/>
              </a:xfrm>
              <a:prstGeom prst="rect">
                <a:avLst/>
              </a:prstGeom>
              <a:blipFill>
                <a:blip r:embed="rId4"/>
                <a:stretch>
                  <a:fillRect b="-1429"/>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B766387-E3E5-44B3-630D-6183FE06B582}"/>
                  </a:ext>
                </a:extLst>
              </p:cNvPr>
              <p:cNvSpPr txBox="1"/>
              <p:nvPr/>
            </p:nvSpPr>
            <p:spPr>
              <a:xfrm>
                <a:off x="8875061" y="4462411"/>
                <a:ext cx="3083859" cy="417358"/>
              </a:xfrm>
              <a:prstGeom prst="rect">
                <a:avLst/>
              </a:prstGeom>
              <a:noFill/>
              <a:ln w="38100">
                <a:solidFill>
                  <a:schemeClr val="accent2"/>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𝐸𝑈</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79</m:t>
                              </m:r>
                            </m:num>
                            <m:den>
                              <m:r>
                                <a:rPr lang="en-US" b="0" i="1" smtClean="0">
                                  <a:latin typeface="Cambria Math" panose="02040503050406030204" pitchFamily="18" charset="0"/>
                                </a:rPr>
                                <m:t>160</m:t>
                              </m:r>
                            </m:den>
                          </m:f>
                        </m:e>
                      </m:box>
                      <m:r>
                        <a:rPr lang="en-US" b="0" i="1" smtClean="0">
                          <a:latin typeface="Cambria Math" panose="02040503050406030204" pitchFamily="18" charset="0"/>
                        </a:rPr>
                        <m:t>×0+</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r>
                        <a:rPr lang="en-US" b="0" i="1" smtClean="0">
                          <a:latin typeface="Cambria Math" panose="02040503050406030204" pitchFamily="18" charset="0"/>
                        </a:rPr>
                        <m:t>×1=</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160</m:t>
                              </m:r>
                            </m:den>
                          </m:f>
                        </m:e>
                      </m:box>
                    </m:oMath>
                  </m:oMathPara>
                </a14:m>
                <a:endParaRPr lang="en-US" i="1" dirty="0"/>
              </a:p>
            </p:txBody>
          </p:sp>
        </mc:Choice>
        <mc:Fallback xmlns="">
          <p:sp>
            <p:nvSpPr>
              <p:cNvPr id="21" name="TextBox 20">
                <a:extLst>
                  <a:ext uri="{FF2B5EF4-FFF2-40B4-BE49-F238E27FC236}">
                    <a16:creationId xmlns:a16="http://schemas.microsoft.com/office/drawing/2014/main" id="{9B766387-E3E5-44B3-630D-6183FE06B582}"/>
                  </a:ext>
                </a:extLst>
              </p:cNvPr>
              <p:cNvSpPr txBox="1">
                <a:spLocks noRot="1" noChangeAspect="1" noMove="1" noResize="1" noEditPoints="1" noAdjustHandles="1" noChangeArrowheads="1" noChangeShapeType="1" noTextEdit="1"/>
              </p:cNvSpPr>
              <p:nvPr/>
            </p:nvSpPr>
            <p:spPr>
              <a:xfrm>
                <a:off x="8875061" y="4462411"/>
                <a:ext cx="3083859" cy="417358"/>
              </a:xfrm>
              <a:prstGeom prst="rect">
                <a:avLst/>
              </a:prstGeom>
              <a:blipFill>
                <a:blip r:embed="rId5"/>
                <a:stretch>
                  <a:fillRect/>
                </a:stretch>
              </a:blipFill>
              <a:ln w="38100">
                <a:solidFill>
                  <a:schemeClr val="accent2"/>
                </a:solidFill>
              </a:ln>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A79068D1-1021-7BA0-6557-FB6A6B623A2C}"/>
              </a:ext>
            </a:extLst>
          </p:cNvPr>
          <p:cNvCxnSpPr/>
          <p:nvPr/>
        </p:nvCxnSpPr>
        <p:spPr>
          <a:xfrm flipH="1">
            <a:off x="10434918" y="3908247"/>
            <a:ext cx="1" cy="5464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Camera 2">
            <a:extLst>
              <a:ext uri="{FF2B5EF4-FFF2-40B4-BE49-F238E27FC236}">
                <a16:creationId xmlns:a16="http://schemas.microsoft.com/office/drawing/2014/main" id="{E73F0597-AFAB-9573-A711-DFCD73A9AF31}"/>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8807012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14C17-F06A-F0D5-044B-405040C1C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3ED7B5-8193-62B2-8496-A9AD3DF88574}"/>
              </a:ext>
            </a:extLst>
          </p:cNvPr>
          <p:cNvSpPr>
            <a:spLocks noGrp="1"/>
          </p:cNvSpPr>
          <p:nvPr>
            <p:ph type="title"/>
          </p:nvPr>
        </p:nvSpPr>
        <p:spPr/>
        <p:txBody>
          <a:bodyPr/>
          <a:lstStyle/>
          <a:p>
            <a:r>
              <a:rPr lang="en-US" dirty="0"/>
              <a:t>Agenda</a:t>
            </a:r>
          </a:p>
        </p:txBody>
      </p:sp>
      <p:sp>
        <p:nvSpPr>
          <p:cNvPr id="3" name="TextBox 2">
            <a:extLst>
              <a:ext uri="{FF2B5EF4-FFF2-40B4-BE49-F238E27FC236}">
                <a16:creationId xmlns:a16="http://schemas.microsoft.com/office/drawing/2014/main" id="{848E8817-BAEB-1E94-AF87-CDD9631AAF22}"/>
              </a:ext>
            </a:extLst>
          </p:cNvPr>
          <p:cNvSpPr txBox="1"/>
          <p:nvPr/>
        </p:nvSpPr>
        <p:spPr>
          <a:xfrm>
            <a:off x="855406" y="2064774"/>
            <a:ext cx="10461523" cy="1830566"/>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sz="4000" dirty="0"/>
              <a:t>Elements of expected utility models</a:t>
            </a:r>
          </a:p>
          <a:p>
            <a:pPr marL="285750" indent="-285750">
              <a:lnSpc>
                <a:spcPct val="150000"/>
              </a:lnSpc>
              <a:buFont typeface="Wingdings" panose="05000000000000000000" pitchFamily="2" charset="2"/>
              <a:buChar char="q"/>
            </a:pPr>
            <a:r>
              <a:rPr lang="en-US" sz="4000" dirty="0"/>
              <a:t>The expected utility formula</a:t>
            </a:r>
          </a:p>
        </p:txBody>
      </p:sp>
      <p:pic>
        <p:nvPicPr>
          <p:cNvPr id="5" name="Graphic 4" descr="Checkmark with solid fill">
            <a:extLst>
              <a:ext uri="{FF2B5EF4-FFF2-40B4-BE49-F238E27FC236}">
                <a16:creationId xmlns:a16="http://schemas.microsoft.com/office/drawing/2014/main" id="{04197BEA-0F42-5AE1-5B56-956EA5AA20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2000" y="1949823"/>
            <a:ext cx="914400" cy="914400"/>
          </a:xfrm>
          <a:prstGeom prst="rect">
            <a:avLst/>
          </a:prstGeom>
        </p:spPr>
      </p:pic>
      <p:pic>
        <p:nvPicPr>
          <p:cNvPr id="4" name="Graphic 3" descr="Checkmark with solid fill">
            <a:extLst>
              <a:ext uri="{FF2B5EF4-FFF2-40B4-BE49-F238E27FC236}">
                <a16:creationId xmlns:a16="http://schemas.microsoft.com/office/drawing/2014/main" id="{F97CB0BA-F908-DCA6-5C4F-95B88491E1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2000" y="2776796"/>
            <a:ext cx="914400" cy="914400"/>
          </a:xfrm>
          <a:prstGeom prst="rect">
            <a:avLst/>
          </a:prstGeom>
        </p:spPr>
      </p:pic>
      <p:pic>
        <p:nvPicPr>
          <p:cNvPr id="6" name="Camera 5">
            <a:extLst>
              <a:ext uri="{FF2B5EF4-FFF2-40B4-BE49-F238E27FC236}">
                <a16:creationId xmlns:a16="http://schemas.microsoft.com/office/drawing/2014/main" id="{939A8C4D-FAE3-C9DB-0FC1-568DA788EB1D}"/>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2663477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C8A14-FAB8-E302-A107-04120676498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375C9D-EEF9-2512-F31F-AE9DF270BEC9}"/>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9EE65D22-E2FA-9B3E-CBDF-7A475F12A21B}"/>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pic>
        <p:nvPicPr>
          <p:cNvPr id="2" name="Camera 1">
            <a:extLst>
              <a:ext uri="{FF2B5EF4-FFF2-40B4-BE49-F238E27FC236}">
                <a16:creationId xmlns:a16="http://schemas.microsoft.com/office/drawing/2014/main" id="{B42FEC2E-08DD-8A6A-5778-58181F356E94}"/>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3017661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B33ED-76D6-DDFD-8B8C-65FB6E42F8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358700-10C2-D58D-CC89-9314628C267F}"/>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C8FE7FF7-FEE0-FCD5-AAF9-62C7F1CA952D}"/>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675074B6-377E-20D2-DDE3-EA23CA4F1510}"/>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0365105E-DFA3-C920-27F7-AC92658997E4}"/>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FBA54CA9-6897-5466-5B0F-7D92ECAA268E}"/>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392B1F98-3378-42EF-485E-72CFAA3ECC5A}"/>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pic>
        <p:nvPicPr>
          <p:cNvPr id="8" name="Camera 7">
            <a:extLst>
              <a:ext uri="{FF2B5EF4-FFF2-40B4-BE49-F238E27FC236}">
                <a16:creationId xmlns:a16="http://schemas.microsoft.com/office/drawing/2014/main" id="{F01B25A6-9C85-EC73-2346-E5A21DCD1DC2}"/>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8733223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5C3C2-5640-9ED4-FC64-B5F75E6D6F5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7A1B350-0E5F-A4B2-B3E0-B884DFEAE289}"/>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765FC131-D98D-A8BB-F0E7-4A2705A6B60F}"/>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105AA926-2139-168C-F99C-78B687A46C4E}"/>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3E57AE6E-CB5A-DE5A-4D3C-ACA6BAA38CE6}"/>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62C0B23F-470D-01B8-CE53-431496F60084}"/>
              </a:ext>
            </a:extLst>
          </p:cNvPr>
          <p:cNvSpPr txBox="1"/>
          <p:nvPr/>
        </p:nvSpPr>
        <p:spPr>
          <a:xfrm>
            <a:off x="4374776" y="1670775"/>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02D13437-F757-3022-6ACD-3F71EC787959}"/>
              </a:ext>
            </a:extLst>
          </p:cNvPr>
          <p:cNvSpPr txBox="1"/>
          <p:nvPr/>
        </p:nvSpPr>
        <p:spPr>
          <a:xfrm>
            <a:off x="4374776" y="258042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2B07648-960E-18EE-368D-F4FA048A7F04}"/>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62B07648-960E-18EE-368D-F4FA048A7F04}"/>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pic>
        <p:nvPicPr>
          <p:cNvPr id="9" name="Camera 8">
            <a:extLst>
              <a:ext uri="{FF2B5EF4-FFF2-40B4-BE49-F238E27FC236}">
                <a16:creationId xmlns:a16="http://schemas.microsoft.com/office/drawing/2014/main" id="{367C7CA5-AE9E-C4BF-EBA9-BAEE1BEBA5F3}"/>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1869534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FE451-8524-FD58-34DD-4988A32480A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C6D1E1-5E9F-8078-97FF-4B75FBEF6ACC}"/>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1D977E24-33A7-4589-E3E9-A7C41D612DC7}"/>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1B4F3927-1420-3080-28FE-D8C2484A7D80}"/>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E4FDE434-3906-63C3-D929-C7C9DD88D433}"/>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625EB4B6-3BC0-6217-379A-B0045A99381F}"/>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439C0B2D-E0FD-74C5-6120-10BE919C9246}"/>
              </a:ext>
            </a:extLst>
          </p:cNvPr>
          <p:cNvSpPr txBox="1"/>
          <p:nvPr/>
        </p:nvSpPr>
        <p:spPr>
          <a:xfrm>
            <a:off x="4374776" y="2851577"/>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DD49631-0021-D474-5676-CA58AA9B9B7C}"/>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EDD49631-0021-D474-5676-CA58AA9B9B7C}"/>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DA776887-B754-6114-06EC-C83F952EBB99}"/>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p:pic>
        <p:nvPicPr>
          <p:cNvPr id="10" name="Camera 9">
            <a:extLst>
              <a:ext uri="{FF2B5EF4-FFF2-40B4-BE49-F238E27FC236}">
                <a16:creationId xmlns:a16="http://schemas.microsoft.com/office/drawing/2014/main" id="{892E698B-6764-C95A-DABE-8646DB98BF3C}"/>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7622808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0A828-ED62-13B6-AF43-FC385DB3A3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7F64F8A-0F3A-E25E-50D1-4F3A065B7608}"/>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C0B92F2D-8E62-A2B9-C8BE-9E28E52DD8C1}"/>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5BC685BF-0963-737A-6EB8-FCEB070CD554}"/>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DD15232E-5FAB-6AD0-25D1-7C8C5D197CE5}"/>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ABD9E322-7219-B212-E30F-E22AF2F1FB3C}"/>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FF4D99CB-8A15-6321-BF66-191411EDAA24}"/>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E6B53C6-8091-1EA1-F735-2664C3E29B12}"/>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CE6B53C6-8091-1EA1-F735-2664C3E29B12}"/>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F7117952-EBAD-08AD-4610-69B7C53D1D7A}"/>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9E0261E-9D9F-C8ED-5580-8AC73D7C5BC5}"/>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D9E0261E-9D9F-C8ED-5580-8AC73D7C5BC5}"/>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pic>
        <p:nvPicPr>
          <p:cNvPr id="11" name="Camera 10">
            <a:extLst>
              <a:ext uri="{FF2B5EF4-FFF2-40B4-BE49-F238E27FC236}">
                <a16:creationId xmlns:a16="http://schemas.microsoft.com/office/drawing/2014/main" id="{F9F3F8CB-0DA1-F9B1-FEA1-CF2FBD4A9D96}"/>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9120948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8562C-167C-F9D7-92DA-3C58227A73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94B95AE-7F2E-7EC6-04CC-4C3D5B2B6DC1}"/>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1C9C9F4C-5CC3-5876-C074-5717A49D92F7}"/>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E528515C-86EF-9EB8-D0B8-A012F067BDDF}"/>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C2DE3744-9B58-C9A5-AA44-B77C8FC1D20E}"/>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61016C9A-1184-65FF-02C4-E9992FE25E88}"/>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85CB264D-A8B5-5E1A-08CA-5021A63E5437}"/>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E61D709-9D58-D1A8-12A1-E24CD64B8200}"/>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9E61D709-9D58-D1A8-12A1-E24CD64B8200}"/>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F01F7B28-673E-0E8A-5EAC-7F092548CF3D}"/>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4D7B267-5DE5-2282-0D79-243363A7802E}"/>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14D7B267-5DE5-2282-0D79-243363A7802E}"/>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1B596718-9775-67FF-273E-D20AC01B6C28}"/>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09ACF2C-1FCC-A481-24DA-E939775728EC}"/>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01DB084-00F9-38B1-7D13-594B25B23855}"/>
                  </a:ext>
                </a:extLst>
              </p:cNvPr>
              <p:cNvSpPr txBox="1"/>
              <p:nvPr/>
            </p:nvSpPr>
            <p:spPr>
              <a:xfrm>
                <a:off x="1366982" y="1034281"/>
                <a:ext cx="9790545" cy="147732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Notice: The budget (</a:t>
                </a:r>
                <a14:m>
                  <m:oMath xmlns:m="http://schemas.openxmlformats.org/officeDocument/2006/math">
                    <m:r>
                      <a:rPr lang="en-US" b="0" i="1" smtClean="0">
                        <a:latin typeface="Cambria Math" panose="02040503050406030204" pitchFamily="18" charset="0"/>
                      </a:rPr>
                      <m:t>𝑏</m:t>
                    </m:r>
                  </m:oMath>
                </a14:m>
                <a:r>
                  <a:rPr lang="en-US" dirty="0"/>
                  <a:t>) affects the likelihood that the military succeeds </a:t>
                </a:r>
                <a:r>
                  <a:rPr lang="en-US" b="1" dirty="0"/>
                  <a:t>IF</a:t>
                </a:r>
                <a:r>
                  <a:rPr lang="en-US" dirty="0"/>
                  <a:t> it attempts a coup, and the performance of the military </a:t>
                </a:r>
                <a:r>
                  <a:rPr lang="en-US" b="1" dirty="0"/>
                  <a:t>IF</a:t>
                </a:r>
                <a:r>
                  <a:rPr lang="en-US" dirty="0"/>
                  <a:t> there is a war.</a:t>
                </a:r>
              </a:p>
              <a:p>
                <a:endParaRPr lang="en-US" dirty="0"/>
              </a:p>
              <a:p>
                <a:r>
                  <a:rPr lang="en-US" dirty="0"/>
                  <a:t>So first we need to model the likelihood </a:t>
                </a:r>
                <a:r>
                  <a:rPr lang="en-US" b="1" dirty="0"/>
                  <a:t>THAT</a:t>
                </a:r>
                <a:r>
                  <a:rPr lang="en-US" dirty="0"/>
                  <a:t> there is a coup attempt and the likelihood </a:t>
                </a:r>
                <a:r>
                  <a:rPr lang="en-US" b="1" dirty="0"/>
                  <a:t>THAT</a:t>
                </a:r>
                <a:r>
                  <a:rPr lang="en-US" dirty="0"/>
                  <a:t> there is a war.</a:t>
                </a:r>
              </a:p>
            </p:txBody>
          </p:sp>
        </mc:Choice>
        <mc:Fallback xmlns="">
          <p:sp>
            <p:nvSpPr>
              <p:cNvPr id="13" name="TextBox 12">
                <a:extLst>
                  <a:ext uri="{FF2B5EF4-FFF2-40B4-BE49-F238E27FC236}">
                    <a16:creationId xmlns:a16="http://schemas.microsoft.com/office/drawing/2014/main" id="{901DB084-00F9-38B1-7D13-594B25B23855}"/>
                  </a:ext>
                </a:extLst>
              </p:cNvPr>
              <p:cNvSpPr txBox="1">
                <a:spLocks noRot="1" noChangeAspect="1" noMove="1" noResize="1" noEditPoints="1" noAdjustHandles="1" noChangeArrowheads="1" noChangeShapeType="1" noTextEdit="1"/>
              </p:cNvSpPr>
              <p:nvPr/>
            </p:nvSpPr>
            <p:spPr>
              <a:xfrm>
                <a:off x="1366982" y="1034281"/>
                <a:ext cx="9790545" cy="1477328"/>
              </a:xfrm>
              <a:prstGeom prst="rect">
                <a:avLst/>
              </a:prstGeom>
              <a:blipFill>
                <a:blip r:embed="rId4"/>
                <a:stretch>
                  <a:fillRect l="-435" t="-2041" b="-4898"/>
                </a:stretch>
              </a:blipFill>
            </p:spPr>
            <p:txBody>
              <a:bodyPr/>
              <a:lstStyle/>
              <a:p>
                <a:r>
                  <a:rPr lang="en-US">
                    <a:noFill/>
                  </a:rPr>
                  <a:t> </a:t>
                </a:r>
              </a:p>
            </p:txBody>
          </p:sp>
        </mc:Fallback>
      </mc:AlternateContent>
      <p:pic>
        <p:nvPicPr>
          <p:cNvPr id="14" name="Camera 13">
            <a:extLst>
              <a:ext uri="{FF2B5EF4-FFF2-40B4-BE49-F238E27FC236}">
                <a16:creationId xmlns:a16="http://schemas.microsoft.com/office/drawing/2014/main" id="{4BA1D302-72D8-18C5-0165-0A4F9A4D0B93}"/>
              </a:ext>
            </a:extLst>
          </p:cNvPr>
          <p:cNvPicPr>
            <a:picLocks noChangeAspect="1"/>
            <a:extLst>
              <a:ext uri="{51228E76-BA90-4043-B771-695A4F85340A}">
                <alf:liveFeedProps xmlns:alf="http://schemas.microsoft.com/office/drawing/2021/livefeed"/>
              </a:ext>
            </a:extLst>
          </p:cNvPicPr>
          <p:nvPr/>
        </p:nvPicPr>
        <p:blipFill>
          <a:blip r:embed="rId5">
            <a:extLst>
              <a:ext uri="{96DAC541-7B7A-43D3-8B79-37D633B846F1}">
                <asvg:svgBlip xmlns:asvg="http://schemas.microsoft.com/office/drawing/2016/SVG/main" r:embed="rId6"/>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1906069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05CBD-8874-308B-0ADC-9B48C2052B5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F8842B-E19E-7CC3-C472-2CE821A130C9}"/>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48D3B160-4AC3-0962-5747-A96C6F89430A}"/>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BF399D7B-CADE-E241-D7CF-ED13A483A989}"/>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50CA33DB-788C-90D5-AF31-799DEBCEC9AE}"/>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1C0ABFF6-0462-F965-6C7A-76DD8BAC7E86}"/>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0A86ADF1-6097-FE0A-EC15-7F5888483CDB}"/>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C386D50-39FF-4ECD-DC26-ECE82427DB74}"/>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4C386D50-39FF-4ECD-DC26-ECE82427DB74}"/>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71117332-08C6-7B84-6187-B14FF78D6C16}"/>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747426-3A02-7D09-212C-F674F10FCFAE}"/>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D6747426-3A02-7D09-212C-F674F10FCFAE}"/>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4F7854BE-2475-208C-B519-EE82BEEC48A7}"/>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BF35D33-3B04-C8D8-020B-B43FC452BBE0}"/>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DCA22E-9BD9-F62A-6F90-C06F88F1508C}"/>
                  </a:ext>
                </a:extLst>
              </p:cNvPr>
              <p:cNvSpPr txBox="1"/>
              <p:nvPr/>
            </p:nvSpPr>
            <p:spPr>
              <a:xfrm>
                <a:off x="1366982" y="1034281"/>
                <a:ext cx="9790545" cy="147732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Notice: The budget (</a:t>
                </a:r>
                <a14:m>
                  <m:oMath xmlns:m="http://schemas.openxmlformats.org/officeDocument/2006/math">
                    <m:r>
                      <a:rPr lang="en-US" b="0" i="1" smtClean="0">
                        <a:latin typeface="Cambria Math" panose="02040503050406030204" pitchFamily="18" charset="0"/>
                      </a:rPr>
                      <m:t>𝑏</m:t>
                    </m:r>
                  </m:oMath>
                </a14:m>
                <a:r>
                  <a:rPr lang="en-US" dirty="0"/>
                  <a:t>) affects the likelihood that the military succeeds </a:t>
                </a:r>
                <a:r>
                  <a:rPr lang="en-US" b="1" dirty="0"/>
                  <a:t>IF</a:t>
                </a:r>
                <a:r>
                  <a:rPr lang="en-US" dirty="0"/>
                  <a:t> it attempts a coup, and the performance of the military </a:t>
                </a:r>
                <a:r>
                  <a:rPr lang="en-US" b="1" dirty="0"/>
                  <a:t>IF</a:t>
                </a:r>
                <a:r>
                  <a:rPr lang="en-US" dirty="0"/>
                  <a:t> there is a war.</a:t>
                </a:r>
              </a:p>
              <a:p>
                <a:endParaRPr lang="en-US" dirty="0"/>
              </a:p>
              <a:p>
                <a:r>
                  <a:rPr lang="en-US" dirty="0"/>
                  <a:t>So first we need to model the likelihood </a:t>
                </a:r>
                <a:r>
                  <a:rPr lang="en-US" b="1" dirty="0"/>
                  <a:t>THAT</a:t>
                </a:r>
                <a:r>
                  <a:rPr lang="en-US" dirty="0"/>
                  <a:t> there is a coup attempt and the likelihood </a:t>
                </a:r>
                <a:r>
                  <a:rPr lang="en-US" b="1" dirty="0"/>
                  <a:t>THAT</a:t>
                </a:r>
                <a:r>
                  <a:rPr lang="en-US" dirty="0"/>
                  <a:t> there is a war.</a:t>
                </a:r>
              </a:p>
            </p:txBody>
          </p:sp>
        </mc:Choice>
        <mc:Fallback xmlns="">
          <p:sp>
            <p:nvSpPr>
              <p:cNvPr id="13" name="TextBox 12">
                <a:extLst>
                  <a:ext uri="{FF2B5EF4-FFF2-40B4-BE49-F238E27FC236}">
                    <a16:creationId xmlns:a16="http://schemas.microsoft.com/office/drawing/2014/main" id="{F2DCA22E-9BD9-F62A-6F90-C06F88F1508C}"/>
                  </a:ext>
                </a:extLst>
              </p:cNvPr>
              <p:cNvSpPr txBox="1">
                <a:spLocks noRot="1" noChangeAspect="1" noMove="1" noResize="1" noEditPoints="1" noAdjustHandles="1" noChangeArrowheads="1" noChangeShapeType="1" noTextEdit="1"/>
              </p:cNvSpPr>
              <p:nvPr/>
            </p:nvSpPr>
            <p:spPr>
              <a:xfrm>
                <a:off x="1366982" y="1034281"/>
                <a:ext cx="9790545" cy="1477328"/>
              </a:xfrm>
              <a:prstGeom prst="rect">
                <a:avLst/>
              </a:prstGeom>
              <a:blipFill>
                <a:blip r:embed="rId4"/>
                <a:stretch>
                  <a:fillRect l="-435" t="-2041" b="-4898"/>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7542894A-5001-B3BC-E6B7-B2007EB62C75}"/>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D8EF9A90-CD96-C23B-F85C-B4B9A8CA30BC}"/>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BA96878-DF4A-44A7-CDD3-4F7ED7C259C4}"/>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5BA96878-DF4A-44A7-CDD3-4F7ED7C259C4}"/>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5D6E605-9FC2-D058-D549-1F753D2888A8}"/>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45D6E605-9FC2-D058-D549-1F753D2888A8}"/>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7F1F5ED-B175-6F31-15F4-4F0A80E8960B}"/>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17F1F5ED-B175-6F31-15F4-4F0A80E8960B}"/>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7"/>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948E8F8-C5DA-C422-5358-2E81D66449BC}"/>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8948E8F8-C5DA-C422-5358-2E81D66449BC}"/>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8"/>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1D68ED2-1B62-5097-6D91-2F344260C01B}"/>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21D68ED2-1B62-5097-6D91-2F344260C01B}"/>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2F0AD89-6102-0E30-3D8D-CFBEABE44CF7}"/>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C2F0AD89-6102-0E30-3D8D-CFBEABE44CF7}"/>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5DE3DB6-4665-1C8F-865F-873807896583}"/>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A5DE3DB6-4665-1C8F-865F-873807896583}"/>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530610F-BFED-3F97-3823-E64715972F95}"/>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3530610F-BFED-3F97-3823-E64715972F95}"/>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2"/>
                  <a:stretch>
                    <a:fillRect/>
                  </a:stretch>
                </a:blipFill>
              </p:spPr>
              <p:txBody>
                <a:bodyPr/>
                <a:lstStyle/>
                <a:p>
                  <a:r>
                    <a:rPr lang="en-US">
                      <a:noFill/>
                    </a:rPr>
                    <a:t> </a:t>
                  </a:r>
                </a:p>
              </p:txBody>
            </p:sp>
          </mc:Fallback>
        </mc:AlternateContent>
      </p:grpSp>
      <p:pic>
        <p:nvPicPr>
          <p:cNvPr id="24" name="Camera 23">
            <a:extLst>
              <a:ext uri="{FF2B5EF4-FFF2-40B4-BE49-F238E27FC236}">
                <a16:creationId xmlns:a16="http://schemas.microsoft.com/office/drawing/2014/main" id="{CE720825-7694-0BD6-A5EB-194D06050F60}"/>
              </a:ext>
            </a:extLst>
          </p:cNvPr>
          <p:cNvPicPr>
            <a:picLocks noChangeAspect="1"/>
            <a:extLst>
              <a:ext uri="{51228E76-BA90-4043-B771-695A4F85340A}">
                <alf:liveFeedProps xmlns:alf="http://schemas.microsoft.com/office/drawing/2021/livefeed"/>
              </a:ext>
            </a:extLst>
          </p:cNvPicPr>
          <p:nvPr/>
        </p:nvPicPr>
        <p:blipFill>
          <a:blip r:embed="rId13">
            <a:extLst>
              <a:ext uri="{96DAC541-7B7A-43D3-8B79-37D633B846F1}">
                <asvg:svgBlip xmlns:asvg="http://schemas.microsoft.com/office/drawing/2016/SVG/main" r:embed="rId14"/>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9271268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E1B7E-3C7E-BB58-E7AA-EF61BF27D4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6FE887-3B0A-641A-48FC-E50792389AC9}"/>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637DF613-F810-5DF2-EA81-F5D14E7A8330}"/>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C6DB919F-E9B3-58EE-A0F2-25D2DEFD3413}"/>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8A444C33-4EF0-A77A-4BD2-B4095F03B502}"/>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5F9707F2-15BE-8026-A954-AE92EB47D5E8}"/>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CAB3283A-9376-ABE7-8DA9-BD0C4447BEE5}"/>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31F4652-7A83-A149-D713-1FE06EC8BCA7}"/>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C31F4652-7A83-A149-D713-1FE06EC8BCA7}"/>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3A13BE81-4E3E-B2DC-3CEB-50CD0866C6FC}"/>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07A67DE-2E50-E876-8E38-8C12629E10DD}"/>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107A67DE-2E50-E876-8E38-8C12629E10DD}"/>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5F6D0733-BD9B-AAEE-67BF-A28822C234A8}"/>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5B1797D-DE2B-545F-82C0-5CE640073A1F}"/>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A157360-5D8D-8049-F035-B8FFDC825F31}"/>
                  </a:ext>
                </a:extLst>
              </p:cNvPr>
              <p:cNvSpPr txBox="1"/>
              <p:nvPr/>
            </p:nvSpPr>
            <p:spPr>
              <a:xfrm>
                <a:off x="1366982" y="1034281"/>
                <a:ext cx="9790545" cy="147732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Notice: The budget (</a:t>
                </a:r>
                <a14:m>
                  <m:oMath xmlns:m="http://schemas.openxmlformats.org/officeDocument/2006/math">
                    <m:r>
                      <a:rPr lang="en-US" b="0" i="1" smtClean="0">
                        <a:latin typeface="Cambria Math" panose="02040503050406030204" pitchFamily="18" charset="0"/>
                      </a:rPr>
                      <m:t>𝑏</m:t>
                    </m:r>
                  </m:oMath>
                </a14:m>
                <a:r>
                  <a:rPr lang="en-US" dirty="0"/>
                  <a:t>) affects the likelihood that the military succeeds </a:t>
                </a:r>
                <a:r>
                  <a:rPr lang="en-US" b="1" dirty="0"/>
                  <a:t>IF</a:t>
                </a:r>
                <a:r>
                  <a:rPr lang="en-US" dirty="0"/>
                  <a:t> it attempts a coup, and the performance of the military </a:t>
                </a:r>
                <a:r>
                  <a:rPr lang="en-US" b="1" dirty="0"/>
                  <a:t>IF</a:t>
                </a:r>
                <a:r>
                  <a:rPr lang="en-US" dirty="0"/>
                  <a:t> there is a war.</a:t>
                </a:r>
              </a:p>
              <a:p>
                <a:endParaRPr lang="en-US" dirty="0"/>
              </a:p>
              <a:p>
                <a:r>
                  <a:rPr lang="en-US" dirty="0"/>
                  <a:t>So first we need to model the likelihood </a:t>
                </a:r>
                <a:r>
                  <a:rPr lang="en-US" b="1" dirty="0"/>
                  <a:t>THAT</a:t>
                </a:r>
                <a:r>
                  <a:rPr lang="en-US" dirty="0"/>
                  <a:t> there is a coup attempt and the likelihood </a:t>
                </a:r>
                <a:r>
                  <a:rPr lang="en-US" b="1" dirty="0"/>
                  <a:t>THAT</a:t>
                </a:r>
                <a:r>
                  <a:rPr lang="en-US" dirty="0"/>
                  <a:t> there is a war.</a:t>
                </a:r>
              </a:p>
            </p:txBody>
          </p:sp>
        </mc:Choice>
        <mc:Fallback xmlns="">
          <p:sp>
            <p:nvSpPr>
              <p:cNvPr id="13" name="TextBox 12">
                <a:extLst>
                  <a:ext uri="{FF2B5EF4-FFF2-40B4-BE49-F238E27FC236}">
                    <a16:creationId xmlns:a16="http://schemas.microsoft.com/office/drawing/2014/main" id="{1A157360-5D8D-8049-F035-B8FFDC825F31}"/>
                  </a:ext>
                </a:extLst>
              </p:cNvPr>
              <p:cNvSpPr txBox="1">
                <a:spLocks noRot="1" noChangeAspect="1" noMove="1" noResize="1" noEditPoints="1" noAdjustHandles="1" noChangeArrowheads="1" noChangeShapeType="1" noTextEdit="1"/>
              </p:cNvSpPr>
              <p:nvPr/>
            </p:nvSpPr>
            <p:spPr>
              <a:xfrm>
                <a:off x="1366982" y="1034281"/>
                <a:ext cx="9790545" cy="1477328"/>
              </a:xfrm>
              <a:prstGeom prst="rect">
                <a:avLst/>
              </a:prstGeom>
              <a:blipFill>
                <a:blip r:embed="rId4"/>
                <a:stretch>
                  <a:fillRect l="-435" t="-2041" b="-4898"/>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35658BDF-DE1D-55C4-64E1-E69D99809E12}"/>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9486DA9A-6E67-B01A-53AD-67EBD5E7CFB5}"/>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3E94514-8FF7-BAF3-32A5-E80F2219E707}"/>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03E94514-8FF7-BAF3-32A5-E80F2219E707}"/>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6916EF6-5AAA-108C-15E8-8D493060D097}"/>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F6916EF6-5AAA-108C-15E8-8D493060D097}"/>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7E70ACE-E03C-15C5-58F5-A00D4C7E5211}"/>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47E70ACE-E03C-15C5-58F5-A00D4C7E5211}"/>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7"/>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308726C-31B7-E6D6-87C4-04FB995F662B}"/>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B308726C-31B7-E6D6-87C4-04FB995F662B}"/>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8"/>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E86BA1E-C5ED-C976-DFB9-1DEDC3B47C9A}"/>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2E86BA1E-C5ED-C976-DFB9-1DEDC3B47C9A}"/>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50F6638-75CD-8BBD-92D8-CED12EC99A92}"/>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B50F6638-75CD-8BBD-92D8-CED12EC99A92}"/>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CA68C9E-48F8-39D2-D95B-5611D0FE9B40}"/>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DCA68C9E-48F8-39D2-D95B-5611D0FE9B40}"/>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4F47DDA-70E1-D1B3-C05A-C31AF55D829D}"/>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04F47DDA-70E1-D1B3-C05A-C31AF55D829D}"/>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A312BA9-9BD8-A5F5-426B-DF8DD05359F2}"/>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5A312BA9-9BD8-A5F5-426B-DF8DD05359F2}"/>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BF41C26-877D-279A-7DC8-3FF974E3FA04}"/>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4BF41C26-877D-279A-7DC8-3FF974E3FA04}"/>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4"/>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3698EB6-36E0-B1E6-B395-7BFE36660C47}"/>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F3698EB6-36E0-B1E6-B395-7BFE36660C47}"/>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5"/>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75CF88C-7214-5BD3-C56B-2B90E7C2F0F9}"/>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075CF88C-7214-5BD3-C56B-2B90E7C2F0F9}"/>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6"/>
                <a:stretch>
                  <a:fillRect b="-1449"/>
                </a:stretch>
              </a:blipFill>
            </p:spPr>
            <p:txBody>
              <a:bodyPr/>
              <a:lstStyle/>
              <a:p>
                <a:r>
                  <a:rPr lang="en-US">
                    <a:noFill/>
                  </a:rPr>
                  <a:t> </a:t>
                </a:r>
              </a:p>
            </p:txBody>
          </p:sp>
        </mc:Fallback>
      </mc:AlternateContent>
      <p:pic>
        <p:nvPicPr>
          <p:cNvPr id="28" name="Camera 27">
            <a:extLst>
              <a:ext uri="{FF2B5EF4-FFF2-40B4-BE49-F238E27FC236}">
                <a16:creationId xmlns:a16="http://schemas.microsoft.com/office/drawing/2014/main" id="{03411975-D7AD-4DA9-B2CD-CD6E638794A9}"/>
              </a:ext>
            </a:extLst>
          </p:cNvPr>
          <p:cNvPicPr>
            <a:picLocks noChangeAspect="1"/>
            <a:extLst>
              <a:ext uri="{51228E76-BA90-4043-B771-695A4F85340A}">
                <alf:liveFeedProps xmlns:alf="http://schemas.microsoft.com/office/drawing/2021/livefeed"/>
              </a:ext>
            </a:extLst>
          </p:cNvPicPr>
          <p:nvPr/>
        </p:nvPicPr>
        <p:blipFill>
          <a:blip r:embed="rId17">
            <a:extLst>
              <a:ext uri="{96DAC541-7B7A-43D3-8B79-37D633B846F1}">
                <asvg:svgBlip xmlns:asvg="http://schemas.microsoft.com/office/drawing/2016/SVG/main" r:embed="rId18"/>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5250914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34F7B-76B5-7DE5-47B5-5AE204B86E4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FDD2FA-DA7B-6DD4-E2E0-7B832A0B8086}"/>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2733B0CF-DF27-52E9-17B8-0167E4194E49}"/>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3AC5AE98-6518-8190-4428-43BC6BBA631D}"/>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E385FE4A-AB2F-C65A-DE4E-9A04D5C3FCB2}"/>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BD54505F-384F-D521-A1A3-BD351EEEAC54}"/>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00B8656B-20ED-D594-DF49-DFC4F9CFC57C}"/>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A0B3CF3-25B7-F08F-B5E9-51AC2BEFE21E}"/>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4A0B3CF3-25B7-F08F-B5E9-51AC2BEFE21E}"/>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139B477F-9FD1-80E4-5404-F800321F53AD}"/>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53E8C5B-E510-AAD7-E568-76D253C6E4CF}"/>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A53E8C5B-E510-AAD7-E568-76D253C6E4CF}"/>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564B359B-9936-D8A8-C180-7095B3B3E12D}"/>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FEE7B8A-E9DC-DF00-A142-9E07FE2BCD32}"/>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5E31D59B-8C4D-C103-71B5-AD155C8B8B8D}"/>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148AEADA-FBD7-0A3F-DAA0-2D645DF784A6}"/>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314C7E69-BAA9-7249-A6C9-6321045FFB47}"/>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291996B-5B8C-D10C-2002-B78384CBCC0C}"/>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8291996B-5B8C-D10C-2002-B78384CBCC0C}"/>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7D13009-B5CB-26C7-2466-A499E5F3ADFA}"/>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D7D13009-B5CB-26C7-2466-A499E5F3ADFA}"/>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87CD79C-FD7E-D88D-8633-BF9805747B21}"/>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787CD79C-FD7E-D88D-8633-BF9805747B21}"/>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A303731-5479-D8BF-31F0-EE0CB4335678}"/>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6A303731-5479-D8BF-31F0-EE0CB4335678}"/>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6CF0D97-A138-507F-E092-F5CD09A2DBE9}"/>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26CF0D97-A138-507F-E092-F5CD09A2DBE9}"/>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1F87C9B-6170-D7F9-5FF3-9CCD6A8F68C9}"/>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B1F87C9B-6170-D7F9-5FF3-9CCD6A8F68C9}"/>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BD495AD-EA39-A297-B2C6-274EA52900A3}"/>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7BD495AD-EA39-A297-B2C6-274EA52900A3}"/>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44DB929-9D5C-56CC-B295-57E8C0B6234C}"/>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244DB929-9D5C-56CC-B295-57E8C0B6234C}"/>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C0EE5AC-F441-E066-248F-531723A26B72}"/>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1C0EE5AC-F441-E066-248F-531723A26B72}"/>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80B6E22-7D65-7586-EB29-E868C3FA7A5B}"/>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180B6E22-7D65-7586-EB29-E868C3FA7A5B}"/>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BADD585-3D2B-84ED-CA8F-DBFECBEA56FF}"/>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DBADD585-3D2B-84ED-CA8F-DBFECBEA56FF}"/>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8856079-5D24-E158-7F55-A72DC440CD00}"/>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98856079-5D24-E158-7F55-A72DC440CD00}"/>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p:pic>
        <p:nvPicPr>
          <p:cNvPr id="13" name="Camera 12">
            <a:extLst>
              <a:ext uri="{FF2B5EF4-FFF2-40B4-BE49-F238E27FC236}">
                <a16:creationId xmlns:a16="http://schemas.microsoft.com/office/drawing/2014/main" id="{812E6498-6FCF-5169-ECF4-4D0595925203}"/>
              </a:ext>
            </a:extLst>
          </p:cNvPr>
          <p:cNvPicPr>
            <a:picLocks noChangeAspect="1"/>
            <a:extLst>
              <a:ext uri="{51228E76-BA90-4043-B771-695A4F85340A}">
                <alf:liveFeedProps xmlns:alf="http://schemas.microsoft.com/office/drawing/2021/livefeed"/>
              </a:ext>
            </a:extLst>
          </p:cNvPicPr>
          <p:nvPr/>
        </p:nvPicPr>
        <p:blipFill>
          <a:blip r:embed="rId16">
            <a:extLst>
              <a:ext uri="{96DAC541-7B7A-43D3-8B79-37D633B846F1}">
                <asvg:svgBlip xmlns:asvg="http://schemas.microsoft.com/office/drawing/2016/SVG/main" r:embed="rId17"/>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7271035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9CB91-55FE-9E47-1F7B-B89702BB08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69B27A0-B6A6-0BC6-D007-D18F407DB845}"/>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877F1266-D00D-11F4-C8FA-2467785561DB}"/>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BA57DDF1-4A49-F24D-C7DF-C0E5501BFB9B}"/>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61E8A8B1-3963-3954-6BA6-FE9C7CA12BEB}"/>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1D398FFD-C651-52AD-A8C1-39D89B04F379}"/>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B528C3CE-A6A3-4427-C80F-7F75E34DB86D}"/>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DF354D4-8F1A-0C23-8ADF-B7F4B6618A6E}"/>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2DF354D4-8F1A-0C23-8ADF-B7F4B6618A6E}"/>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A7F9A974-F174-EB3C-E28A-359804CF5F33}"/>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71C0101-CCE8-F648-9AE9-4909349D894A}"/>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771C0101-CCE8-F648-9AE9-4909349D894A}"/>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EAA42F8E-5B10-7FA5-B2BA-2F7883648BA9}"/>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9A235F2-1E64-1CE4-D966-9ED4DCFD0817}"/>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EC97E9AB-82ED-0FF8-5462-481B13997516}"/>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16832D5D-7A52-BA9E-333B-5109D0767559}"/>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72040C03-C108-FB1A-C12F-27D746552E6F}"/>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B03E28D-EA46-5373-BD3A-67A6F9D7FC1A}"/>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BB03E28D-EA46-5373-BD3A-67A6F9D7FC1A}"/>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2C80FA0-762C-50FE-2785-08D97FBB8BE5}"/>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92C80FA0-762C-50FE-2785-08D97FBB8BE5}"/>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A042E1B-EC1E-A9F7-CBB6-981E7DD15D62}"/>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8A042E1B-EC1E-A9F7-CBB6-981E7DD15D62}"/>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8C0F872-0C2E-D818-9AD5-AD824271FEA2}"/>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C8C0F872-0C2E-D818-9AD5-AD824271FEA2}"/>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E244D55-8E7E-2901-0E4E-00C084ABC38A}"/>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8E244D55-8E7E-2901-0E4E-00C084ABC38A}"/>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57D8BAC-DB3C-85A5-4860-D2B7E900F993}"/>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157D8BAC-DB3C-85A5-4860-D2B7E900F993}"/>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2D80FD8-BCB8-B638-B45B-E01FD4453D0F}"/>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92D80FD8-BCB8-B638-B45B-E01FD4453D0F}"/>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11F695A-1FE5-0382-158D-8FEDE8BBEBF2}"/>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211F695A-1FE5-0382-158D-8FEDE8BBEBF2}"/>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45D7BD3-BA80-5747-F6AE-0E41C2CADD0B}"/>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645D7BD3-BA80-5747-F6AE-0E41C2CADD0B}"/>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7270742-0541-4F4C-D0B3-C6DA1850C340}"/>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E7270742-0541-4F4C-D0B3-C6DA1850C340}"/>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CC81FFE-E8A4-B98E-6C0E-4A0D5FC8E58C}"/>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2CC81FFE-E8A4-B98E-6C0E-4A0D5FC8E58C}"/>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DA95A2B-CB00-ED98-95E5-F307FABC2EDB}"/>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1DA95A2B-CB00-ED98-95E5-F307FABC2EDB}"/>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3EF0384-C2AE-2190-A8F7-DF487D888759}"/>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performing well/poorly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There are three probabilities to model...</a:t>
                </a:r>
              </a:p>
            </p:txBody>
          </p:sp>
        </mc:Choice>
        <mc:Fallback xmlns="">
          <p:sp>
            <p:nvSpPr>
              <p:cNvPr id="13" name="TextBox 12">
                <a:extLst>
                  <a:ext uri="{FF2B5EF4-FFF2-40B4-BE49-F238E27FC236}">
                    <a16:creationId xmlns:a16="http://schemas.microsoft.com/office/drawing/2014/main" id="{13EF0384-C2AE-2190-A8F7-DF487D888759}"/>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6"/>
                <a:stretch>
                  <a:fillRect l="-671" t="-1215" b="-4453"/>
                </a:stretch>
              </a:blipFill>
            </p:spPr>
            <p:txBody>
              <a:bodyPr/>
              <a:lstStyle/>
              <a:p>
                <a:r>
                  <a:rPr lang="en-US">
                    <a:noFill/>
                  </a:rPr>
                  <a:t> </a:t>
                </a:r>
              </a:p>
            </p:txBody>
          </p:sp>
        </mc:Fallback>
      </mc:AlternateContent>
      <p:pic>
        <p:nvPicPr>
          <p:cNvPr id="29" name="Camera 28">
            <a:extLst>
              <a:ext uri="{FF2B5EF4-FFF2-40B4-BE49-F238E27FC236}">
                <a16:creationId xmlns:a16="http://schemas.microsoft.com/office/drawing/2014/main" id="{05A4D82D-61BC-8A26-65F6-2045922413EE}"/>
              </a:ext>
            </a:extLst>
          </p:cNvPr>
          <p:cNvPicPr>
            <a:picLocks noChangeAspect="1"/>
            <a:extLst>
              <a:ext uri="{51228E76-BA90-4043-B771-695A4F85340A}">
                <alf:liveFeedProps xmlns:alf="http://schemas.microsoft.com/office/drawing/2021/livefeed"/>
              </a:ext>
            </a:extLst>
          </p:cNvPicPr>
          <p:nvPr/>
        </p:nvPicPr>
        <p:blipFill>
          <a:blip r:embed="rId17">
            <a:extLst>
              <a:ext uri="{96DAC541-7B7A-43D3-8B79-37D633B846F1}">
                <asvg:svgBlip xmlns:asvg="http://schemas.microsoft.com/office/drawing/2016/SVG/main" r:embed="rId18"/>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8824678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1817F-9878-E3AA-D076-57151EE484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446DE6-98FA-8FA4-5640-B9B4897F2BD0}"/>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90E13E34-25E0-3F38-441E-50AEC892E20B}"/>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9A6E2545-3B58-6BE8-B960-D778D699636A}"/>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D20CBB59-008A-CCC3-87F4-5FE68DD2E425}"/>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2FAAC766-AD1F-823A-F6F1-F3DC3D1C0FA7}"/>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8688E06A-A297-F24A-01B1-46895399A5C0}"/>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78E03DE-A580-DB48-867A-B39FF3062FE2}"/>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778E03DE-A580-DB48-867A-B39FF3062FE2}"/>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D77E233A-06AD-2D09-E44B-6530DE4EB4AB}"/>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CDA31A3-52AB-3987-4AE2-8FA92277E879}"/>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BCDA31A3-52AB-3987-4AE2-8FA92277E879}"/>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6B65C6D9-DC32-CB43-4ACD-C9A6641D5971}"/>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D6AE1E5-FCD2-3400-3F3F-69C1F1058493}"/>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69AFF456-B7F0-3E33-E13E-462B1DAFAE0E}"/>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9322DAA6-37AC-5D94-808E-5876916DE10E}"/>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320498D1-5D72-E064-ACFE-8E748CDD22A8}"/>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2AC9837-59E5-06E3-10E0-704798CFB496}"/>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E2AC9837-59E5-06E3-10E0-704798CFB496}"/>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8C5A634-057A-1B0A-69FF-2669CF867DE4}"/>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28C5A634-057A-1B0A-69FF-2669CF867DE4}"/>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F70119C-6285-A57A-CEE8-6ED2D83E00E1}"/>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3F70119C-6285-A57A-CEE8-6ED2D83E00E1}"/>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E376EC9-B9B2-4214-7BBC-39C7E5D4731F}"/>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5E376EC9-B9B2-4214-7BBC-39C7E5D4731F}"/>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1629C5D-480B-AC36-6269-8D2EE5450435}"/>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91629C5D-480B-AC36-6269-8D2EE5450435}"/>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E1E4284-D2E3-6765-A545-668AFC89DB7C}"/>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3E1E4284-D2E3-6765-A545-668AFC89DB7C}"/>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AB6CE3F-BC40-E716-AA97-E1AB7DAEC30D}"/>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AAB6CE3F-BC40-E716-AA97-E1AB7DAEC30D}"/>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6AB855A-0C59-F6B6-60BA-208CE04831A7}"/>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46AB855A-0C59-F6B6-60BA-208CE04831A7}"/>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45C8996-8B20-BE44-23D8-02F9CBB62922}"/>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445C8996-8B20-BE44-23D8-02F9CBB62922}"/>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9B2D2BE-963C-9741-4816-1F9C61E5DDE6}"/>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89B2D2BE-963C-9741-4816-1F9C61E5DDE6}"/>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CECF2B8-3429-49AE-56BE-17411A5FAF87}"/>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ECECF2B8-3429-49AE-56BE-17411A5FAF87}"/>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010112B-497E-FDB4-86FF-18D75ED6539B}"/>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7010112B-497E-FDB4-86FF-18D75ED6539B}"/>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p:sp>
        <p:nvSpPr>
          <p:cNvPr id="29" name="TextBox 28">
            <a:extLst>
              <a:ext uri="{FF2B5EF4-FFF2-40B4-BE49-F238E27FC236}">
                <a16:creationId xmlns:a16="http://schemas.microsoft.com/office/drawing/2014/main" id="{715A18FD-9867-F425-6F95-B28092CEEDF7}"/>
              </a:ext>
            </a:extLst>
          </p:cNvPr>
          <p:cNvSpPr txBox="1"/>
          <p:nvPr/>
        </p:nvSpPr>
        <p:spPr>
          <a:xfrm>
            <a:off x="794327" y="3288145"/>
            <a:ext cx="2665095"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Conditional on coup attempt and no war</a:t>
            </a:r>
          </a:p>
        </p:txBody>
      </p:sp>
      <p:sp>
        <p:nvSpPr>
          <p:cNvPr id="30" name="TextBox 29">
            <a:extLst>
              <a:ext uri="{FF2B5EF4-FFF2-40B4-BE49-F238E27FC236}">
                <a16:creationId xmlns:a16="http://schemas.microsoft.com/office/drawing/2014/main" id="{DB3A3AC2-48E3-3496-B8F6-A34719DDE396}"/>
              </a:ext>
            </a:extLst>
          </p:cNvPr>
          <p:cNvSpPr txBox="1"/>
          <p:nvPr/>
        </p:nvSpPr>
        <p:spPr>
          <a:xfrm>
            <a:off x="794326" y="4379354"/>
            <a:ext cx="2665095"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Conditional on no coup attempt and war</a:t>
            </a:r>
          </a:p>
        </p:txBody>
      </p:sp>
      <p:sp>
        <p:nvSpPr>
          <p:cNvPr id="31" name="TextBox 30">
            <a:extLst>
              <a:ext uri="{FF2B5EF4-FFF2-40B4-BE49-F238E27FC236}">
                <a16:creationId xmlns:a16="http://schemas.microsoft.com/office/drawing/2014/main" id="{699F14CF-838D-2E17-2070-28F8761E1E8B}"/>
              </a:ext>
            </a:extLst>
          </p:cNvPr>
          <p:cNvSpPr txBox="1"/>
          <p:nvPr/>
        </p:nvSpPr>
        <p:spPr>
          <a:xfrm>
            <a:off x="794327" y="5486557"/>
            <a:ext cx="2665095"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Conditional on coup attempt and war</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3D77CC7-0EBD-EE46-89A5-AB5AD1E7B074}"/>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performing well/poorly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There are three probabilities to model...</a:t>
                </a:r>
              </a:p>
            </p:txBody>
          </p:sp>
        </mc:Choice>
        <mc:Fallback xmlns="">
          <p:sp>
            <p:nvSpPr>
              <p:cNvPr id="32" name="TextBox 31">
                <a:extLst>
                  <a:ext uri="{FF2B5EF4-FFF2-40B4-BE49-F238E27FC236}">
                    <a16:creationId xmlns:a16="http://schemas.microsoft.com/office/drawing/2014/main" id="{E3D77CC7-0EBD-EE46-89A5-AB5AD1E7B074}"/>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6"/>
                <a:stretch>
                  <a:fillRect l="-671" t="-1215" b="-4453"/>
                </a:stretch>
              </a:blipFill>
            </p:spPr>
            <p:txBody>
              <a:bodyPr/>
              <a:lstStyle/>
              <a:p>
                <a:r>
                  <a:rPr lang="en-US">
                    <a:noFill/>
                  </a:rPr>
                  <a:t> </a:t>
                </a:r>
              </a:p>
            </p:txBody>
          </p:sp>
        </mc:Fallback>
      </mc:AlternateContent>
      <p:pic>
        <p:nvPicPr>
          <p:cNvPr id="13" name="Camera 12">
            <a:extLst>
              <a:ext uri="{FF2B5EF4-FFF2-40B4-BE49-F238E27FC236}">
                <a16:creationId xmlns:a16="http://schemas.microsoft.com/office/drawing/2014/main" id="{7BF969CC-7FCB-6EC6-9C2E-721B294AAE04}"/>
              </a:ext>
            </a:extLst>
          </p:cNvPr>
          <p:cNvPicPr>
            <a:picLocks noChangeAspect="1"/>
            <a:extLst>
              <a:ext uri="{51228E76-BA90-4043-B771-695A4F85340A}">
                <alf:liveFeedProps xmlns:alf="http://schemas.microsoft.com/office/drawing/2021/livefeed"/>
              </a:ext>
            </a:extLst>
          </p:cNvPicPr>
          <p:nvPr/>
        </p:nvPicPr>
        <p:blipFill>
          <a:blip r:embed="rId17">
            <a:extLst>
              <a:ext uri="{96DAC541-7B7A-43D3-8B79-37D633B846F1}">
                <asvg:svgBlip xmlns:asvg="http://schemas.microsoft.com/office/drawing/2016/SVG/main" r:embed="rId18"/>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148510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05B61-9E95-99CC-97A6-395E134A570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9533C6-8F35-578A-D740-53A50279F7CB}"/>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F006D9C1-9089-55B8-D2EC-90CCD6BDDDCE}"/>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943E75B0-0E8E-8F79-8B12-F76C9A7CC305}"/>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39BE9775-D9EA-3176-909C-B9DC0613C0F2}"/>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A36D503C-EAD1-ED88-31F6-43AE5982E083}"/>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4D09DE3E-51B0-813E-5B36-771A1E21567B}"/>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FF0C140-07AE-CD9C-9AD7-1CE48490686C}"/>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AFF0C140-07AE-CD9C-9AD7-1CE48490686C}"/>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B533BA65-5649-7C82-4099-7EF3622D9A7B}"/>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44542B-3477-300C-D39F-1B85477937B8}"/>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7544542B-3477-300C-D39F-1B85477937B8}"/>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C5F0B147-2E33-0E73-440B-49E50A02FFBC}"/>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1E12670-E059-BBDC-2E69-5A1BC23F0D99}"/>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B0241D4D-2556-8412-534B-68BD2764DA76}"/>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EDBCC285-9079-C7F5-BC1A-D29393FACE48}"/>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93B7C3A3-36F4-7669-9AC3-E6845693F43A}"/>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C35D732-B2A5-FB72-E474-80E2729CF04A}"/>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7C35D732-B2A5-FB72-E474-80E2729CF04A}"/>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BCD0BDC-CF9B-48AF-227F-A8F0F93A8D6F}"/>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7BCD0BDC-CF9B-48AF-227F-A8F0F93A8D6F}"/>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20ED3C6-6E39-AFEA-7A6C-9CD3FAFB2748}"/>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820ED3C6-6E39-AFEA-7A6C-9CD3FAFB2748}"/>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8AB1168-A5D9-9C58-E97E-095C2B175B72}"/>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48AB1168-A5D9-9C58-E97E-095C2B175B72}"/>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D40C29-FD19-E09C-8B47-FEE502E8FA99}"/>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0FD40C29-FD19-E09C-8B47-FEE502E8FA99}"/>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142030B-A219-DBFF-CE30-6D9E806C9692}"/>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5142030B-A219-DBFF-CE30-6D9E806C9692}"/>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2BA7807-5F64-CCD3-0246-EA4B9ACE932D}"/>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B2BA7807-5F64-CCD3-0246-EA4B9ACE932D}"/>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FBED2DA-C037-913C-2466-4909368DCB13}"/>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6FBED2DA-C037-913C-2466-4909368DCB13}"/>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F08DF6C-1D26-6EFC-215F-18654F0348CD}"/>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DF08DF6C-1D26-6EFC-215F-18654F0348CD}"/>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8E92EFC-9C39-03A6-DF1A-4E5D51B6AB1F}"/>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D8E92EFC-9C39-03A6-DF1A-4E5D51B6AB1F}"/>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074B265-64C8-C07C-E309-B012CE730DB5}"/>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E074B265-64C8-C07C-E309-B012CE730DB5}"/>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61E9409-FBB8-ACE0-BD14-BECDCB12A3DA}"/>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061E9409-FBB8-ACE0-BD14-BECDCB12A3DA}"/>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p:sp>
        <p:nvSpPr>
          <p:cNvPr id="29" name="TextBox 28">
            <a:extLst>
              <a:ext uri="{FF2B5EF4-FFF2-40B4-BE49-F238E27FC236}">
                <a16:creationId xmlns:a16="http://schemas.microsoft.com/office/drawing/2014/main" id="{AD8036C8-4D9A-0D7C-7C49-8A6476A9A734}"/>
              </a:ext>
            </a:extLst>
          </p:cNvPr>
          <p:cNvSpPr txBox="1"/>
          <p:nvPr/>
        </p:nvSpPr>
        <p:spPr>
          <a:xfrm>
            <a:off x="794327" y="3288145"/>
            <a:ext cx="2665095"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Conditional on coup attempt and no war</a:t>
            </a:r>
          </a:p>
        </p:txBody>
      </p:sp>
      <p:sp>
        <p:nvSpPr>
          <p:cNvPr id="30" name="TextBox 29">
            <a:extLst>
              <a:ext uri="{FF2B5EF4-FFF2-40B4-BE49-F238E27FC236}">
                <a16:creationId xmlns:a16="http://schemas.microsoft.com/office/drawing/2014/main" id="{CCD1747E-D60E-8EC2-B53B-BE53C28BB279}"/>
              </a:ext>
            </a:extLst>
          </p:cNvPr>
          <p:cNvSpPr txBox="1"/>
          <p:nvPr/>
        </p:nvSpPr>
        <p:spPr>
          <a:xfrm>
            <a:off x="794326" y="4379354"/>
            <a:ext cx="2665095"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Conditional on no coup attempt and war</a:t>
            </a:r>
          </a:p>
        </p:txBody>
      </p:sp>
      <p:sp>
        <p:nvSpPr>
          <p:cNvPr id="31" name="TextBox 30">
            <a:extLst>
              <a:ext uri="{FF2B5EF4-FFF2-40B4-BE49-F238E27FC236}">
                <a16:creationId xmlns:a16="http://schemas.microsoft.com/office/drawing/2014/main" id="{ADD87357-6369-296D-A908-F1CE8FF4304B}"/>
              </a:ext>
            </a:extLst>
          </p:cNvPr>
          <p:cNvSpPr txBox="1"/>
          <p:nvPr/>
        </p:nvSpPr>
        <p:spPr>
          <a:xfrm>
            <a:off x="794327" y="5486557"/>
            <a:ext cx="2665095"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Conditional on coup attempt and war</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1656852-1DA2-A8BC-68BD-61AA90F7FA07}"/>
                  </a:ext>
                </a:extLst>
              </p:cNvPr>
              <p:cNvSpPr txBox="1"/>
              <p:nvPr/>
            </p:nvSpPr>
            <p:spPr>
              <a:xfrm>
                <a:off x="5763491" y="2827273"/>
                <a:ext cx="4978400" cy="3474156"/>
              </a:xfrm>
              <a:prstGeom prst="rect">
                <a:avLst/>
              </a:prstGeom>
              <a:noFill/>
            </p:spPr>
            <p:txBody>
              <a:bodyPr wrap="square" rtlCol="0">
                <a:spAutoFit/>
              </a:bodyPr>
              <a:lstStyle/>
              <a:p>
                <a:r>
                  <a:rPr lang="en-US" dirty="0"/>
                  <a:t>BUT....</a:t>
                </a:r>
              </a:p>
              <a:p>
                <a:endParaRPr lang="en-US" dirty="0"/>
              </a:p>
              <a:p>
                <a:r>
                  <a:rPr lang="en-US" dirty="0"/>
                  <a:t>To simplify things, we’ll assume that the probability of success/failure in a coup attempt is the same regardless of whether there is a war, and the probability of performing well/poor in a war is the same regardless of whether there is a coup attempt.   For instance...</a:t>
                </a:r>
                <a:br>
                  <a:rPr lang="en-US" dirty="0"/>
                </a:br>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e>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a:rPr lang="en-US" b="0" i="1" smtClean="0">
                          <a:latin typeface="Cambria Math" panose="02040503050406030204" pitchFamily="18" charset="0"/>
                        </a:rPr>
                        <m:t>)</m:t>
                      </m:r>
                    </m:oMath>
                  </m:oMathPara>
                </a14:m>
                <a:endParaRPr lang="en-US" dirty="0"/>
              </a:p>
            </p:txBody>
          </p:sp>
        </mc:Choice>
        <mc:Fallback xmlns="">
          <p:sp>
            <p:nvSpPr>
              <p:cNvPr id="32" name="TextBox 31">
                <a:extLst>
                  <a:ext uri="{FF2B5EF4-FFF2-40B4-BE49-F238E27FC236}">
                    <a16:creationId xmlns:a16="http://schemas.microsoft.com/office/drawing/2014/main" id="{41656852-1DA2-A8BC-68BD-61AA90F7FA07}"/>
                  </a:ext>
                </a:extLst>
              </p:cNvPr>
              <p:cNvSpPr txBox="1">
                <a:spLocks noRot="1" noChangeAspect="1" noMove="1" noResize="1" noEditPoints="1" noAdjustHandles="1" noChangeArrowheads="1" noChangeShapeType="1" noTextEdit="1"/>
              </p:cNvSpPr>
              <p:nvPr/>
            </p:nvSpPr>
            <p:spPr>
              <a:xfrm>
                <a:off x="5763491" y="2827273"/>
                <a:ext cx="4978400" cy="3474156"/>
              </a:xfrm>
              <a:prstGeom prst="rect">
                <a:avLst/>
              </a:prstGeom>
              <a:blipFill>
                <a:blip r:embed="rId17"/>
                <a:stretch>
                  <a:fillRect l="-979" t="-1053" r="-1714" b="-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F90C34C-FC30-DCF8-9D7E-8A52DD8A80CC}"/>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performing well/poorly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There are three probabilities to model...</a:t>
                </a:r>
              </a:p>
            </p:txBody>
          </p:sp>
        </mc:Choice>
        <mc:Fallback xmlns="">
          <p:sp>
            <p:nvSpPr>
              <p:cNvPr id="33" name="TextBox 32">
                <a:extLst>
                  <a:ext uri="{FF2B5EF4-FFF2-40B4-BE49-F238E27FC236}">
                    <a16:creationId xmlns:a16="http://schemas.microsoft.com/office/drawing/2014/main" id="{BF90C34C-FC30-DCF8-9D7E-8A52DD8A80CC}"/>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8"/>
                <a:stretch>
                  <a:fillRect l="-671" t="-1215" b="-4453"/>
                </a:stretch>
              </a:blipFill>
            </p:spPr>
            <p:txBody>
              <a:bodyPr/>
              <a:lstStyle/>
              <a:p>
                <a:r>
                  <a:rPr lang="en-US">
                    <a:noFill/>
                  </a:rPr>
                  <a:t> </a:t>
                </a:r>
              </a:p>
            </p:txBody>
          </p:sp>
        </mc:Fallback>
      </mc:AlternateContent>
      <p:pic>
        <p:nvPicPr>
          <p:cNvPr id="13" name="Camera 12">
            <a:extLst>
              <a:ext uri="{FF2B5EF4-FFF2-40B4-BE49-F238E27FC236}">
                <a16:creationId xmlns:a16="http://schemas.microsoft.com/office/drawing/2014/main" id="{C2B2850D-C106-135A-2B93-D1BF57F0B649}"/>
              </a:ext>
            </a:extLst>
          </p:cNvPr>
          <p:cNvPicPr>
            <a:picLocks noChangeAspect="1"/>
            <a:extLst>
              <a:ext uri="{51228E76-BA90-4043-B771-695A4F85340A}">
                <alf:liveFeedProps xmlns:alf="http://schemas.microsoft.com/office/drawing/2021/livefeed"/>
              </a:ext>
            </a:extLst>
          </p:cNvPicPr>
          <p:nvPr/>
        </p:nvPicPr>
        <p:blipFill>
          <a:blip r:embed="rId19">
            <a:extLst>
              <a:ext uri="{96DAC541-7B7A-43D3-8B79-37D633B846F1}">
                <asvg:svgBlip xmlns:asvg="http://schemas.microsoft.com/office/drawing/2016/SVG/main" r:embed="rId20"/>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445846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C9C98-3075-19AF-D71E-1A266B6561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627422-3A71-39AF-C8E2-FC2C57C0664E}"/>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7DB1F786-CA02-E5D6-8E44-3580BC1B9361}"/>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97450B64-952D-A042-9D66-9368160DDA75}"/>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9381A430-C723-1A95-AAA3-9DE18DA767C3}"/>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DA537E11-A954-75D4-F236-77DC1814BDC9}"/>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F2F28D21-F440-DE80-8D1B-A32E7EB3DAC8}"/>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4170C48-FDAD-D04C-CAD3-4B4C06C5D02C}"/>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44170C48-FDAD-D04C-CAD3-4B4C06C5D02C}"/>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B246B939-60F9-6E96-CAB6-DD9B26F80A38}"/>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9745BD4-7FCB-C9C4-E1CC-C2DD385BB628}"/>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E9745BD4-7FCB-C9C4-E1CC-C2DD385BB628}"/>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779E1AFA-F884-1686-3790-2E8C602001BD}"/>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3178A8C-025F-DFBC-4808-BD1E511009E5}"/>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9BEE521C-7B8A-E518-8FFE-C27A5092DDF9}"/>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F50DF361-6D5C-8960-84E8-6A140AFF9CD4}"/>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0154A23E-CC69-8EB2-6D7E-2B0FEAE91F72}"/>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32D1A77-C6F3-8AE4-0C98-D6BE1FA29D09}"/>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632D1A77-C6F3-8AE4-0C98-D6BE1FA29D09}"/>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77C40C9-AF00-7AF3-3B51-6EA8FF6D59D2}"/>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577C40C9-AF00-7AF3-3B51-6EA8FF6D59D2}"/>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7CB8678-1005-DEC2-4ADA-4A93A6BAA1DC}"/>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27CB8678-1005-DEC2-4ADA-4A93A6BAA1DC}"/>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2953A25-7052-60D7-A84B-1F7D72FA50EF}"/>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82953A25-7052-60D7-A84B-1F7D72FA50EF}"/>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E2FC014-928F-006E-A481-A3A34E6E7ECB}"/>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CE2FC014-928F-006E-A481-A3A34E6E7ECB}"/>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6A6A184-4A7B-F7F5-1E39-76F35FBAD907}"/>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06A6A184-4A7B-F7F5-1E39-76F35FBAD907}"/>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F88FB1F-F41B-FCAE-3D36-2D14EDFD9FEA}"/>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4F88FB1F-F41B-FCAE-3D36-2D14EDFD9FEA}"/>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2CC1DE0-532D-57BE-27A1-24FDBEDE6034}"/>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02CC1DE0-532D-57BE-27A1-24FDBEDE6034}"/>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45319A1-9CE7-D93E-9D24-D41344298AB3}"/>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E45319A1-9CE7-D93E-9D24-D41344298AB3}"/>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6A41F53-C695-ABA8-0F93-98981A0D3355}"/>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16A41F53-C695-ABA8-0F93-98981A0D3355}"/>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20950C2-2CD1-01D5-976C-2685F57AEB51}"/>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A20950C2-2CD1-01D5-976C-2685F57AEB51}"/>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BA5C754-B192-B77C-C3CE-21893A728A8C}"/>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3BA5C754-B192-B77C-C3CE-21893A728A8C}"/>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D20A97E-39EE-D040-0210-013DD83710A8}"/>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performance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So we ONLY need to model...</a:t>
                </a:r>
              </a:p>
            </p:txBody>
          </p:sp>
        </mc:Choice>
        <mc:Fallback xmlns="">
          <p:sp>
            <p:nvSpPr>
              <p:cNvPr id="13" name="TextBox 12">
                <a:extLst>
                  <a:ext uri="{FF2B5EF4-FFF2-40B4-BE49-F238E27FC236}">
                    <a16:creationId xmlns:a16="http://schemas.microsoft.com/office/drawing/2014/main" id="{7D20A97E-39EE-D040-0210-013DD83710A8}"/>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6"/>
                <a:stretch>
                  <a:fillRect l="-671" t="-1215" b="-4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6EC5A3C-7FAB-06B4-92EA-7DE0D649E665}"/>
                  </a:ext>
                </a:extLst>
              </p:cNvPr>
              <p:cNvSpPr txBox="1"/>
              <p:nvPr/>
            </p:nvSpPr>
            <p:spPr>
              <a:xfrm>
                <a:off x="102690" y="3824156"/>
                <a:ext cx="3657600"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a:rPr lang="en-US" b="0" i="1" smtClean="0">
                          <a:latin typeface="Cambria Math" panose="02040503050406030204" pitchFamily="18" charset="0"/>
                        </a:rPr>
                        <m:t>)</m:t>
                      </m:r>
                    </m:oMath>
                  </m:oMathPara>
                </a14:m>
                <a:endParaRPr lang="en-US" dirty="0"/>
              </a:p>
            </p:txBody>
          </p:sp>
        </mc:Choice>
        <mc:Fallback xmlns="">
          <p:sp>
            <p:nvSpPr>
              <p:cNvPr id="29" name="TextBox 28">
                <a:extLst>
                  <a:ext uri="{FF2B5EF4-FFF2-40B4-BE49-F238E27FC236}">
                    <a16:creationId xmlns:a16="http://schemas.microsoft.com/office/drawing/2014/main" id="{36EC5A3C-7FAB-06B4-92EA-7DE0D649E665}"/>
                  </a:ext>
                </a:extLst>
              </p:cNvPr>
              <p:cNvSpPr txBox="1">
                <a:spLocks noRot="1" noChangeAspect="1" noMove="1" noResize="1" noEditPoints="1" noAdjustHandles="1" noChangeArrowheads="1" noChangeShapeType="1" noTextEdit="1"/>
              </p:cNvSpPr>
              <p:nvPr/>
            </p:nvSpPr>
            <p:spPr>
              <a:xfrm>
                <a:off x="102690" y="3824156"/>
                <a:ext cx="3657600" cy="369332"/>
              </a:xfrm>
              <a:prstGeom prst="rect">
                <a:avLst/>
              </a:prstGeom>
              <a:blipFill>
                <a:blip r:embed="rId17"/>
                <a:stretch>
                  <a:fillRect b="-1475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EE6DED4-F758-6144-3E31-25A23D332031}"/>
                  </a:ext>
                </a:extLst>
              </p:cNvPr>
              <p:cNvSpPr txBox="1"/>
              <p:nvPr/>
            </p:nvSpPr>
            <p:spPr>
              <a:xfrm>
                <a:off x="397981" y="4730834"/>
                <a:ext cx="3036867"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r>
                        <a:rPr lang="en-US" b="0" i="1" smtClean="0">
                          <a:latin typeface="Cambria Math" panose="02040503050406030204" pitchFamily="18" charset="0"/>
                        </a:rPr>
                        <m:t>|</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2EE6DED4-F758-6144-3E31-25A23D332031}"/>
                  </a:ext>
                </a:extLst>
              </p:cNvPr>
              <p:cNvSpPr txBox="1">
                <a:spLocks noRot="1" noChangeAspect="1" noMove="1" noResize="1" noEditPoints="1" noAdjustHandles="1" noChangeArrowheads="1" noChangeShapeType="1" noTextEdit="1"/>
              </p:cNvSpPr>
              <p:nvPr/>
            </p:nvSpPr>
            <p:spPr>
              <a:xfrm>
                <a:off x="397981" y="4730834"/>
                <a:ext cx="3036867" cy="369332"/>
              </a:xfrm>
              <a:prstGeom prst="rect">
                <a:avLst/>
              </a:prstGeom>
              <a:blipFill>
                <a:blip r:embed="rId18"/>
                <a:stretch>
                  <a:fillRect b="-14754"/>
                </a:stretch>
              </a:blipFill>
              <a:ln>
                <a:noFill/>
              </a:ln>
            </p:spPr>
            <p:txBody>
              <a:bodyPr/>
              <a:lstStyle/>
              <a:p>
                <a:r>
                  <a:rPr lang="en-US">
                    <a:noFill/>
                  </a:rPr>
                  <a:t> </a:t>
                </a:r>
              </a:p>
            </p:txBody>
          </p:sp>
        </mc:Fallback>
      </mc:AlternateContent>
      <p:pic>
        <p:nvPicPr>
          <p:cNvPr id="31" name="Camera 30">
            <a:extLst>
              <a:ext uri="{FF2B5EF4-FFF2-40B4-BE49-F238E27FC236}">
                <a16:creationId xmlns:a16="http://schemas.microsoft.com/office/drawing/2014/main" id="{07EA02E4-083E-E813-E65E-F9851F0AF925}"/>
              </a:ext>
            </a:extLst>
          </p:cNvPr>
          <p:cNvPicPr>
            <a:picLocks noChangeAspect="1"/>
            <a:extLst>
              <a:ext uri="{51228E76-BA90-4043-B771-695A4F85340A}">
                <alf:liveFeedProps xmlns:alf="http://schemas.microsoft.com/office/drawing/2021/livefeed"/>
              </a:ext>
            </a:extLst>
          </p:cNvPicPr>
          <p:nvPr/>
        </p:nvPicPr>
        <p:blipFill>
          <a:blip r:embed="rId19">
            <a:extLst>
              <a:ext uri="{96DAC541-7B7A-43D3-8B79-37D633B846F1}">
                <asvg:svgBlip xmlns:asvg="http://schemas.microsoft.com/office/drawing/2016/SVG/main" r:embed="rId20"/>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5939915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61484-6708-F4C3-1CAF-8C2A8369590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ACCBB7D-5B82-8956-C7AB-C0C0B720E131}"/>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200614F8-A3E1-664B-0B04-0360F2AD98FB}"/>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FB4EC9CB-5CF9-AAD9-60BD-5BBD3C2D7203}"/>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E06E7D3B-8F17-B09A-3809-867F5EE473D5}"/>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7EB93AE5-B313-7696-C4FF-D44F570FFA85}"/>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5CDBB38D-01E2-DC70-2A65-40D0E6001545}"/>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7515567-E4DC-75E8-D535-D8F41F7EF68A}"/>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D7515567-E4DC-75E8-D535-D8F41F7EF68A}"/>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71151487-C5F2-ED1D-944A-5311E8B5F986}"/>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254496-49F5-032E-E76A-E15EDD3FF6BD}"/>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53254496-49F5-032E-E76A-E15EDD3FF6BD}"/>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08E829FC-EEF7-0BD9-DFA6-E083F7117C26}"/>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918D224-2527-E6B2-D402-3B080811EB9B}"/>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2E3A81FA-823B-9432-B15F-466161363033}"/>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12BEE1FA-A52E-07EB-0DCB-311EC406E5A9}"/>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C76FF10E-2B8D-463B-3BCB-825923E776F6}"/>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52A650-1B80-0294-D236-5490306FA369}"/>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C752A650-1B80-0294-D236-5490306FA369}"/>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851AF35-4AA8-103A-B0A6-C202FE0774E6}"/>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8851AF35-4AA8-103A-B0A6-C202FE0774E6}"/>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B621C7C-4053-0D69-88BA-6F06FF767CB7}"/>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5B621C7C-4053-0D69-88BA-6F06FF767CB7}"/>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501B31A-F32A-CBCA-22DB-1F9641171FE3}"/>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E501B31A-F32A-CBCA-22DB-1F9641171FE3}"/>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22E87BC-2247-A271-4AD2-F6906491D027}"/>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122E87BC-2247-A271-4AD2-F6906491D027}"/>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EDAB2EE-DE07-27A8-B715-D2865D60B261}"/>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BEDAB2EE-DE07-27A8-B715-D2865D60B261}"/>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CCCFFD2-FA9D-DC08-8675-236E50A32A33}"/>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ACCCFFD2-FA9D-DC08-8675-236E50A32A33}"/>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2342AB5-85CD-CF9B-5926-78133D2A4E73}"/>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82342AB5-85CD-CF9B-5926-78133D2A4E73}"/>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9948496-7AAE-D800-E805-7DB81FCDC733}"/>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A9948496-7AAE-D800-E805-7DB81FCDC733}"/>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8DC4F7C-A7AE-17B4-C619-83505716C7B8}"/>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58DC4F7C-A7AE-17B4-C619-83505716C7B8}"/>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AF14F76-9AE9-EADD-3727-FBFDC944327D}"/>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8AF14F76-9AE9-EADD-3727-FBFDC944327D}"/>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E5AB6A9-6BEF-FB85-2316-9FB30A9323BD}"/>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3E5AB6A9-6BEF-FB85-2316-9FB30A9323BD}"/>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34DC4C3-CF33-C71F-2F66-1669CDBCFFD6}"/>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performance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So we ONLY need to model...</a:t>
                </a:r>
              </a:p>
            </p:txBody>
          </p:sp>
        </mc:Choice>
        <mc:Fallback xmlns="">
          <p:sp>
            <p:nvSpPr>
              <p:cNvPr id="13" name="TextBox 12">
                <a:extLst>
                  <a:ext uri="{FF2B5EF4-FFF2-40B4-BE49-F238E27FC236}">
                    <a16:creationId xmlns:a16="http://schemas.microsoft.com/office/drawing/2014/main" id="{E34DC4C3-CF33-C71F-2F66-1669CDBCFFD6}"/>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6"/>
                <a:stretch>
                  <a:fillRect l="-671" t="-1215" b="-4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CEE1B82-50EF-9079-62F1-4F3BD8710391}"/>
                  </a:ext>
                </a:extLst>
              </p:cNvPr>
              <p:cNvSpPr txBox="1"/>
              <p:nvPr/>
            </p:nvSpPr>
            <p:spPr>
              <a:xfrm>
                <a:off x="102690" y="3824156"/>
                <a:ext cx="3657600"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e>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d>
                    </m:oMath>
                  </m:oMathPara>
                </a14:m>
                <a:endParaRPr lang="en-US" dirty="0"/>
              </a:p>
            </p:txBody>
          </p:sp>
        </mc:Choice>
        <mc:Fallback xmlns="">
          <p:sp>
            <p:nvSpPr>
              <p:cNvPr id="29" name="TextBox 28">
                <a:extLst>
                  <a:ext uri="{FF2B5EF4-FFF2-40B4-BE49-F238E27FC236}">
                    <a16:creationId xmlns:a16="http://schemas.microsoft.com/office/drawing/2014/main" id="{6CEE1B82-50EF-9079-62F1-4F3BD8710391}"/>
                  </a:ext>
                </a:extLst>
              </p:cNvPr>
              <p:cNvSpPr txBox="1">
                <a:spLocks noRot="1" noChangeAspect="1" noMove="1" noResize="1" noEditPoints="1" noAdjustHandles="1" noChangeArrowheads="1" noChangeShapeType="1" noTextEdit="1"/>
              </p:cNvSpPr>
              <p:nvPr/>
            </p:nvSpPr>
            <p:spPr>
              <a:xfrm>
                <a:off x="102690" y="3824156"/>
                <a:ext cx="3657600" cy="369332"/>
              </a:xfrm>
              <a:prstGeom prst="rect">
                <a:avLst/>
              </a:prstGeom>
              <a:blipFill>
                <a:blip r:embed="rId17"/>
                <a:stretch>
                  <a:fillRect b="-1147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3C68F93-848A-4E75-F601-CD5DACC76549}"/>
                  </a:ext>
                </a:extLst>
              </p:cNvPr>
              <p:cNvSpPr txBox="1"/>
              <p:nvPr/>
            </p:nvSpPr>
            <p:spPr>
              <a:xfrm>
                <a:off x="397981" y="4730834"/>
                <a:ext cx="3036867"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r>
                        <a:rPr lang="en-US" b="0" i="1" smtClean="0">
                          <a:latin typeface="Cambria Math" panose="02040503050406030204" pitchFamily="18" charset="0"/>
                        </a:rPr>
                        <m:t>|</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03C68F93-848A-4E75-F601-CD5DACC76549}"/>
                  </a:ext>
                </a:extLst>
              </p:cNvPr>
              <p:cNvSpPr txBox="1">
                <a:spLocks noRot="1" noChangeAspect="1" noMove="1" noResize="1" noEditPoints="1" noAdjustHandles="1" noChangeArrowheads="1" noChangeShapeType="1" noTextEdit="1"/>
              </p:cNvSpPr>
              <p:nvPr/>
            </p:nvSpPr>
            <p:spPr>
              <a:xfrm>
                <a:off x="397981" y="4730834"/>
                <a:ext cx="3036867" cy="369332"/>
              </a:xfrm>
              <a:prstGeom prst="rect">
                <a:avLst/>
              </a:prstGeom>
              <a:blipFill>
                <a:blip r:embed="rId18"/>
                <a:stretch>
                  <a:fillRect b="-1475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5A743A7-9342-003A-6689-A6C4E1C25304}"/>
                  </a:ext>
                </a:extLst>
              </p:cNvPr>
              <p:cNvSpPr txBox="1"/>
              <p:nvPr/>
            </p:nvSpPr>
            <p:spPr>
              <a:xfrm>
                <a:off x="3404826" y="3670747"/>
                <a:ext cx="112574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+2</m:t>
                          </m:r>
                        </m:den>
                      </m:f>
                    </m:oMath>
                  </m:oMathPara>
                </a14:m>
                <a:endParaRPr lang="en-US" dirty="0"/>
              </a:p>
            </p:txBody>
          </p:sp>
        </mc:Choice>
        <mc:Fallback xmlns="">
          <p:sp>
            <p:nvSpPr>
              <p:cNvPr id="31" name="TextBox 30">
                <a:extLst>
                  <a:ext uri="{FF2B5EF4-FFF2-40B4-BE49-F238E27FC236}">
                    <a16:creationId xmlns:a16="http://schemas.microsoft.com/office/drawing/2014/main" id="{C5A743A7-9342-003A-6689-A6C4E1C25304}"/>
                  </a:ext>
                </a:extLst>
              </p:cNvPr>
              <p:cNvSpPr txBox="1">
                <a:spLocks noRot="1" noChangeAspect="1" noMove="1" noResize="1" noEditPoints="1" noAdjustHandles="1" noChangeArrowheads="1" noChangeShapeType="1" noTextEdit="1"/>
              </p:cNvSpPr>
              <p:nvPr/>
            </p:nvSpPr>
            <p:spPr>
              <a:xfrm>
                <a:off x="3404826" y="3670747"/>
                <a:ext cx="1125746" cy="634789"/>
              </a:xfrm>
              <a:prstGeom prst="rect">
                <a:avLst/>
              </a:prstGeom>
              <a:blipFill>
                <a:blip r:embed="rId19"/>
                <a:stretch>
                  <a:fillRect/>
                </a:stretch>
              </a:blipFill>
            </p:spPr>
            <p:txBody>
              <a:bodyPr/>
              <a:lstStyle/>
              <a:p>
                <a:r>
                  <a:rPr lang="en-US">
                    <a:noFill/>
                  </a:rPr>
                  <a:t> </a:t>
                </a:r>
              </a:p>
            </p:txBody>
          </p:sp>
        </mc:Fallback>
      </mc:AlternateContent>
      <p:pic>
        <p:nvPicPr>
          <p:cNvPr id="32" name="Camera 31">
            <a:extLst>
              <a:ext uri="{FF2B5EF4-FFF2-40B4-BE49-F238E27FC236}">
                <a16:creationId xmlns:a16="http://schemas.microsoft.com/office/drawing/2014/main" id="{6B3418FB-1E41-7FF4-4382-8A081411CF91}"/>
              </a:ext>
            </a:extLst>
          </p:cNvPr>
          <p:cNvPicPr>
            <a:picLocks noChangeAspect="1"/>
            <a:extLst>
              <a:ext uri="{51228E76-BA90-4043-B771-695A4F85340A}">
                <alf:liveFeedProps xmlns:alf="http://schemas.microsoft.com/office/drawing/2021/livefeed"/>
              </a:ext>
            </a:extLst>
          </p:cNvPicPr>
          <p:nvPr/>
        </p:nvPicPr>
        <p:blipFill>
          <a:blip r:embed="rId20">
            <a:extLst>
              <a:ext uri="{96DAC541-7B7A-43D3-8B79-37D633B846F1}">
                <asvg:svgBlip xmlns:asvg="http://schemas.microsoft.com/office/drawing/2016/SVG/main" r:embed="rId21"/>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0698518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0D18C-E883-EA3F-1A46-9CCE810AC3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BFB0F5-EA8B-5C08-09E4-5AE2F3FEEFD4}"/>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F805E08E-0A3D-55BB-C858-4BE80E01B78F}"/>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6418EE0D-7807-620E-A9A3-693FFAA7AF19}"/>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B7AA7697-5138-9096-00BD-8966A4080788}"/>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DA5ED00F-7F96-FA60-221F-E3DD4FB5F561}"/>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39333342-9617-D41B-6D8D-E9F75FA19B93}"/>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FA30A7F-4A49-F7E1-58CD-7C8655FE6A97}"/>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4FA30A7F-4A49-F7E1-58CD-7C8655FE6A97}"/>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F6E28F84-9057-B9E2-51FC-A1769A91BA2A}"/>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E77C124-3314-90B0-82F4-D3347FBBA441}"/>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CE77C124-3314-90B0-82F4-D3347FBBA441}"/>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1791C163-4172-18E3-5113-D99A247F93FA}"/>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F35E484-0E1A-35A5-77AE-2E2C054C3EAF}"/>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C5144550-5329-6F50-1387-F64C0F9068FC}"/>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DC8C5543-449D-92CC-01C1-D849792F6461}"/>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C245781A-E1A4-EA9B-842F-1212F190EB5F}"/>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A251FF-79EE-3F5A-9986-7F21388A76FC}"/>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4EA251FF-79EE-3F5A-9986-7F21388A76FC}"/>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6F16B3B-BB0B-3BCE-642F-C1C92FB36BEB}"/>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06F16B3B-BB0B-3BCE-642F-C1C92FB36BEB}"/>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854A9DA-C277-C8FA-0E1B-1CFBD60FFBC3}"/>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7854A9DA-C277-C8FA-0E1B-1CFBD60FFBC3}"/>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D5D56F8-8871-3CFE-EA7A-583BEC68315D}"/>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5D5D56F8-8871-3CFE-EA7A-583BEC68315D}"/>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B5F4459-BF27-76CD-4A89-6A9DCF793F1D}"/>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5B5F4459-BF27-76CD-4A89-6A9DCF793F1D}"/>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BE0C340-9D2B-F5DC-49CE-C76A926E8F5F}"/>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DBE0C340-9D2B-F5DC-49CE-C76A926E8F5F}"/>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E99B072-AB31-ABAD-1E16-AEB0236BF733}"/>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EE99B072-AB31-ABAD-1E16-AEB0236BF733}"/>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B105034-C3C2-6D73-06C9-0C656D3499B1}"/>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2B105034-C3C2-6D73-06C9-0C656D3499B1}"/>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2DB1BAA-C56C-3D0D-0D40-24C8986E0E17}"/>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72DB1BAA-C56C-3D0D-0D40-24C8986E0E17}"/>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FE50B10-2008-6113-F02F-6CE3B67AE319}"/>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8FE50B10-2008-6113-F02F-6CE3B67AE319}"/>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EC0928D-FACA-68F8-363A-2DBB369035EC}"/>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5EC0928D-FACA-68F8-363A-2DBB369035EC}"/>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3A5E9FB-2636-EA01-3242-969ABC1265ED}"/>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83A5E9FB-2636-EA01-3242-969ABC1265ED}"/>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CAA474D-E3D0-22E9-1756-F540DB772F2B}"/>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performance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So we ONLY need to model...</a:t>
                </a:r>
              </a:p>
            </p:txBody>
          </p:sp>
        </mc:Choice>
        <mc:Fallback xmlns="">
          <p:sp>
            <p:nvSpPr>
              <p:cNvPr id="13" name="TextBox 12">
                <a:extLst>
                  <a:ext uri="{FF2B5EF4-FFF2-40B4-BE49-F238E27FC236}">
                    <a16:creationId xmlns:a16="http://schemas.microsoft.com/office/drawing/2014/main" id="{DCAA474D-E3D0-22E9-1756-F540DB772F2B}"/>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6"/>
                <a:stretch>
                  <a:fillRect l="-671" t="-1215" b="-4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DD01C95-1E5C-D0C6-63AB-54A916FC241A}"/>
                  </a:ext>
                </a:extLst>
              </p:cNvPr>
              <p:cNvSpPr txBox="1"/>
              <p:nvPr/>
            </p:nvSpPr>
            <p:spPr>
              <a:xfrm>
                <a:off x="102690" y="3824156"/>
                <a:ext cx="3657600"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e>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d>
                    </m:oMath>
                  </m:oMathPara>
                </a14:m>
                <a:endParaRPr lang="en-US" dirty="0"/>
              </a:p>
            </p:txBody>
          </p:sp>
        </mc:Choice>
        <mc:Fallback xmlns="">
          <p:sp>
            <p:nvSpPr>
              <p:cNvPr id="29" name="TextBox 28">
                <a:extLst>
                  <a:ext uri="{FF2B5EF4-FFF2-40B4-BE49-F238E27FC236}">
                    <a16:creationId xmlns:a16="http://schemas.microsoft.com/office/drawing/2014/main" id="{BDD01C95-1E5C-D0C6-63AB-54A916FC241A}"/>
                  </a:ext>
                </a:extLst>
              </p:cNvPr>
              <p:cNvSpPr txBox="1">
                <a:spLocks noRot="1" noChangeAspect="1" noMove="1" noResize="1" noEditPoints="1" noAdjustHandles="1" noChangeArrowheads="1" noChangeShapeType="1" noTextEdit="1"/>
              </p:cNvSpPr>
              <p:nvPr/>
            </p:nvSpPr>
            <p:spPr>
              <a:xfrm>
                <a:off x="102690" y="3824156"/>
                <a:ext cx="3657600" cy="369332"/>
              </a:xfrm>
              <a:prstGeom prst="rect">
                <a:avLst/>
              </a:prstGeom>
              <a:blipFill>
                <a:blip r:embed="rId17"/>
                <a:stretch>
                  <a:fillRect b="-1147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3AA0174-6206-1010-EC16-93EEDD7F173D}"/>
                  </a:ext>
                </a:extLst>
              </p:cNvPr>
              <p:cNvSpPr txBox="1"/>
              <p:nvPr/>
            </p:nvSpPr>
            <p:spPr>
              <a:xfrm>
                <a:off x="397981" y="4730834"/>
                <a:ext cx="3036867"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r>
                        <a:rPr lang="en-US" b="0" i="1" smtClean="0">
                          <a:latin typeface="Cambria Math" panose="02040503050406030204" pitchFamily="18" charset="0"/>
                        </a:rPr>
                        <m:t>|</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93AA0174-6206-1010-EC16-93EEDD7F173D}"/>
                  </a:ext>
                </a:extLst>
              </p:cNvPr>
              <p:cNvSpPr txBox="1">
                <a:spLocks noRot="1" noChangeAspect="1" noMove="1" noResize="1" noEditPoints="1" noAdjustHandles="1" noChangeArrowheads="1" noChangeShapeType="1" noTextEdit="1"/>
              </p:cNvSpPr>
              <p:nvPr/>
            </p:nvSpPr>
            <p:spPr>
              <a:xfrm>
                <a:off x="397981" y="4730834"/>
                <a:ext cx="3036867" cy="369332"/>
              </a:xfrm>
              <a:prstGeom prst="rect">
                <a:avLst/>
              </a:prstGeom>
              <a:blipFill>
                <a:blip r:embed="rId18"/>
                <a:stretch>
                  <a:fillRect b="-1475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209E27B-5B81-5301-D90D-E9689D5F4712}"/>
                  </a:ext>
                </a:extLst>
              </p:cNvPr>
              <p:cNvSpPr txBox="1"/>
              <p:nvPr/>
            </p:nvSpPr>
            <p:spPr>
              <a:xfrm>
                <a:off x="3404826" y="3670747"/>
                <a:ext cx="112574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+2</m:t>
                          </m:r>
                        </m:den>
                      </m:f>
                    </m:oMath>
                  </m:oMathPara>
                </a14:m>
                <a:endParaRPr lang="en-US" dirty="0"/>
              </a:p>
            </p:txBody>
          </p:sp>
        </mc:Choice>
        <mc:Fallback xmlns="">
          <p:sp>
            <p:nvSpPr>
              <p:cNvPr id="31" name="TextBox 30">
                <a:extLst>
                  <a:ext uri="{FF2B5EF4-FFF2-40B4-BE49-F238E27FC236}">
                    <a16:creationId xmlns:a16="http://schemas.microsoft.com/office/drawing/2014/main" id="{3209E27B-5B81-5301-D90D-E9689D5F4712}"/>
                  </a:ext>
                </a:extLst>
              </p:cNvPr>
              <p:cNvSpPr txBox="1">
                <a:spLocks noRot="1" noChangeAspect="1" noMove="1" noResize="1" noEditPoints="1" noAdjustHandles="1" noChangeArrowheads="1" noChangeShapeType="1" noTextEdit="1"/>
              </p:cNvSpPr>
              <p:nvPr/>
            </p:nvSpPr>
            <p:spPr>
              <a:xfrm>
                <a:off x="3404826" y="3670747"/>
                <a:ext cx="1125746" cy="634789"/>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8433C24-B620-FA61-A453-F684B40E86C4}"/>
                  </a:ext>
                </a:extLst>
              </p:cNvPr>
              <p:cNvSpPr txBox="1"/>
              <p:nvPr/>
            </p:nvSpPr>
            <p:spPr>
              <a:xfrm>
                <a:off x="5246255" y="2827273"/>
                <a:ext cx="6639993" cy="2486899"/>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nSpc>
                    <a:spcPct val="150000"/>
                  </a:lnSpc>
                </a:pPr>
                <a:r>
                  <a:rPr lang="en-US" dirty="0"/>
                  <a:t>Key facts...</a:t>
                </a:r>
              </a:p>
              <a:p>
                <a:pPr marL="285750" indent="-285750">
                  <a:lnSpc>
                    <a:spcPct val="150000"/>
                  </a:lnSpc>
                  <a:buFont typeface="Arial" panose="020B0604020202020204" pitchFamily="34" charset="0"/>
                  <a:buChar char="•"/>
                </a:pPr>
                <a:r>
                  <a:rPr lang="en-US" dirty="0"/>
                  <a:t>For every value of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+2</m:t>
                        </m:r>
                      </m:den>
                    </m:f>
                  </m:oMath>
                </a14:m>
                <a:r>
                  <a:rPr lang="en-US" dirty="0"/>
                  <a:t> is between 0 and 1.  So it is a valid probability!</a:t>
                </a:r>
              </a:p>
              <a:p>
                <a:pPr marL="285750" indent="-285750">
                  <a:lnSpc>
                    <a:spcPct val="150000"/>
                  </a:lnSpc>
                  <a:buFont typeface="Arial" panose="020B0604020202020204" pitchFamily="34" charset="0"/>
                  <a:buChar char="•"/>
                </a:pP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+2</m:t>
                        </m:r>
                      </m:den>
                    </m:f>
                  </m:oMath>
                </a14:m>
                <a:r>
                  <a:rPr lang="en-US" dirty="0"/>
                  <a:t> is increasing in </a:t>
                </a:r>
                <a14:m>
                  <m:oMath xmlns:m="http://schemas.openxmlformats.org/officeDocument/2006/math">
                    <m:r>
                      <a:rPr lang="en-US" b="0" i="1" smtClean="0">
                        <a:latin typeface="Cambria Math" panose="02040503050406030204" pitchFamily="18" charset="0"/>
                      </a:rPr>
                      <m:t>𝑏</m:t>
                    </m:r>
                  </m:oMath>
                </a14:m>
                <a:r>
                  <a:rPr lang="en-US" dirty="0"/>
                  <a:t>, so as the military budget increases, the likelihood that an attempted coup succeeds goes up!</a:t>
                </a:r>
              </a:p>
            </p:txBody>
          </p:sp>
        </mc:Choice>
        <mc:Fallback xmlns="">
          <p:sp>
            <p:nvSpPr>
              <p:cNvPr id="32" name="TextBox 31">
                <a:extLst>
                  <a:ext uri="{FF2B5EF4-FFF2-40B4-BE49-F238E27FC236}">
                    <a16:creationId xmlns:a16="http://schemas.microsoft.com/office/drawing/2014/main" id="{D8433C24-B620-FA61-A453-F684B40E86C4}"/>
                  </a:ext>
                </a:extLst>
              </p:cNvPr>
              <p:cNvSpPr txBox="1">
                <a:spLocks noRot="1" noChangeAspect="1" noMove="1" noResize="1" noEditPoints="1" noAdjustHandles="1" noChangeArrowheads="1" noChangeShapeType="1" noTextEdit="1"/>
              </p:cNvSpPr>
              <p:nvPr/>
            </p:nvSpPr>
            <p:spPr>
              <a:xfrm>
                <a:off x="5246255" y="2827273"/>
                <a:ext cx="6639993" cy="2486899"/>
              </a:xfrm>
              <a:prstGeom prst="rect">
                <a:avLst/>
              </a:prstGeom>
              <a:blipFill>
                <a:blip r:embed="rId20"/>
                <a:stretch>
                  <a:fillRect l="-733" b="-2433"/>
                </a:stretch>
              </a:blipFill>
            </p:spPr>
            <p:txBody>
              <a:bodyPr/>
              <a:lstStyle/>
              <a:p>
                <a:r>
                  <a:rPr lang="en-US">
                    <a:noFill/>
                  </a:rPr>
                  <a:t> </a:t>
                </a:r>
              </a:p>
            </p:txBody>
          </p:sp>
        </mc:Fallback>
      </mc:AlternateContent>
      <p:pic>
        <p:nvPicPr>
          <p:cNvPr id="33" name="Camera 32">
            <a:extLst>
              <a:ext uri="{FF2B5EF4-FFF2-40B4-BE49-F238E27FC236}">
                <a16:creationId xmlns:a16="http://schemas.microsoft.com/office/drawing/2014/main" id="{60BAAEDD-005E-8489-08BE-F33CC86DC420}"/>
              </a:ext>
            </a:extLst>
          </p:cNvPr>
          <p:cNvPicPr>
            <a:picLocks noChangeAspect="1"/>
            <a:extLst>
              <a:ext uri="{51228E76-BA90-4043-B771-695A4F85340A}">
                <alf:liveFeedProps xmlns:alf="http://schemas.microsoft.com/office/drawing/2021/livefeed"/>
              </a:ext>
            </a:extLst>
          </p:cNvPicPr>
          <p:nvPr/>
        </p:nvPicPr>
        <p:blipFill>
          <a:blip r:embed="rId21">
            <a:extLst>
              <a:ext uri="{96DAC541-7B7A-43D3-8B79-37D633B846F1}">
                <asvg:svgBlip xmlns:asvg="http://schemas.microsoft.com/office/drawing/2016/SVG/main" r:embed="rId22"/>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5670951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415F7-275A-F472-412A-4E9D41B611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4F1A36-0ECD-173B-AB3A-D3DCF0C997B1}"/>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D79AED98-641D-7A2C-C5C2-1D5C25D90BD3}"/>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6BB00B69-9772-30C8-B100-A80420A1FF85}"/>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9F4BDE28-F002-08B4-DE0C-A9428B403C27}"/>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E6DE9C37-DF75-C5D0-FF01-DB8954AE1ADA}"/>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07E3B1A9-DD7C-E7BF-A5F7-0E3D2443FC0B}"/>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16908F7-886D-506A-41B3-72A02451E5C3}"/>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A16908F7-886D-506A-41B3-72A02451E5C3}"/>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F532261D-7BE5-0166-8D75-0F2A43C097EC}"/>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DA73481-4B42-DFA1-B19E-1AE1574381B9}"/>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0DA73481-4B42-DFA1-B19E-1AE1574381B9}"/>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D8CDF246-5EA9-D266-D022-7BD03A68A89F}"/>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23AFB4B-BAB5-E4FF-9AF2-973490B67F73}"/>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0198A49D-F09E-416F-EA45-9CFE14F8EF0C}"/>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8D4CB084-E670-3ABB-0C31-C95530404418}"/>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E2CB59B8-D4BF-6627-CFC1-5F81AE1DF050}"/>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39638AB-432A-7F4B-DE1F-D9B77DED4F00}"/>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B39638AB-432A-7F4B-DE1F-D9B77DED4F00}"/>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8D1D29F-DF41-F39F-08D6-85EF3219FAC9}"/>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08D1D29F-DF41-F39F-08D6-85EF3219FAC9}"/>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C5C0102-7E31-EA5C-ED1C-CC8369FB8041}"/>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7C5C0102-7E31-EA5C-ED1C-CC8369FB8041}"/>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0CBBE0A-0888-1781-3BFA-C628E9154844}"/>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E0CBBE0A-0888-1781-3BFA-C628E9154844}"/>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75AFF65-5A72-9AEF-AF7F-2E9C724859C4}"/>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775AFF65-5A72-9AEF-AF7F-2E9C724859C4}"/>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BA50AE0-CBDB-0498-D549-902C0BC316ED}"/>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5BA50AE0-CBDB-0498-D549-902C0BC316ED}"/>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D149BAD-2A8E-9B52-BBC2-DD7095F21E57}"/>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7D149BAD-2A8E-9B52-BBC2-DD7095F21E57}"/>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FA76E5E-37AA-96E0-5A71-28E65D2D1E48}"/>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BFA76E5E-37AA-96E0-5A71-28E65D2D1E48}"/>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C397293-F05B-4D24-89F6-7C78D7F6242F}"/>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1C397293-F05B-4D24-89F6-7C78D7F6242F}"/>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258BBC8-255D-41DF-D679-08C8B2FB35A6}"/>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C258BBC8-255D-41DF-D679-08C8B2FB35A6}"/>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35C5352-056D-910D-3985-78ADE5824590}"/>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835C5352-056D-910D-3985-78ADE5824590}"/>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5C5717B-498B-B749-0A50-A4436CD604D8}"/>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45C5717B-498B-B749-0A50-A4436CD604D8}"/>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6ACD802-1083-933E-3C69-96CFAA44217F}"/>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performance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So we ONLY need to model...</a:t>
                </a:r>
              </a:p>
            </p:txBody>
          </p:sp>
        </mc:Choice>
        <mc:Fallback xmlns="">
          <p:sp>
            <p:nvSpPr>
              <p:cNvPr id="13" name="TextBox 12">
                <a:extLst>
                  <a:ext uri="{FF2B5EF4-FFF2-40B4-BE49-F238E27FC236}">
                    <a16:creationId xmlns:a16="http://schemas.microsoft.com/office/drawing/2014/main" id="{36ACD802-1083-933E-3C69-96CFAA44217F}"/>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6"/>
                <a:stretch>
                  <a:fillRect l="-671" t="-1215" b="-4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1CFEB31-767C-3E4C-B40A-0F062D4EF928}"/>
                  </a:ext>
                </a:extLst>
              </p:cNvPr>
              <p:cNvSpPr txBox="1"/>
              <p:nvPr/>
            </p:nvSpPr>
            <p:spPr>
              <a:xfrm>
                <a:off x="102690" y="3824156"/>
                <a:ext cx="3657600"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e>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d>
                    </m:oMath>
                  </m:oMathPara>
                </a14:m>
                <a:endParaRPr lang="en-US" dirty="0"/>
              </a:p>
            </p:txBody>
          </p:sp>
        </mc:Choice>
        <mc:Fallback xmlns="">
          <p:sp>
            <p:nvSpPr>
              <p:cNvPr id="29" name="TextBox 28">
                <a:extLst>
                  <a:ext uri="{FF2B5EF4-FFF2-40B4-BE49-F238E27FC236}">
                    <a16:creationId xmlns:a16="http://schemas.microsoft.com/office/drawing/2014/main" id="{21CFEB31-767C-3E4C-B40A-0F062D4EF928}"/>
                  </a:ext>
                </a:extLst>
              </p:cNvPr>
              <p:cNvSpPr txBox="1">
                <a:spLocks noRot="1" noChangeAspect="1" noMove="1" noResize="1" noEditPoints="1" noAdjustHandles="1" noChangeArrowheads="1" noChangeShapeType="1" noTextEdit="1"/>
              </p:cNvSpPr>
              <p:nvPr/>
            </p:nvSpPr>
            <p:spPr>
              <a:xfrm>
                <a:off x="102690" y="3824156"/>
                <a:ext cx="3657600" cy="369332"/>
              </a:xfrm>
              <a:prstGeom prst="rect">
                <a:avLst/>
              </a:prstGeom>
              <a:blipFill>
                <a:blip r:embed="rId17"/>
                <a:stretch>
                  <a:fillRect b="-1147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EE35509-00D4-B6FC-973F-3DF366A3809A}"/>
                  </a:ext>
                </a:extLst>
              </p:cNvPr>
              <p:cNvSpPr txBox="1"/>
              <p:nvPr/>
            </p:nvSpPr>
            <p:spPr>
              <a:xfrm>
                <a:off x="397981" y="4730834"/>
                <a:ext cx="3036867"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r>
                        <a:rPr lang="en-US" b="0" i="1" smtClean="0">
                          <a:latin typeface="Cambria Math" panose="02040503050406030204" pitchFamily="18" charset="0"/>
                        </a:rPr>
                        <m:t>|</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3EE35509-00D4-B6FC-973F-3DF366A3809A}"/>
                  </a:ext>
                </a:extLst>
              </p:cNvPr>
              <p:cNvSpPr txBox="1">
                <a:spLocks noRot="1" noChangeAspect="1" noMove="1" noResize="1" noEditPoints="1" noAdjustHandles="1" noChangeArrowheads="1" noChangeShapeType="1" noTextEdit="1"/>
              </p:cNvSpPr>
              <p:nvPr/>
            </p:nvSpPr>
            <p:spPr>
              <a:xfrm>
                <a:off x="397981" y="4730834"/>
                <a:ext cx="3036867" cy="369332"/>
              </a:xfrm>
              <a:prstGeom prst="rect">
                <a:avLst/>
              </a:prstGeom>
              <a:blipFill>
                <a:blip r:embed="rId18"/>
                <a:stretch>
                  <a:fillRect b="-1475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CB2468C-BA94-8371-EA6B-88D6247DCE8A}"/>
                  </a:ext>
                </a:extLst>
              </p:cNvPr>
              <p:cNvSpPr txBox="1"/>
              <p:nvPr/>
            </p:nvSpPr>
            <p:spPr>
              <a:xfrm>
                <a:off x="3404826" y="3670747"/>
                <a:ext cx="112574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+2</m:t>
                          </m:r>
                        </m:den>
                      </m:f>
                    </m:oMath>
                  </m:oMathPara>
                </a14:m>
                <a:endParaRPr lang="en-US" dirty="0"/>
              </a:p>
            </p:txBody>
          </p:sp>
        </mc:Choice>
        <mc:Fallback xmlns="">
          <p:sp>
            <p:nvSpPr>
              <p:cNvPr id="31" name="TextBox 30">
                <a:extLst>
                  <a:ext uri="{FF2B5EF4-FFF2-40B4-BE49-F238E27FC236}">
                    <a16:creationId xmlns:a16="http://schemas.microsoft.com/office/drawing/2014/main" id="{FCB2468C-BA94-8371-EA6B-88D6247DCE8A}"/>
                  </a:ext>
                </a:extLst>
              </p:cNvPr>
              <p:cNvSpPr txBox="1">
                <a:spLocks noRot="1" noChangeAspect="1" noMove="1" noResize="1" noEditPoints="1" noAdjustHandles="1" noChangeArrowheads="1" noChangeShapeType="1" noTextEdit="1"/>
              </p:cNvSpPr>
              <p:nvPr/>
            </p:nvSpPr>
            <p:spPr>
              <a:xfrm>
                <a:off x="3404826" y="3670747"/>
                <a:ext cx="1125746" cy="634789"/>
              </a:xfrm>
              <a:prstGeom prst="rect">
                <a:avLst/>
              </a:prstGeom>
              <a:blipFill>
                <a:blip r:embed="rId19"/>
                <a:stretch>
                  <a:fillRect/>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CB6B1425-F187-C2BC-7117-5BECFC248448}"/>
              </a:ext>
            </a:extLst>
          </p:cNvPr>
          <p:cNvSpPr txBox="1"/>
          <p:nvPr/>
        </p:nvSpPr>
        <p:spPr>
          <a:xfrm>
            <a:off x="5246255" y="2827273"/>
            <a:ext cx="6639993" cy="45903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nSpc>
                <a:spcPct val="150000"/>
              </a:lnSpc>
            </a:pPr>
            <a:r>
              <a:rPr lang="en-US" dirty="0"/>
              <a:t>It looks like this:</a:t>
            </a:r>
          </a:p>
        </p:txBody>
      </p:sp>
      <p:pic>
        <p:nvPicPr>
          <p:cNvPr id="36" name="Picture 35" descr="A graph with a blue line&#10;&#10;AI-generated content may be incorrect.">
            <a:extLst>
              <a:ext uri="{FF2B5EF4-FFF2-40B4-BE49-F238E27FC236}">
                <a16:creationId xmlns:a16="http://schemas.microsoft.com/office/drawing/2014/main" id="{DB934E8C-9BA7-F187-2BD3-A6C07181F4DF}"/>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90286" y="3349166"/>
            <a:ext cx="5679677" cy="3470913"/>
          </a:xfrm>
          <a:prstGeom prst="rect">
            <a:avLst/>
          </a:prstGeom>
        </p:spPr>
      </p:pic>
      <p:pic>
        <p:nvPicPr>
          <p:cNvPr id="33" name="Camera 32">
            <a:extLst>
              <a:ext uri="{FF2B5EF4-FFF2-40B4-BE49-F238E27FC236}">
                <a16:creationId xmlns:a16="http://schemas.microsoft.com/office/drawing/2014/main" id="{5FB433F0-971F-AD93-FC9A-5014E7B5C387}"/>
              </a:ext>
            </a:extLst>
          </p:cNvPr>
          <p:cNvPicPr>
            <a:picLocks noChangeAspect="1"/>
            <a:extLst>
              <a:ext uri="{51228E76-BA90-4043-B771-695A4F85340A}">
                <alf:liveFeedProps xmlns:alf="http://schemas.microsoft.com/office/drawing/2021/livefeed"/>
              </a:ext>
            </a:extLst>
          </p:cNvPicPr>
          <p:nvPr/>
        </p:nvPicPr>
        <p:blipFill>
          <a:blip r:embed="rId21">
            <a:extLst>
              <a:ext uri="{96DAC541-7B7A-43D3-8B79-37D633B846F1}">
                <asvg:svgBlip xmlns:asvg="http://schemas.microsoft.com/office/drawing/2016/SVG/main" r:embed="rId22"/>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3910360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7A62C-11F4-7978-90E0-EF6802605D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D4CA58-C51C-0829-62BF-2EB7F31C5B6A}"/>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95CE610C-9EA3-FA66-427D-7889D55783B4}"/>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A49876A2-259D-C87D-E56D-DA1FA9A46E30}"/>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AEB801B3-C92C-08C6-5813-72D3E2FDCA9B}"/>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C4601DAF-089A-119C-8F04-4572D928CA8F}"/>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02F19C84-9931-E120-FD49-E3C78499E214}"/>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954BD0-7946-6D21-11BC-9D174F571638}"/>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F8954BD0-7946-6D21-11BC-9D174F571638}"/>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06D127B4-1DA9-35DD-0D0C-F5026C0B9C19}"/>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0E769B6-974F-B457-E563-9B240EF2370D}"/>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A0E769B6-974F-B457-E563-9B240EF2370D}"/>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DF054391-A1BC-AFCC-A2EB-910C4D75A2BF}"/>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B2C0AE1-9123-4474-C626-57C6045742A2}"/>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6CBA1FFC-1CD4-77A4-A7AA-C09D956628E6}"/>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84A59A1F-1270-7449-1D33-A96FA387E164}"/>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33F6A91E-5C6C-B671-0152-79E65F9C9533}"/>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251E964-60F9-C896-D661-7457C8867600}"/>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B251E964-60F9-C896-D661-7457C8867600}"/>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479AAF1-6D97-F978-F70C-A256BED61ECB}"/>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E479AAF1-6D97-F978-F70C-A256BED61ECB}"/>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1D2E6C7-87BA-636C-CA24-8BD4B65847FC}"/>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21D2E6C7-87BA-636C-CA24-8BD4B65847FC}"/>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809C928-87C4-B110-F9A7-B34C60E591C5}"/>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D809C928-87C4-B110-F9A7-B34C60E591C5}"/>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56EF8DC-2420-7988-A530-5377F6BC4208}"/>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856EF8DC-2420-7988-A530-5377F6BC4208}"/>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D8A661C-3D89-2BF4-E522-2BB9C0A95E21}"/>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2D8A661C-3D89-2BF4-E522-2BB9C0A95E21}"/>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913664F-8274-1BEE-0D9E-A0CB5B188D6D}"/>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3913664F-8274-1BEE-0D9E-A0CB5B188D6D}"/>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210F133-A918-D1F9-AECB-4FED66A534A8}"/>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0210F133-A918-D1F9-AECB-4FED66A534A8}"/>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C1932E5-BF50-54F1-3193-892BDA329300}"/>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3C1932E5-BF50-54F1-3193-892BDA329300}"/>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7048B67-76D9-54C3-CA26-11EC79A370BB}"/>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87048B67-76D9-54C3-CA26-11EC79A370BB}"/>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A8BB8FB-BCAE-831E-E02F-56CB7EED47C2}"/>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BA8BB8FB-BCAE-831E-E02F-56CB7EED47C2}"/>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9764D55-4668-84F6-AAA4-5BCE034F19A4}"/>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09764D55-4668-84F6-AAA4-5BCE034F19A4}"/>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CDFD857-5858-B6EF-1101-3A382B6251AE}"/>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performance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So we ONLY need to model...</a:t>
                </a:r>
              </a:p>
            </p:txBody>
          </p:sp>
        </mc:Choice>
        <mc:Fallback xmlns="">
          <p:sp>
            <p:nvSpPr>
              <p:cNvPr id="13" name="TextBox 12">
                <a:extLst>
                  <a:ext uri="{FF2B5EF4-FFF2-40B4-BE49-F238E27FC236}">
                    <a16:creationId xmlns:a16="http://schemas.microsoft.com/office/drawing/2014/main" id="{5CDFD857-5858-B6EF-1101-3A382B6251AE}"/>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6"/>
                <a:stretch>
                  <a:fillRect l="-671" t="-1215" b="-4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9F79D66-35F7-C8B0-4085-F975ED374CFD}"/>
                  </a:ext>
                </a:extLst>
              </p:cNvPr>
              <p:cNvSpPr txBox="1"/>
              <p:nvPr/>
            </p:nvSpPr>
            <p:spPr>
              <a:xfrm>
                <a:off x="102690" y="3824156"/>
                <a:ext cx="3657600"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e>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d>
                    </m:oMath>
                  </m:oMathPara>
                </a14:m>
                <a:endParaRPr lang="en-US" dirty="0"/>
              </a:p>
            </p:txBody>
          </p:sp>
        </mc:Choice>
        <mc:Fallback xmlns="">
          <p:sp>
            <p:nvSpPr>
              <p:cNvPr id="29" name="TextBox 28">
                <a:extLst>
                  <a:ext uri="{FF2B5EF4-FFF2-40B4-BE49-F238E27FC236}">
                    <a16:creationId xmlns:a16="http://schemas.microsoft.com/office/drawing/2014/main" id="{D9F79D66-35F7-C8B0-4085-F975ED374CFD}"/>
                  </a:ext>
                </a:extLst>
              </p:cNvPr>
              <p:cNvSpPr txBox="1">
                <a:spLocks noRot="1" noChangeAspect="1" noMove="1" noResize="1" noEditPoints="1" noAdjustHandles="1" noChangeArrowheads="1" noChangeShapeType="1" noTextEdit="1"/>
              </p:cNvSpPr>
              <p:nvPr/>
            </p:nvSpPr>
            <p:spPr>
              <a:xfrm>
                <a:off x="102690" y="3824156"/>
                <a:ext cx="3657600" cy="369332"/>
              </a:xfrm>
              <a:prstGeom prst="rect">
                <a:avLst/>
              </a:prstGeom>
              <a:blipFill>
                <a:blip r:embed="rId17"/>
                <a:stretch>
                  <a:fillRect b="-1147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74AA9C8-F068-E4FD-6851-B8F026C2BADC}"/>
                  </a:ext>
                </a:extLst>
              </p:cNvPr>
              <p:cNvSpPr txBox="1"/>
              <p:nvPr/>
            </p:nvSpPr>
            <p:spPr>
              <a:xfrm>
                <a:off x="397981" y="4730834"/>
                <a:ext cx="3036867"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r>
                        <a:rPr lang="en-US" b="0" i="1" smtClean="0">
                          <a:latin typeface="Cambria Math" panose="02040503050406030204" pitchFamily="18" charset="0"/>
                        </a:rPr>
                        <m:t>|</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574AA9C8-F068-E4FD-6851-B8F026C2BADC}"/>
                  </a:ext>
                </a:extLst>
              </p:cNvPr>
              <p:cNvSpPr txBox="1">
                <a:spLocks noRot="1" noChangeAspect="1" noMove="1" noResize="1" noEditPoints="1" noAdjustHandles="1" noChangeArrowheads="1" noChangeShapeType="1" noTextEdit="1"/>
              </p:cNvSpPr>
              <p:nvPr/>
            </p:nvSpPr>
            <p:spPr>
              <a:xfrm>
                <a:off x="397981" y="4730834"/>
                <a:ext cx="3036867" cy="369332"/>
              </a:xfrm>
              <a:prstGeom prst="rect">
                <a:avLst/>
              </a:prstGeom>
              <a:blipFill>
                <a:blip r:embed="rId18"/>
                <a:stretch>
                  <a:fillRect b="-1475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ECE63F5-C156-C95F-063C-A5124DECEF33}"/>
                  </a:ext>
                </a:extLst>
              </p:cNvPr>
              <p:cNvSpPr txBox="1"/>
              <p:nvPr/>
            </p:nvSpPr>
            <p:spPr>
              <a:xfrm>
                <a:off x="3404826" y="3670747"/>
                <a:ext cx="112574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+2</m:t>
                          </m:r>
                        </m:den>
                      </m:f>
                    </m:oMath>
                  </m:oMathPara>
                </a14:m>
                <a:endParaRPr lang="en-US" dirty="0"/>
              </a:p>
            </p:txBody>
          </p:sp>
        </mc:Choice>
        <mc:Fallback xmlns="">
          <p:sp>
            <p:nvSpPr>
              <p:cNvPr id="31" name="TextBox 30">
                <a:extLst>
                  <a:ext uri="{FF2B5EF4-FFF2-40B4-BE49-F238E27FC236}">
                    <a16:creationId xmlns:a16="http://schemas.microsoft.com/office/drawing/2014/main" id="{6ECE63F5-C156-C95F-063C-A5124DECEF33}"/>
                  </a:ext>
                </a:extLst>
              </p:cNvPr>
              <p:cNvSpPr txBox="1">
                <a:spLocks noRot="1" noChangeAspect="1" noMove="1" noResize="1" noEditPoints="1" noAdjustHandles="1" noChangeArrowheads="1" noChangeShapeType="1" noTextEdit="1"/>
              </p:cNvSpPr>
              <p:nvPr/>
            </p:nvSpPr>
            <p:spPr>
              <a:xfrm>
                <a:off x="3404826" y="3670747"/>
                <a:ext cx="1125746" cy="634789"/>
              </a:xfrm>
              <a:prstGeom prst="rect">
                <a:avLst/>
              </a:prstGeom>
              <a:blipFill>
                <a:blip r:embed="rId19"/>
                <a:stretch>
                  <a:fillRect/>
                </a:stretch>
              </a:blipFill>
            </p:spPr>
            <p:txBody>
              <a:bodyPr/>
              <a:lstStyle/>
              <a:p>
                <a:r>
                  <a:rPr lang="en-US">
                    <a:noFill/>
                  </a:rPr>
                  <a:t> </a:t>
                </a:r>
              </a:p>
            </p:txBody>
          </p:sp>
        </mc:Fallback>
      </mc:AlternateContent>
      <p:pic>
        <p:nvPicPr>
          <p:cNvPr id="32" name="Camera 31">
            <a:extLst>
              <a:ext uri="{FF2B5EF4-FFF2-40B4-BE49-F238E27FC236}">
                <a16:creationId xmlns:a16="http://schemas.microsoft.com/office/drawing/2014/main" id="{1B1E5F47-4897-0F67-A938-BCD74E7A7B8F}"/>
              </a:ext>
            </a:extLst>
          </p:cNvPr>
          <p:cNvPicPr>
            <a:picLocks noChangeAspect="1"/>
            <a:extLst>
              <a:ext uri="{51228E76-BA90-4043-B771-695A4F85340A}">
                <alf:liveFeedProps xmlns:alf="http://schemas.microsoft.com/office/drawing/2021/livefeed"/>
              </a:ext>
            </a:extLst>
          </p:cNvPicPr>
          <p:nvPr/>
        </p:nvPicPr>
        <p:blipFill>
          <a:blip r:embed="rId20">
            <a:extLst>
              <a:ext uri="{96DAC541-7B7A-43D3-8B79-37D633B846F1}">
                <asvg:svgBlip xmlns:asvg="http://schemas.microsoft.com/office/drawing/2016/SVG/main" r:embed="rId21"/>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474361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2704D-190B-1071-ADD0-C717A039090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79739A-946E-76F6-5540-560C770AACFA}"/>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AAF40E60-8644-D886-63EE-B317A70FA20A}"/>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3AA758CA-A280-8AA3-75ED-AABD00FC9D94}"/>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1DC58B5C-4512-0D73-85D4-935369D2DFF5}"/>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4615D766-1866-9F24-7095-7D2A517416C8}"/>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6EC3F7E4-AA87-183D-D286-4E0BE48F7793}"/>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63A9F72-11D7-ACA1-ABC3-8E3A3383F162}"/>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163A9F72-11D7-ACA1-ABC3-8E3A3383F162}"/>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320E46AB-375F-A596-39E3-D439DB93E3C5}"/>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4CFAD23-05FE-721F-46C3-A9031CCA7AF1}"/>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74CFAD23-05FE-721F-46C3-A9031CCA7AF1}"/>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80487CBB-D26D-F1D0-54BC-B41DF090F174}"/>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EB3B86B-C670-9799-5190-9189058CCEE1}"/>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E08F1373-454C-A00C-2E93-5F7EBA134B44}"/>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380DA7BC-915F-071C-10EB-C07273A5F86C}"/>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7F5EFF6F-8E1E-F487-D6EC-291F760BB1A7}"/>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D6F280B-39C5-1EF0-79F7-31FF5CFA22DF}"/>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0D6F280B-39C5-1EF0-79F7-31FF5CFA22DF}"/>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27C89A7-189D-3951-BC8C-018682D63DEB}"/>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F27C89A7-189D-3951-BC8C-018682D63DEB}"/>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2818596-3249-34BE-1A1A-CEFC56FEE3F6}"/>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62818596-3249-34BE-1A1A-CEFC56FEE3F6}"/>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DF8A86C-3B0C-37F7-0DD8-E52BBDAEB0FB}"/>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1DF8A86C-3B0C-37F7-0DD8-E52BBDAEB0FB}"/>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D70C78B-0220-BDEB-0635-222A5C18B8E6}"/>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ED70C78B-0220-BDEB-0635-222A5C18B8E6}"/>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642C2DC-FEBF-5902-1547-5A51B9C4E953}"/>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F642C2DC-FEBF-5902-1547-5A51B9C4E953}"/>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C251F0A-4477-08A8-435B-DF3E1F94EE8B}"/>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4C251F0A-4477-08A8-435B-DF3E1F94EE8B}"/>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0A102FB-CD1F-5A59-4234-C4088D122D65}"/>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A0A102FB-CD1F-5A59-4234-C4088D122D65}"/>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22428EA-33BF-EF5B-1610-8F4BDE80A36D}"/>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922428EA-33BF-EF5B-1610-8F4BDE80A36D}"/>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047F2E3-D503-A303-C549-C2DD011AC800}"/>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B047F2E3-D503-A303-C549-C2DD011AC800}"/>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1677AC0-D264-BD85-F546-5C0945939F3A}"/>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C1677AC0-D264-BD85-F546-5C0945939F3A}"/>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4E53C43-51AE-D3AC-3ECC-CC077D07E621}"/>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24E53C43-51AE-D3AC-3ECC-CC077D07E621}"/>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FD10E8D-28FF-812C-00F3-4684AB06CA3A}"/>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performance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So we ONLY need to model...</a:t>
                </a:r>
              </a:p>
            </p:txBody>
          </p:sp>
        </mc:Choice>
        <mc:Fallback xmlns="">
          <p:sp>
            <p:nvSpPr>
              <p:cNvPr id="13" name="TextBox 12">
                <a:extLst>
                  <a:ext uri="{FF2B5EF4-FFF2-40B4-BE49-F238E27FC236}">
                    <a16:creationId xmlns:a16="http://schemas.microsoft.com/office/drawing/2014/main" id="{4FD10E8D-28FF-812C-00F3-4684AB06CA3A}"/>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6"/>
                <a:stretch>
                  <a:fillRect l="-671" t="-1215" b="-4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9C1076E-5B7D-74D6-0DE7-1BCDA27BB2DE}"/>
                  </a:ext>
                </a:extLst>
              </p:cNvPr>
              <p:cNvSpPr txBox="1"/>
              <p:nvPr/>
            </p:nvSpPr>
            <p:spPr>
              <a:xfrm>
                <a:off x="102690" y="3824156"/>
                <a:ext cx="3657600"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e>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d>
                    </m:oMath>
                  </m:oMathPara>
                </a14:m>
                <a:endParaRPr lang="en-US" dirty="0"/>
              </a:p>
            </p:txBody>
          </p:sp>
        </mc:Choice>
        <mc:Fallback xmlns="">
          <p:sp>
            <p:nvSpPr>
              <p:cNvPr id="29" name="TextBox 28">
                <a:extLst>
                  <a:ext uri="{FF2B5EF4-FFF2-40B4-BE49-F238E27FC236}">
                    <a16:creationId xmlns:a16="http://schemas.microsoft.com/office/drawing/2014/main" id="{89C1076E-5B7D-74D6-0DE7-1BCDA27BB2DE}"/>
                  </a:ext>
                </a:extLst>
              </p:cNvPr>
              <p:cNvSpPr txBox="1">
                <a:spLocks noRot="1" noChangeAspect="1" noMove="1" noResize="1" noEditPoints="1" noAdjustHandles="1" noChangeArrowheads="1" noChangeShapeType="1" noTextEdit="1"/>
              </p:cNvSpPr>
              <p:nvPr/>
            </p:nvSpPr>
            <p:spPr>
              <a:xfrm>
                <a:off x="102690" y="3824156"/>
                <a:ext cx="3657600" cy="369332"/>
              </a:xfrm>
              <a:prstGeom prst="rect">
                <a:avLst/>
              </a:prstGeom>
              <a:blipFill>
                <a:blip r:embed="rId17"/>
                <a:stretch>
                  <a:fillRect b="-1147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20C3374-F0A2-BB3D-61CF-3E794C63592A}"/>
                  </a:ext>
                </a:extLst>
              </p:cNvPr>
              <p:cNvSpPr txBox="1"/>
              <p:nvPr/>
            </p:nvSpPr>
            <p:spPr>
              <a:xfrm>
                <a:off x="397981" y="4730834"/>
                <a:ext cx="3036867"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r>
                        <a:rPr lang="en-US" b="0" i="1" smtClean="0">
                          <a:latin typeface="Cambria Math" panose="02040503050406030204" pitchFamily="18" charset="0"/>
                        </a:rPr>
                        <m:t>|</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A20C3374-F0A2-BB3D-61CF-3E794C63592A}"/>
                  </a:ext>
                </a:extLst>
              </p:cNvPr>
              <p:cNvSpPr txBox="1">
                <a:spLocks noRot="1" noChangeAspect="1" noMove="1" noResize="1" noEditPoints="1" noAdjustHandles="1" noChangeArrowheads="1" noChangeShapeType="1" noTextEdit="1"/>
              </p:cNvSpPr>
              <p:nvPr/>
            </p:nvSpPr>
            <p:spPr>
              <a:xfrm>
                <a:off x="397981" y="4730834"/>
                <a:ext cx="3036867" cy="369332"/>
              </a:xfrm>
              <a:prstGeom prst="rect">
                <a:avLst/>
              </a:prstGeom>
              <a:blipFill>
                <a:blip r:embed="rId18"/>
                <a:stretch>
                  <a:fillRect b="-1475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B5AF42B-4A8B-9AC7-1B58-FAFAF0965A45}"/>
                  </a:ext>
                </a:extLst>
              </p:cNvPr>
              <p:cNvSpPr txBox="1"/>
              <p:nvPr/>
            </p:nvSpPr>
            <p:spPr>
              <a:xfrm>
                <a:off x="3404826" y="3670747"/>
                <a:ext cx="112574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+2</m:t>
                          </m:r>
                        </m:den>
                      </m:f>
                    </m:oMath>
                  </m:oMathPara>
                </a14:m>
                <a:endParaRPr lang="en-US" dirty="0"/>
              </a:p>
            </p:txBody>
          </p:sp>
        </mc:Choice>
        <mc:Fallback xmlns="">
          <p:sp>
            <p:nvSpPr>
              <p:cNvPr id="31" name="TextBox 30">
                <a:extLst>
                  <a:ext uri="{FF2B5EF4-FFF2-40B4-BE49-F238E27FC236}">
                    <a16:creationId xmlns:a16="http://schemas.microsoft.com/office/drawing/2014/main" id="{4B5AF42B-4A8B-9AC7-1B58-FAFAF0965A45}"/>
                  </a:ext>
                </a:extLst>
              </p:cNvPr>
              <p:cNvSpPr txBox="1">
                <a:spLocks noRot="1" noChangeAspect="1" noMove="1" noResize="1" noEditPoints="1" noAdjustHandles="1" noChangeArrowheads="1" noChangeShapeType="1" noTextEdit="1"/>
              </p:cNvSpPr>
              <p:nvPr/>
            </p:nvSpPr>
            <p:spPr>
              <a:xfrm>
                <a:off x="3404826" y="3670747"/>
                <a:ext cx="1125746" cy="634789"/>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776A382-510F-028A-DD01-32A674EB7D87}"/>
                  </a:ext>
                </a:extLst>
              </p:cNvPr>
              <p:cNvSpPr txBox="1"/>
              <p:nvPr/>
            </p:nvSpPr>
            <p:spPr>
              <a:xfrm>
                <a:off x="3391928" y="4598605"/>
                <a:ext cx="112574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+1</m:t>
                          </m:r>
                        </m:den>
                      </m:f>
                    </m:oMath>
                  </m:oMathPara>
                </a14:m>
                <a:endParaRPr lang="en-US" dirty="0"/>
              </a:p>
            </p:txBody>
          </p:sp>
        </mc:Choice>
        <mc:Fallback xmlns="">
          <p:sp>
            <p:nvSpPr>
              <p:cNvPr id="32" name="TextBox 31">
                <a:extLst>
                  <a:ext uri="{FF2B5EF4-FFF2-40B4-BE49-F238E27FC236}">
                    <a16:creationId xmlns:a16="http://schemas.microsoft.com/office/drawing/2014/main" id="{F776A382-510F-028A-DD01-32A674EB7D87}"/>
                  </a:ext>
                </a:extLst>
              </p:cNvPr>
              <p:cNvSpPr txBox="1">
                <a:spLocks noRot="1" noChangeAspect="1" noMove="1" noResize="1" noEditPoints="1" noAdjustHandles="1" noChangeArrowheads="1" noChangeShapeType="1" noTextEdit="1"/>
              </p:cNvSpPr>
              <p:nvPr/>
            </p:nvSpPr>
            <p:spPr>
              <a:xfrm>
                <a:off x="3391928" y="4598605"/>
                <a:ext cx="1125746" cy="634789"/>
              </a:xfrm>
              <a:prstGeom prst="rect">
                <a:avLst/>
              </a:prstGeom>
              <a:blipFill>
                <a:blip r:embed="rId20"/>
                <a:stretch>
                  <a:fillRect/>
                </a:stretch>
              </a:blipFill>
            </p:spPr>
            <p:txBody>
              <a:bodyPr/>
              <a:lstStyle/>
              <a:p>
                <a:r>
                  <a:rPr lang="en-US">
                    <a:noFill/>
                  </a:rPr>
                  <a:t> </a:t>
                </a:r>
              </a:p>
            </p:txBody>
          </p:sp>
        </mc:Fallback>
      </mc:AlternateContent>
      <p:pic>
        <p:nvPicPr>
          <p:cNvPr id="33" name="Camera 32">
            <a:extLst>
              <a:ext uri="{FF2B5EF4-FFF2-40B4-BE49-F238E27FC236}">
                <a16:creationId xmlns:a16="http://schemas.microsoft.com/office/drawing/2014/main" id="{361ED5AB-D42D-416F-3587-094215BE2925}"/>
              </a:ext>
            </a:extLst>
          </p:cNvPr>
          <p:cNvPicPr>
            <a:picLocks noChangeAspect="1"/>
            <a:extLst>
              <a:ext uri="{51228E76-BA90-4043-B771-695A4F85340A}">
                <alf:liveFeedProps xmlns:alf="http://schemas.microsoft.com/office/drawing/2021/livefeed"/>
              </a:ext>
            </a:extLst>
          </p:cNvPicPr>
          <p:nvPr/>
        </p:nvPicPr>
        <p:blipFill>
          <a:blip r:embed="rId21">
            <a:extLst>
              <a:ext uri="{96DAC541-7B7A-43D3-8B79-37D633B846F1}">
                <asvg:svgBlip xmlns:asvg="http://schemas.microsoft.com/office/drawing/2016/SVG/main" r:embed="rId22"/>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933178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F603-7030-F113-1899-1048249C44C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CD6A8D-9C1F-C070-B923-F343E0EFBEF6}"/>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DC4C19E1-31B2-A7FB-BEE8-E9765CDDA071}"/>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FFDB3ECA-4296-F121-ABC0-31F4BFAB183B}"/>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13B0ED24-ACA1-9FCE-8237-BB1610A122E9}"/>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0E972BD3-2331-1206-845C-D51D4CAFDD87}"/>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AA0D7743-E5E2-BB81-9608-ACCC8541AD75}"/>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D56231E-F600-1A10-1443-209AD15D30E8}"/>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CD56231E-F600-1A10-1443-209AD15D30E8}"/>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221DFA46-E9CF-57BF-5519-347D95BFA2E4}"/>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12BC125-2401-F741-9CD4-3B3E974B3B46}"/>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612BC125-2401-F741-9CD4-3B3E974B3B46}"/>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8C3B0B45-3BB7-5795-3D6C-659AAD397122}"/>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C514A9C-F928-41DD-0CF1-18343C3EAF13}"/>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1016F773-4EC5-6DE6-F65F-C6447623675A}"/>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E3192465-E2F6-B73D-3D48-6C143CBBC601}"/>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56DCCFCD-738C-7889-6C8F-0FA4FC22D5E1}"/>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16FA603-4ACF-AD49-E469-13974C0F92C1}"/>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716FA603-4ACF-AD49-E469-13974C0F92C1}"/>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37C4B0D-7980-B260-D6DA-DFDD035DF77A}"/>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937C4B0D-7980-B260-D6DA-DFDD035DF77A}"/>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F115703-9A28-899B-239D-C31EBC067132}"/>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8F115703-9A28-899B-239D-C31EBC067132}"/>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AD51E47-37AF-72BA-B702-7E9CC2CE029A}"/>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AAD51E47-37AF-72BA-B702-7E9CC2CE029A}"/>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C937839-FB25-7A1C-3E4A-68CEC065521C}"/>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2C937839-FB25-7A1C-3E4A-68CEC065521C}"/>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D5FFB08-1B32-E57D-4B85-8EA6AEBC6340}"/>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5D5FFB08-1B32-E57D-4B85-8EA6AEBC6340}"/>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0D2136D-DF93-3E25-B1F6-803A3F54355B}"/>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40D2136D-DF93-3E25-B1F6-803A3F54355B}"/>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BC42401-4AAA-FF5A-7D61-C7769CA81022}"/>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CBC42401-4AAA-FF5A-7D61-C7769CA81022}"/>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53290C0-F98C-88AB-2379-C7EB5902B717}"/>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053290C0-F98C-88AB-2379-C7EB5902B717}"/>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E3D9BBD-42A0-592F-0523-E582A1A28C3C}"/>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BE3D9BBD-42A0-592F-0523-E582A1A28C3C}"/>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C0A63E4-DBC0-C85D-C571-D058E9A9D585}"/>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2C0A63E4-DBC0-C85D-C571-D058E9A9D585}"/>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723E51A-593A-FFCA-07AB-69B2CCD47510}"/>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7723E51A-593A-FFCA-07AB-69B2CCD47510}"/>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0521156-1CFA-4A5D-A18D-99EB836841D2}"/>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performance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So we ONLY need to model...</a:t>
                </a:r>
              </a:p>
            </p:txBody>
          </p:sp>
        </mc:Choice>
        <mc:Fallback xmlns="">
          <p:sp>
            <p:nvSpPr>
              <p:cNvPr id="13" name="TextBox 12">
                <a:extLst>
                  <a:ext uri="{FF2B5EF4-FFF2-40B4-BE49-F238E27FC236}">
                    <a16:creationId xmlns:a16="http://schemas.microsoft.com/office/drawing/2014/main" id="{00521156-1CFA-4A5D-A18D-99EB836841D2}"/>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6"/>
                <a:stretch>
                  <a:fillRect l="-671" t="-1215" b="-4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5404450-165A-F434-D270-C8D96F1A0A6D}"/>
                  </a:ext>
                </a:extLst>
              </p:cNvPr>
              <p:cNvSpPr txBox="1"/>
              <p:nvPr/>
            </p:nvSpPr>
            <p:spPr>
              <a:xfrm>
                <a:off x="102690" y="3824156"/>
                <a:ext cx="3657600"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e>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d>
                    </m:oMath>
                  </m:oMathPara>
                </a14:m>
                <a:endParaRPr lang="en-US" dirty="0"/>
              </a:p>
            </p:txBody>
          </p:sp>
        </mc:Choice>
        <mc:Fallback xmlns="">
          <p:sp>
            <p:nvSpPr>
              <p:cNvPr id="29" name="TextBox 28">
                <a:extLst>
                  <a:ext uri="{FF2B5EF4-FFF2-40B4-BE49-F238E27FC236}">
                    <a16:creationId xmlns:a16="http://schemas.microsoft.com/office/drawing/2014/main" id="{E5404450-165A-F434-D270-C8D96F1A0A6D}"/>
                  </a:ext>
                </a:extLst>
              </p:cNvPr>
              <p:cNvSpPr txBox="1">
                <a:spLocks noRot="1" noChangeAspect="1" noMove="1" noResize="1" noEditPoints="1" noAdjustHandles="1" noChangeArrowheads="1" noChangeShapeType="1" noTextEdit="1"/>
              </p:cNvSpPr>
              <p:nvPr/>
            </p:nvSpPr>
            <p:spPr>
              <a:xfrm>
                <a:off x="102690" y="3824156"/>
                <a:ext cx="3657600" cy="369332"/>
              </a:xfrm>
              <a:prstGeom prst="rect">
                <a:avLst/>
              </a:prstGeom>
              <a:blipFill>
                <a:blip r:embed="rId17"/>
                <a:stretch>
                  <a:fillRect b="-1147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6E62FF1-AE33-5304-A0CD-F2DAB97E5533}"/>
                  </a:ext>
                </a:extLst>
              </p:cNvPr>
              <p:cNvSpPr txBox="1"/>
              <p:nvPr/>
            </p:nvSpPr>
            <p:spPr>
              <a:xfrm>
                <a:off x="397981" y="4730834"/>
                <a:ext cx="3036867"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r>
                        <a:rPr lang="en-US" b="0" i="1" smtClean="0">
                          <a:latin typeface="Cambria Math" panose="02040503050406030204" pitchFamily="18" charset="0"/>
                        </a:rPr>
                        <m:t>|</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46E62FF1-AE33-5304-A0CD-F2DAB97E5533}"/>
                  </a:ext>
                </a:extLst>
              </p:cNvPr>
              <p:cNvSpPr txBox="1">
                <a:spLocks noRot="1" noChangeAspect="1" noMove="1" noResize="1" noEditPoints="1" noAdjustHandles="1" noChangeArrowheads="1" noChangeShapeType="1" noTextEdit="1"/>
              </p:cNvSpPr>
              <p:nvPr/>
            </p:nvSpPr>
            <p:spPr>
              <a:xfrm>
                <a:off x="397981" y="4730834"/>
                <a:ext cx="3036867" cy="369332"/>
              </a:xfrm>
              <a:prstGeom prst="rect">
                <a:avLst/>
              </a:prstGeom>
              <a:blipFill>
                <a:blip r:embed="rId18"/>
                <a:stretch>
                  <a:fillRect b="-1475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C9BF769-EB1E-ADFC-AF7C-A66729F79727}"/>
                  </a:ext>
                </a:extLst>
              </p:cNvPr>
              <p:cNvSpPr txBox="1"/>
              <p:nvPr/>
            </p:nvSpPr>
            <p:spPr>
              <a:xfrm>
                <a:off x="3404826" y="3670747"/>
                <a:ext cx="112574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+2</m:t>
                          </m:r>
                        </m:den>
                      </m:f>
                    </m:oMath>
                  </m:oMathPara>
                </a14:m>
                <a:endParaRPr lang="en-US" dirty="0"/>
              </a:p>
            </p:txBody>
          </p:sp>
        </mc:Choice>
        <mc:Fallback xmlns="">
          <p:sp>
            <p:nvSpPr>
              <p:cNvPr id="31" name="TextBox 30">
                <a:extLst>
                  <a:ext uri="{FF2B5EF4-FFF2-40B4-BE49-F238E27FC236}">
                    <a16:creationId xmlns:a16="http://schemas.microsoft.com/office/drawing/2014/main" id="{BC9BF769-EB1E-ADFC-AF7C-A66729F79727}"/>
                  </a:ext>
                </a:extLst>
              </p:cNvPr>
              <p:cNvSpPr txBox="1">
                <a:spLocks noRot="1" noChangeAspect="1" noMove="1" noResize="1" noEditPoints="1" noAdjustHandles="1" noChangeArrowheads="1" noChangeShapeType="1" noTextEdit="1"/>
              </p:cNvSpPr>
              <p:nvPr/>
            </p:nvSpPr>
            <p:spPr>
              <a:xfrm>
                <a:off x="3404826" y="3670747"/>
                <a:ext cx="1125746" cy="634789"/>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31E6BD5-E74A-2586-D4F6-B5F6DB764DB6}"/>
                  </a:ext>
                </a:extLst>
              </p:cNvPr>
              <p:cNvSpPr txBox="1"/>
              <p:nvPr/>
            </p:nvSpPr>
            <p:spPr>
              <a:xfrm>
                <a:off x="3391928" y="4598605"/>
                <a:ext cx="112574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+1</m:t>
                          </m:r>
                        </m:den>
                      </m:f>
                    </m:oMath>
                  </m:oMathPara>
                </a14:m>
                <a:endParaRPr lang="en-US" dirty="0"/>
              </a:p>
            </p:txBody>
          </p:sp>
        </mc:Choice>
        <mc:Fallback xmlns="">
          <p:sp>
            <p:nvSpPr>
              <p:cNvPr id="32" name="TextBox 31">
                <a:extLst>
                  <a:ext uri="{FF2B5EF4-FFF2-40B4-BE49-F238E27FC236}">
                    <a16:creationId xmlns:a16="http://schemas.microsoft.com/office/drawing/2014/main" id="{731E6BD5-E74A-2586-D4F6-B5F6DB764DB6}"/>
                  </a:ext>
                </a:extLst>
              </p:cNvPr>
              <p:cNvSpPr txBox="1">
                <a:spLocks noRot="1" noChangeAspect="1" noMove="1" noResize="1" noEditPoints="1" noAdjustHandles="1" noChangeArrowheads="1" noChangeShapeType="1" noTextEdit="1"/>
              </p:cNvSpPr>
              <p:nvPr/>
            </p:nvSpPr>
            <p:spPr>
              <a:xfrm>
                <a:off x="3391928" y="4598605"/>
                <a:ext cx="1125746" cy="634789"/>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BA276A6-5DEF-FA0A-D575-985569D679BE}"/>
                  </a:ext>
                </a:extLst>
              </p:cNvPr>
              <p:cNvSpPr txBox="1"/>
              <p:nvPr/>
            </p:nvSpPr>
            <p:spPr>
              <a:xfrm>
                <a:off x="5246255" y="2827273"/>
                <a:ext cx="6639993" cy="39163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nSpc>
                    <a:spcPct val="150000"/>
                  </a:lnSpc>
                </a:pPr>
                <a:r>
                  <a:rPr lang="en-US" dirty="0"/>
                  <a:t>Key facts...</a:t>
                </a:r>
              </a:p>
              <a:p>
                <a:pPr marL="285750" indent="-285750">
                  <a:lnSpc>
                    <a:spcPct val="150000"/>
                  </a:lnSpc>
                  <a:buFont typeface="Arial" panose="020B0604020202020204" pitchFamily="34" charset="0"/>
                  <a:buChar char="•"/>
                </a:pPr>
                <a:r>
                  <a:rPr lang="en-US" dirty="0"/>
                  <a:t>For every value of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+1</m:t>
                        </m:r>
                      </m:den>
                    </m:f>
                  </m:oMath>
                </a14:m>
                <a:r>
                  <a:rPr lang="en-US" dirty="0"/>
                  <a:t> is between 0 and 1.  So it is a valid probability!</a:t>
                </a:r>
              </a:p>
              <a:p>
                <a:pPr marL="285750" indent="-285750">
                  <a:lnSpc>
                    <a:spcPct val="150000"/>
                  </a:lnSpc>
                  <a:buFont typeface="Arial" panose="020B0604020202020204" pitchFamily="34" charset="0"/>
                  <a:buChar char="•"/>
                </a:pP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+1</m:t>
                        </m:r>
                      </m:den>
                    </m:f>
                  </m:oMath>
                </a14:m>
                <a:r>
                  <a:rPr lang="en-US" dirty="0"/>
                  <a:t> is increasing in </a:t>
                </a:r>
                <a14:m>
                  <m:oMath xmlns:m="http://schemas.openxmlformats.org/officeDocument/2006/math">
                    <m:r>
                      <a:rPr lang="en-US" b="0" i="1" smtClean="0">
                        <a:latin typeface="Cambria Math" panose="02040503050406030204" pitchFamily="18" charset="0"/>
                      </a:rPr>
                      <m:t>𝑏</m:t>
                    </m:r>
                  </m:oMath>
                </a14:m>
                <a:r>
                  <a:rPr lang="en-US" dirty="0"/>
                  <a:t>, so as the military budget increases, the likelihood that the military performs well in a war goes up!</a:t>
                </a:r>
              </a:p>
              <a:p>
                <a:pPr marL="285750" indent="-285750">
                  <a:lnSpc>
                    <a:spcPct val="150000"/>
                  </a:lnSpc>
                  <a:buFont typeface="Arial" panose="020B0604020202020204" pitchFamily="34" charset="0"/>
                  <a:buChar char="•"/>
                </a:pPr>
                <a:r>
                  <a:rPr lang="en-US" dirty="0"/>
                  <a:t>For every value of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+1</m:t>
                        </m:r>
                      </m:den>
                    </m:f>
                    <m:r>
                      <a:rPr lang="en-US" b="0" i="1" smtClean="0">
                        <a:latin typeface="Cambria Math" panose="02040503050406030204" pitchFamily="18" charset="0"/>
                      </a:rPr>
                      <m:t>&gt;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+2</m:t>
                        </m:r>
                      </m:den>
                    </m:f>
                  </m:oMath>
                </a14:m>
                <a:r>
                  <a:rPr lang="en-US" dirty="0"/>
                  <a:t>. This depicts the ideal that the military’s budget is more useful for fighting wars than for conducting coups.</a:t>
                </a:r>
              </a:p>
            </p:txBody>
          </p:sp>
        </mc:Choice>
        <mc:Fallback xmlns="">
          <p:sp>
            <p:nvSpPr>
              <p:cNvPr id="33" name="TextBox 32">
                <a:extLst>
                  <a:ext uri="{FF2B5EF4-FFF2-40B4-BE49-F238E27FC236}">
                    <a16:creationId xmlns:a16="http://schemas.microsoft.com/office/drawing/2014/main" id="{DBA276A6-5DEF-FA0A-D575-985569D679BE}"/>
                  </a:ext>
                </a:extLst>
              </p:cNvPr>
              <p:cNvSpPr txBox="1">
                <a:spLocks noRot="1" noChangeAspect="1" noMove="1" noResize="1" noEditPoints="1" noAdjustHandles="1" noChangeArrowheads="1" noChangeShapeType="1" noTextEdit="1"/>
              </p:cNvSpPr>
              <p:nvPr/>
            </p:nvSpPr>
            <p:spPr>
              <a:xfrm>
                <a:off x="5246255" y="2827273"/>
                <a:ext cx="6639993" cy="3916329"/>
              </a:xfrm>
              <a:prstGeom prst="rect">
                <a:avLst/>
              </a:prstGeom>
              <a:blipFill>
                <a:blip r:embed="rId21"/>
                <a:stretch>
                  <a:fillRect l="-733" b="-1240"/>
                </a:stretch>
              </a:blipFill>
            </p:spPr>
            <p:txBody>
              <a:bodyPr/>
              <a:lstStyle/>
              <a:p>
                <a:r>
                  <a:rPr lang="en-US">
                    <a:noFill/>
                  </a:rPr>
                  <a:t> </a:t>
                </a:r>
              </a:p>
            </p:txBody>
          </p:sp>
        </mc:Fallback>
      </mc:AlternateContent>
      <p:pic>
        <p:nvPicPr>
          <p:cNvPr id="34" name="Camera 33">
            <a:extLst>
              <a:ext uri="{FF2B5EF4-FFF2-40B4-BE49-F238E27FC236}">
                <a16:creationId xmlns:a16="http://schemas.microsoft.com/office/drawing/2014/main" id="{D58204F4-95BC-F56F-1B46-1ECFD80E623D}"/>
              </a:ext>
            </a:extLst>
          </p:cNvPr>
          <p:cNvPicPr>
            <a:picLocks noChangeAspect="1"/>
            <a:extLst>
              <a:ext uri="{51228E76-BA90-4043-B771-695A4F85340A}">
                <alf:liveFeedProps xmlns:alf="http://schemas.microsoft.com/office/drawing/2021/livefeed"/>
              </a:ext>
            </a:extLst>
          </p:cNvPicPr>
          <p:nvPr/>
        </p:nvPicPr>
        <p:blipFill>
          <a:blip r:embed="rId22">
            <a:extLst>
              <a:ext uri="{96DAC541-7B7A-43D3-8B79-37D633B846F1}">
                <asvg:svgBlip xmlns:asvg="http://schemas.microsoft.com/office/drawing/2016/SVG/main" r:embed="rId2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6430505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1ACEA-DA89-732D-34C9-44A70CF9F9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90AFAA-F1C7-0439-28EB-6FB4EF319C2F}"/>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5D45CDBC-F166-B842-4509-62479A326BDE}"/>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D70865CD-20C8-B1F1-E812-565BE14A4D13}"/>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CEF2BF7C-90F5-6B64-7968-9C636484679D}"/>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4AF24928-8F84-593F-756F-D3634E5FB539}"/>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4F34846F-A55D-3E0B-2445-26FDAC8C3E49}"/>
              </a:ext>
            </a:extLst>
          </p:cNvPr>
          <p:cNvSpPr txBox="1"/>
          <p:nvPr/>
        </p:nvSpPr>
        <p:spPr>
          <a:xfrm>
            <a:off x="4356847" y="3801836"/>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CEFB4BB-954C-4951-BA0D-61B4EDD3D04F}"/>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ECEFB4BB-954C-4951-BA0D-61B4EDD3D04F}"/>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596234AF-A413-00DD-070D-5A95CE67E9D0}"/>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4818B46-A4A5-8C43-A598-C446A5E9FD31}"/>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C4818B46-A4A5-8C43-A598-C446A5E9FD31}"/>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sp>
        <p:nvSpPr>
          <p:cNvPr id="11" name="Rectangle 10">
            <a:extLst>
              <a:ext uri="{FF2B5EF4-FFF2-40B4-BE49-F238E27FC236}">
                <a16:creationId xmlns:a16="http://schemas.microsoft.com/office/drawing/2014/main" id="{CB9C216E-1175-FCEC-37D4-6EF88D656F48}"/>
              </a:ext>
            </a:extLst>
          </p:cNvPr>
          <p:cNvSpPr/>
          <p:nvPr/>
        </p:nvSpPr>
        <p:spPr>
          <a:xfrm>
            <a:off x="0" y="0"/>
            <a:ext cx="12192000" cy="6858000"/>
          </a:xfrm>
          <a:prstGeom prst="rect">
            <a:avLst/>
          </a:prstGeom>
          <a:solidFill>
            <a:srgbClr val="404040">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A0F751B-4967-121C-59DC-CD7A7BD44B73}"/>
              </a:ext>
            </a:extLst>
          </p:cNvPr>
          <p:cNvSpPr txBox="1"/>
          <p:nvPr/>
        </p:nvSpPr>
        <p:spPr>
          <a:xfrm>
            <a:off x="2734236" y="277962"/>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p:grpSp>
        <p:nvGrpSpPr>
          <p:cNvPr id="28" name="Group 27">
            <a:extLst>
              <a:ext uri="{FF2B5EF4-FFF2-40B4-BE49-F238E27FC236}">
                <a16:creationId xmlns:a16="http://schemas.microsoft.com/office/drawing/2014/main" id="{F6C47C84-588C-5E01-FAFB-68ADCF75FA3E}"/>
              </a:ext>
            </a:extLst>
          </p:cNvPr>
          <p:cNvGrpSpPr/>
          <p:nvPr/>
        </p:nvGrpSpPr>
        <p:grpSpPr>
          <a:xfrm>
            <a:off x="152399" y="824810"/>
            <a:ext cx="4802909" cy="2223506"/>
            <a:chOff x="3611824" y="2837064"/>
            <a:chExt cx="4802909" cy="2223506"/>
          </a:xfrm>
        </p:grpSpPr>
        <p:sp>
          <p:nvSpPr>
            <p:cNvPr id="22" name="Rectangle 21">
              <a:extLst>
                <a:ext uri="{FF2B5EF4-FFF2-40B4-BE49-F238E27FC236}">
                  <a16:creationId xmlns:a16="http://schemas.microsoft.com/office/drawing/2014/main" id="{D9C30D2C-D27A-9B8D-626F-19C0EDC07AAF}"/>
                </a:ext>
              </a:extLst>
            </p:cNvPr>
            <p:cNvSpPr/>
            <p:nvPr/>
          </p:nvSpPr>
          <p:spPr>
            <a:xfrm>
              <a:off x="3611824" y="2837064"/>
              <a:ext cx="4802909" cy="222350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0BD15C1B-95C1-EFE4-B530-748735991533}"/>
                </a:ext>
              </a:extLst>
            </p:cNvPr>
            <p:cNvGrpSpPr/>
            <p:nvPr/>
          </p:nvGrpSpPr>
          <p:grpSpPr>
            <a:xfrm>
              <a:off x="3765176" y="2948126"/>
              <a:ext cx="3500586" cy="1905184"/>
              <a:chOff x="-217061" y="4525032"/>
              <a:chExt cx="3500586" cy="1905184"/>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5693487-5B7B-DE09-4645-AB74F6670C2C}"/>
                      </a:ext>
                    </a:extLst>
                  </p:cNvPr>
                  <p:cNvSpPr txBox="1"/>
                  <p:nvPr/>
                </p:nvSpPr>
                <p:spPr>
                  <a:xfrm>
                    <a:off x="-217061" y="4525032"/>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35693487-5B7B-DE09-4645-AB74F6670C2C}"/>
                      </a:ext>
                    </a:extLst>
                  </p:cNvPr>
                  <p:cNvSpPr txBox="1">
                    <a:spLocks noRot="1" noChangeAspect="1" noMove="1" noResize="1" noEditPoints="1" noAdjustHandles="1" noChangeArrowheads="1" noChangeShapeType="1" noTextEdit="1"/>
                  </p:cNvSpPr>
                  <p:nvPr/>
                </p:nvSpPr>
                <p:spPr>
                  <a:xfrm>
                    <a:off x="-217061" y="4525032"/>
                    <a:ext cx="3103419" cy="369332"/>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972E2C7-8D1B-41E8-0147-9A458AC5DA8E}"/>
                      </a:ext>
                    </a:extLst>
                  </p:cNvPr>
                  <p:cNvSpPr txBox="1"/>
                  <p:nvPr/>
                </p:nvSpPr>
                <p:spPr>
                  <a:xfrm>
                    <a:off x="-217058" y="504366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5972E2C7-8D1B-41E8-0147-9A458AC5DA8E}"/>
                      </a:ext>
                    </a:extLst>
                  </p:cNvPr>
                  <p:cNvSpPr txBox="1">
                    <a:spLocks noRot="1" noChangeAspect="1" noMove="1" noResize="1" noEditPoints="1" noAdjustHandles="1" noChangeArrowheads="1" noChangeShapeType="1" noTextEdit="1"/>
                  </p:cNvSpPr>
                  <p:nvPr/>
                </p:nvSpPr>
                <p:spPr>
                  <a:xfrm>
                    <a:off x="-217058" y="5043661"/>
                    <a:ext cx="3103419" cy="369332"/>
                  </a:xfrm>
                  <a:prstGeom prst="rect">
                    <a:avLst/>
                  </a:prstGeom>
                  <a:blipFill>
                    <a:blip r:embed="rId5"/>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2EAA703-F659-3837-566C-4741E4074BD4}"/>
                      </a:ext>
                    </a:extLst>
                  </p:cNvPr>
                  <p:cNvSpPr txBox="1"/>
                  <p:nvPr/>
                </p:nvSpPr>
                <p:spPr>
                  <a:xfrm>
                    <a:off x="-217059" y="554538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A2EAA703-F659-3837-566C-4741E4074BD4}"/>
                      </a:ext>
                    </a:extLst>
                  </p:cNvPr>
                  <p:cNvSpPr txBox="1">
                    <a:spLocks noRot="1" noChangeAspect="1" noMove="1" noResize="1" noEditPoints="1" noAdjustHandles="1" noChangeArrowheads="1" noChangeShapeType="1" noTextEdit="1"/>
                  </p:cNvSpPr>
                  <p:nvPr/>
                </p:nvSpPr>
                <p:spPr>
                  <a:xfrm>
                    <a:off x="-217059" y="5545381"/>
                    <a:ext cx="3103419" cy="369332"/>
                  </a:xfrm>
                  <a:prstGeom prst="rect">
                    <a:avLst/>
                  </a:prstGeom>
                  <a:blipFill>
                    <a:blip r:embed="rId6"/>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AD7AE81-E190-2239-B329-DB529D1EF8E3}"/>
                      </a:ext>
                    </a:extLst>
                  </p:cNvPr>
                  <p:cNvSpPr txBox="1"/>
                  <p:nvPr/>
                </p:nvSpPr>
                <p:spPr>
                  <a:xfrm>
                    <a:off x="-217060" y="6047101"/>
                    <a:ext cx="31034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r>
                            <m:rPr>
                              <m:nor/>
                            </m:rPr>
                            <a:rPr lang="en-US" b="0" i="0" smtClean="0">
                              <a:latin typeface="Cambria Math" panose="02040503050406030204" pitchFamily="18" charset="0"/>
                            </a:rPr>
                            <m:t> &amp;  </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8AD7AE81-E190-2239-B329-DB529D1EF8E3}"/>
                      </a:ext>
                    </a:extLst>
                  </p:cNvPr>
                  <p:cNvSpPr txBox="1">
                    <a:spLocks noRot="1" noChangeAspect="1" noMove="1" noResize="1" noEditPoints="1" noAdjustHandles="1" noChangeArrowheads="1" noChangeShapeType="1" noTextEdit="1"/>
                  </p:cNvSpPr>
                  <p:nvPr/>
                </p:nvSpPr>
                <p:spPr>
                  <a:xfrm>
                    <a:off x="-217060" y="6047101"/>
                    <a:ext cx="3103419"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4311718-A015-F407-718D-6F619B2EAE79}"/>
                      </a:ext>
                    </a:extLst>
                  </p:cNvPr>
                  <p:cNvSpPr txBox="1"/>
                  <p:nvPr/>
                </p:nvSpPr>
                <p:spPr>
                  <a:xfrm>
                    <a:off x="2664689" y="4541941"/>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F4311718-A015-F407-718D-6F619B2EAE79}"/>
                      </a:ext>
                    </a:extLst>
                  </p:cNvPr>
                  <p:cNvSpPr txBox="1">
                    <a:spLocks noRot="1" noChangeAspect="1" noMove="1" noResize="1" noEditPoints="1" noAdjustHandles="1" noChangeArrowheads="1" noChangeShapeType="1" noTextEdit="1"/>
                  </p:cNvSpPr>
                  <p:nvPr/>
                </p:nvSpPr>
                <p:spPr>
                  <a:xfrm>
                    <a:off x="2664689" y="4541941"/>
                    <a:ext cx="6188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2A6870D-B742-3234-AE4B-9C57312A6482}"/>
                      </a:ext>
                    </a:extLst>
                  </p:cNvPr>
                  <p:cNvSpPr txBox="1"/>
                  <p:nvPr/>
                </p:nvSpPr>
                <p:spPr>
                  <a:xfrm>
                    <a:off x="2661293" y="5060570"/>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9" name="TextBox 18">
                    <a:extLst>
                      <a:ext uri="{FF2B5EF4-FFF2-40B4-BE49-F238E27FC236}">
                        <a16:creationId xmlns:a16="http://schemas.microsoft.com/office/drawing/2014/main" id="{D2A6870D-B742-3234-AE4B-9C57312A6482}"/>
                      </a:ext>
                    </a:extLst>
                  </p:cNvPr>
                  <p:cNvSpPr txBox="1">
                    <a:spLocks noRot="1" noChangeAspect="1" noMove="1" noResize="1" noEditPoints="1" noAdjustHandles="1" noChangeArrowheads="1" noChangeShapeType="1" noTextEdit="1"/>
                  </p:cNvSpPr>
                  <p:nvPr/>
                </p:nvSpPr>
                <p:spPr>
                  <a:xfrm>
                    <a:off x="2661293" y="5060570"/>
                    <a:ext cx="6188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451ABFF-165B-63A6-ACCA-0CA3A9C7656C}"/>
                      </a:ext>
                    </a:extLst>
                  </p:cNvPr>
                  <p:cNvSpPr txBox="1"/>
                  <p:nvPr/>
                </p:nvSpPr>
                <p:spPr>
                  <a:xfrm>
                    <a:off x="2657897" y="5579199"/>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E451ABFF-165B-63A6-ACCA-0CA3A9C7656C}"/>
                      </a:ext>
                    </a:extLst>
                  </p:cNvPr>
                  <p:cNvSpPr txBox="1">
                    <a:spLocks noRot="1" noChangeAspect="1" noMove="1" noResize="1" noEditPoints="1" noAdjustHandles="1" noChangeArrowheads="1" noChangeShapeType="1" noTextEdit="1"/>
                  </p:cNvSpPr>
                  <p:nvPr/>
                </p:nvSpPr>
                <p:spPr>
                  <a:xfrm>
                    <a:off x="2657897" y="5579199"/>
                    <a:ext cx="61883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DDC0D1-45C7-7B6E-E0A1-2218A6177F17}"/>
                      </a:ext>
                    </a:extLst>
                  </p:cNvPr>
                  <p:cNvSpPr txBox="1"/>
                  <p:nvPr/>
                </p:nvSpPr>
                <p:spPr>
                  <a:xfrm>
                    <a:off x="2654501" y="6060884"/>
                    <a:ext cx="6188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21" name="TextBox 20">
                    <a:extLst>
                      <a:ext uri="{FF2B5EF4-FFF2-40B4-BE49-F238E27FC236}">
                        <a16:creationId xmlns:a16="http://schemas.microsoft.com/office/drawing/2014/main" id="{7BDDC0D1-45C7-7B6E-E0A1-2218A6177F17}"/>
                      </a:ext>
                    </a:extLst>
                  </p:cNvPr>
                  <p:cNvSpPr txBox="1">
                    <a:spLocks noRot="1" noChangeAspect="1" noMove="1" noResize="1" noEditPoints="1" noAdjustHandles="1" noChangeArrowheads="1" noChangeShapeType="1" noTextEdit="1"/>
                  </p:cNvSpPr>
                  <p:nvPr/>
                </p:nvSpPr>
                <p:spPr>
                  <a:xfrm>
                    <a:off x="2654501" y="6060884"/>
                    <a:ext cx="618836" cy="369332"/>
                  </a:xfrm>
                  <a:prstGeom prst="rect">
                    <a:avLst/>
                  </a:prstGeom>
                  <a:blipFill>
                    <a:blip r:embed="rId1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609CCAD-FB7D-0984-0D78-346EDFDE2F8A}"/>
                    </a:ext>
                  </a:extLst>
                </p:cNvPr>
                <p:cNvSpPr txBox="1"/>
                <p:nvPr/>
              </p:nvSpPr>
              <p:spPr>
                <a:xfrm>
                  <a:off x="7291975" y="4453649"/>
                  <a:ext cx="699379" cy="4299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oMath>
                    </m:oMathPara>
                  </a14:m>
                  <a:endParaRPr lang="en-US" dirty="0"/>
                </a:p>
              </p:txBody>
            </p:sp>
          </mc:Choice>
          <mc:Fallback xmlns="">
            <p:sp>
              <p:nvSpPr>
                <p:cNvPr id="24" name="TextBox 23">
                  <a:extLst>
                    <a:ext uri="{FF2B5EF4-FFF2-40B4-BE49-F238E27FC236}">
                      <a16:creationId xmlns:a16="http://schemas.microsoft.com/office/drawing/2014/main" id="{9609CCAD-FB7D-0984-0D78-346EDFDE2F8A}"/>
                    </a:ext>
                  </a:extLst>
                </p:cNvPr>
                <p:cNvSpPr txBox="1">
                  <a:spLocks noRot="1" noChangeAspect="1" noMove="1" noResize="1" noEditPoints="1" noAdjustHandles="1" noChangeArrowheads="1" noChangeShapeType="1" noTextEdit="1"/>
                </p:cNvSpPr>
                <p:nvPr/>
              </p:nvSpPr>
              <p:spPr>
                <a:xfrm>
                  <a:off x="7291975" y="4453649"/>
                  <a:ext cx="699379" cy="42999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BC0383-0D48-4579-52A8-3291AB47141E}"/>
                    </a:ext>
                  </a:extLst>
                </p:cNvPr>
                <p:cNvSpPr txBox="1"/>
                <p:nvPr/>
              </p:nvSpPr>
              <p:spPr>
                <a:xfrm>
                  <a:off x="7293330" y="3986502"/>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5" name="TextBox 24">
                  <a:extLst>
                    <a:ext uri="{FF2B5EF4-FFF2-40B4-BE49-F238E27FC236}">
                      <a16:creationId xmlns:a16="http://schemas.microsoft.com/office/drawing/2014/main" id="{FCBC0383-0D48-4579-52A8-3291AB47141E}"/>
                    </a:ext>
                  </a:extLst>
                </p:cNvPr>
                <p:cNvSpPr txBox="1">
                  <a:spLocks noRot="1" noChangeAspect="1" noMove="1" noResize="1" noEditPoints="1" noAdjustHandles="1" noChangeArrowheads="1" noChangeShapeType="1" noTextEdit="1"/>
                </p:cNvSpPr>
                <p:nvPr/>
              </p:nvSpPr>
              <p:spPr>
                <a:xfrm>
                  <a:off x="7293330" y="3986502"/>
                  <a:ext cx="699379" cy="417358"/>
                </a:xfrm>
                <a:prstGeom prst="rect">
                  <a:avLst/>
                </a:prstGeom>
                <a:blipFill>
                  <a:blip r:embed="rId13"/>
                  <a:stretch>
                    <a:fillRect b="-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BA94B7E-CAFB-ADA9-2C34-AECA4A716D7D}"/>
                    </a:ext>
                  </a:extLst>
                </p:cNvPr>
                <p:cNvSpPr txBox="1"/>
                <p:nvPr/>
              </p:nvSpPr>
              <p:spPr>
                <a:xfrm>
                  <a:off x="7291974" y="3483664"/>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oMath>
                    </m:oMathPara>
                  </a14:m>
                  <a:endParaRPr lang="en-US" dirty="0"/>
                </a:p>
              </p:txBody>
            </p:sp>
          </mc:Choice>
          <mc:Fallback xmlns="">
            <p:sp>
              <p:nvSpPr>
                <p:cNvPr id="26" name="TextBox 25">
                  <a:extLst>
                    <a:ext uri="{FF2B5EF4-FFF2-40B4-BE49-F238E27FC236}">
                      <a16:creationId xmlns:a16="http://schemas.microsoft.com/office/drawing/2014/main" id="{2BA94B7E-CAFB-ADA9-2C34-AECA4A716D7D}"/>
                    </a:ext>
                  </a:extLst>
                </p:cNvPr>
                <p:cNvSpPr txBox="1">
                  <a:spLocks noRot="1" noChangeAspect="1" noMove="1" noResize="1" noEditPoints="1" noAdjustHandles="1" noChangeArrowheads="1" noChangeShapeType="1" noTextEdit="1"/>
                </p:cNvSpPr>
                <p:nvPr/>
              </p:nvSpPr>
              <p:spPr>
                <a:xfrm>
                  <a:off x="7291974" y="3483664"/>
                  <a:ext cx="699379" cy="417358"/>
                </a:xfrm>
                <a:prstGeom prst="rect">
                  <a:avLst/>
                </a:prstGeom>
                <a:blipFill>
                  <a:blip r:embed="rId14"/>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44E5147-268B-0B5D-C904-2B15A46ADCF4}"/>
                    </a:ext>
                  </a:extLst>
                </p:cNvPr>
                <p:cNvSpPr txBox="1"/>
                <p:nvPr/>
              </p:nvSpPr>
              <p:spPr>
                <a:xfrm>
                  <a:off x="7290618" y="2934646"/>
                  <a:ext cx="699379" cy="4173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81</m:t>
                                </m:r>
                              </m:num>
                              <m:den>
                                <m:r>
                                  <a:rPr lang="en-US" b="0" i="1" smtClean="0">
                                    <a:latin typeface="Cambria Math" panose="02040503050406030204" pitchFamily="18" charset="0"/>
                                  </a:rPr>
                                  <m:t>100</m:t>
                                </m:r>
                              </m:den>
                            </m:f>
                          </m:e>
                        </m:box>
                      </m:oMath>
                    </m:oMathPara>
                  </a14:m>
                  <a:endParaRPr lang="en-US" dirty="0"/>
                </a:p>
              </p:txBody>
            </p:sp>
          </mc:Choice>
          <mc:Fallback xmlns="">
            <p:sp>
              <p:nvSpPr>
                <p:cNvPr id="27" name="TextBox 26">
                  <a:extLst>
                    <a:ext uri="{FF2B5EF4-FFF2-40B4-BE49-F238E27FC236}">
                      <a16:creationId xmlns:a16="http://schemas.microsoft.com/office/drawing/2014/main" id="{B44E5147-268B-0B5D-C904-2B15A46ADCF4}"/>
                    </a:ext>
                  </a:extLst>
                </p:cNvPr>
                <p:cNvSpPr txBox="1">
                  <a:spLocks noRot="1" noChangeAspect="1" noMove="1" noResize="1" noEditPoints="1" noAdjustHandles="1" noChangeArrowheads="1" noChangeShapeType="1" noTextEdit="1"/>
                </p:cNvSpPr>
                <p:nvPr/>
              </p:nvSpPr>
              <p:spPr>
                <a:xfrm>
                  <a:off x="7290618" y="2934646"/>
                  <a:ext cx="699379" cy="417358"/>
                </a:xfrm>
                <a:prstGeom prst="rect">
                  <a:avLst/>
                </a:prstGeom>
                <a:blipFill>
                  <a:blip r:embed="rId15"/>
                  <a:stretch>
                    <a:fillRect b="-144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C1A252B-CFA7-429E-145C-C27D826E5FB0}"/>
                  </a:ext>
                </a:extLst>
              </p:cNvPr>
              <p:cNvSpPr txBox="1"/>
              <p:nvPr/>
            </p:nvSpPr>
            <p:spPr>
              <a:xfrm>
                <a:off x="5246255" y="952781"/>
                <a:ext cx="6336144" cy="1477328"/>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Now we deal with success/failure in the event of a coup, and performance in the event of war, both of which depend on the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So we ONLY need to model...</a:t>
                </a:r>
              </a:p>
            </p:txBody>
          </p:sp>
        </mc:Choice>
        <mc:Fallback xmlns="">
          <p:sp>
            <p:nvSpPr>
              <p:cNvPr id="13" name="TextBox 12">
                <a:extLst>
                  <a:ext uri="{FF2B5EF4-FFF2-40B4-BE49-F238E27FC236}">
                    <a16:creationId xmlns:a16="http://schemas.microsoft.com/office/drawing/2014/main" id="{1C1A252B-CFA7-429E-145C-C27D826E5FB0}"/>
                  </a:ext>
                </a:extLst>
              </p:cNvPr>
              <p:cNvSpPr txBox="1">
                <a:spLocks noRot="1" noChangeAspect="1" noMove="1" noResize="1" noEditPoints="1" noAdjustHandles="1" noChangeArrowheads="1" noChangeShapeType="1" noTextEdit="1"/>
              </p:cNvSpPr>
              <p:nvPr/>
            </p:nvSpPr>
            <p:spPr>
              <a:xfrm>
                <a:off x="5246255" y="952781"/>
                <a:ext cx="6336144" cy="1477328"/>
              </a:xfrm>
              <a:prstGeom prst="rect">
                <a:avLst/>
              </a:prstGeom>
              <a:blipFill>
                <a:blip r:embed="rId16"/>
                <a:stretch>
                  <a:fillRect l="-671" t="-1215" b="-4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CB6FE5A-6DD6-5897-3AC7-552538C4144A}"/>
                  </a:ext>
                </a:extLst>
              </p:cNvPr>
              <p:cNvSpPr txBox="1"/>
              <p:nvPr/>
            </p:nvSpPr>
            <p:spPr>
              <a:xfrm>
                <a:off x="102690" y="3824156"/>
                <a:ext cx="3657600"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succeeds</m:t>
                          </m:r>
                        </m:e>
                        <m:e>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d>
                    </m:oMath>
                  </m:oMathPara>
                </a14:m>
                <a:endParaRPr lang="en-US" dirty="0"/>
              </a:p>
            </p:txBody>
          </p:sp>
        </mc:Choice>
        <mc:Fallback xmlns="">
          <p:sp>
            <p:nvSpPr>
              <p:cNvPr id="29" name="TextBox 28">
                <a:extLst>
                  <a:ext uri="{FF2B5EF4-FFF2-40B4-BE49-F238E27FC236}">
                    <a16:creationId xmlns:a16="http://schemas.microsoft.com/office/drawing/2014/main" id="{ACB6FE5A-6DD6-5897-3AC7-552538C4144A}"/>
                  </a:ext>
                </a:extLst>
              </p:cNvPr>
              <p:cNvSpPr txBox="1">
                <a:spLocks noRot="1" noChangeAspect="1" noMove="1" noResize="1" noEditPoints="1" noAdjustHandles="1" noChangeArrowheads="1" noChangeShapeType="1" noTextEdit="1"/>
              </p:cNvSpPr>
              <p:nvPr/>
            </p:nvSpPr>
            <p:spPr>
              <a:xfrm>
                <a:off x="102690" y="3824156"/>
                <a:ext cx="3657600" cy="369332"/>
              </a:xfrm>
              <a:prstGeom prst="rect">
                <a:avLst/>
              </a:prstGeom>
              <a:blipFill>
                <a:blip r:embed="rId17"/>
                <a:stretch>
                  <a:fillRect b="-1147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8562FC0-9E36-77A1-24AC-206C20CC0195}"/>
                  </a:ext>
                </a:extLst>
              </p:cNvPr>
              <p:cNvSpPr txBox="1"/>
              <p:nvPr/>
            </p:nvSpPr>
            <p:spPr>
              <a:xfrm>
                <a:off x="397981" y="4730834"/>
                <a:ext cx="3036867" cy="369332"/>
              </a:xfrm>
              <a:prstGeom prst="rect">
                <a:avLst/>
              </a:prstGeom>
              <a:noFill/>
              <a:ln>
                <a:no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r>
                        <a:rPr lang="en-US" b="0" i="1" smtClean="0">
                          <a:latin typeface="Cambria Math" panose="02040503050406030204" pitchFamily="18" charset="0"/>
                        </a:rPr>
                        <m:t>|</m:t>
                      </m:r>
                      <m:r>
                        <m:rPr>
                          <m:nor/>
                        </m:rPr>
                        <a:rPr lang="en-US" b="0" i="0" smtClean="0">
                          <a:latin typeface="Cambria Math" panose="02040503050406030204" pitchFamily="18" charset="0"/>
                        </a:rPr>
                        <m:t>war</m:t>
                      </m:r>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58562FC0-9E36-77A1-24AC-206C20CC0195}"/>
                  </a:ext>
                </a:extLst>
              </p:cNvPr>
              <p:cNvSpPr txBox="1">
                <a:spLocks noRot="1" noChangeAspect="1" noMove="1" noResize="1" noEditPoints="1" noAdjustHandles="1" noChangeArrowheads="1" noChangeShapeType="1" noTextEdit="1"/>
              </p:cNvSpPr>
              <p:nvPr/>
            </p:nvSpPr>
            <p:spPr>
              <a:xfrm>
                <a:off x="397981" y="4730834"/>
                <a:ext cx="3036867" cy="369332"/>
              </a:xfrm>
              <a:prstGeom prst="rect">
                <a:avLst/>
              </a:prstGeom>
              <a:blipFill>
                <a:blip r:embed="rId18"/>
                <a:stretch>
                  <a:fillRect b="-1475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074625A-780E-E35A-2A34-9256DF96CFA1}"/>
                  </a:ext>
                </a:extLst>
              </p:cNvPr>
              <p:cNvSpPr txBox="1"/>
              <p:nvPr/>
            </p:nvSpPr>
            <p:spPr>
              <a:xfrm>
                <a:off x="3404826" y="3670747"/>
                <a:ext cx="112574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+2</m:t>
                          </m:r>
                        </m:den>
                      </m:f>
                    </m:oMath>
                  </m:oMathPara>
                </a14:m>
                <a:endParaRPr lang="en-US" dirty="0"/>
              </a:p>
            </p:txBody>
          </p:sp>
        </mc:Choice>
        <mc:Fallback xmlns="">
          <p:sp>
            <p:nvSpPr>
              <p:cNvPr id="31" name="TextBox 30">
                <a:extLst>
                  <a:ext uri="{FF2B5EF4-FFF2-40B4-BE49-F238E27FC236}">
                    <a16:creationId xmlns:a16="http://schemas.microsoft.com/office/drawing/2014/main" id="{0074625A-780E-E35A-2A34-9256DF96CFA1}"/>
                  </a:ext>
                </a:extLst>
              </p:cNvPr>
              <p:cNvSpPr txBox="1">
                <a:spLocks noRot="1" noChangeAspect="1" noMove="1" noResize="1" noEditPoints="1" noAdjustHandles="1" noChangeArrowheads="1" noChangeShapeType="1" noTextEdit="1"/>
              </p:cNvSpPr>
              <p:nvPr/>
            </p:nvSpPr>
            <p:spPr>
              <a:xfrm>
                <a:off x="3404826" y="3670747"/>
                <a:ext cx="1125746" cy="634789"/>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A13E41F-8B53-E75E-1B72-5A3DBB9F0508}"/>
                  </a:ext>
                </a:extLst>
              </p:cNvPr>
              <p:cNvSpPr txBox="1"/>
              <p:nvPr/>
            </p:nvSpPr>
            <p:spPr>
              <a:xfrm>
                <a:off x="3391928" y="4598605"/>
                <a:ext cx="1125746"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𝑏</m:t>
                          </m:r>
                          <m:r>
                            <a:rPr lang="en-US" b="0" i="1" smtClean="0">
                              <a:latin typeface="Cambria Math" panose="02040503050406030204" pitchFamily="18" charset="0"/>
                            </a:rPr>
                            <m:t>+1</m:t>
                          </m:r>
                        </m:den>
                      </m:f>
                    </m:oMath>
                  </m:oMathPara>
                </a14:m>
                <a:endParaRPr lang="en-US" dirty="0"/>
              </a:p>
            </p:txBody>
          </p:sp>
        </mc:Choice>
        <mc:Fallback xmlns="">
          <p:sp>
            <p:nvSpPr>
              <p:cNvPr id="32" name="TextBox 31">
                <a:extLst>
                  <a:ext uri="{FF2B5EF4-FFF2-40B4-BE49-F238E27FC236}">
                    <a16:creationId xmlns:a16="http://schemas.microsoft.com/office/drawing/2014/main" id="{8A13E41F-8B53-E75E-1B72-5A3DBB9F0508}"/>
                  </a:ext>
                </a:extLst>
              </p:cNvPr>
              <p:cNvSpPr txBox="1">
                <a:spLocks noRot="1" noChangeAspect="1" noMove="1" noResize="1" noEditPoints="1" noAdjustHandles="1" noChangeArrowheads="1" noChangeShapeType="1" noTextEdit="1"/>
              </p:cNvSpPr>
              <p:nvPr/>
            </p:nvSpPr>
            <p:spPr>
              <a:xfrm>
                <a:off x="3391928" y="4598605"/>
                <a:ext cx="1125746" cy="634789"/>
              </a:xfrm>
              <a:prstGeom prst="rect">
                <a:avLst/>
              </a:prstGeom>
              <a:blipFill>
                <a:blip r:embed="rId20"/>
                <a:stretch>
                  <a:fillRect/>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B17C6250-BB46-C5F3-0B8F-D059406B67DB}"/>
              </a:ext>
            </a:extLst>
          </p:cNvPr>
          <p:cNvSpPr txBox="1"/>
          <p:nvPr/>
        </p:nvSpPr>
        <p:spPr>
          <a:xfrm>
            <a:off x="5246255" y="2827273"/>
            <a:ext cx="6639993" cy="459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nSpc>
                <a:spcPct val="150000"/>
              </a:lnSpc>
            </a:pPr>
            <a:r>
              <a:rPr lang="en-US" dirty="0"/>
              <a:t>It looks like this:</a:t>
            </a:r>
          </a:p>
        </p:txBody>
      </p:sp>
      <p:pic>
        <p:nvPicPr>
          <p:cNvPr id="35" name="Picture 34" descr="A graph of a military budget&#10;&#10;AI-generated content may be incorrect.">
            <a:extLst>
              <a:ext uri="{FF2B5EF4-FFF2-40B4-BE49-F238E27FC236}">
                <a16:creationId xmlns:a16="http://schemas.microsoft.com/office/drawing/2014/main" id="{B0FAA8E3-679D-8765-C310-672EA1CD44AF}"/>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668428" y="3297579"/>
            <a:ext cx="5795645" cy="3541783"/>
          </a:xfrm>
          <a:prstGeom prst="rect">
            <a:avLst/>
          </a:prstGeom>
        </p:spPr>
      </p:pic>
      <p:pic>
        <p:nvPicPr>
          <p:cNvPr id="34" name="Camera 33">
            <a:extLst>
              <a:ext uri="{FF2B5EF4-FFF2-40B4-BE49-F238E27FC236}">
                <a16:creationId xmlns:a16="http://schemas.microsoft.com/office/drawing/2014/main" id="{634B5330-4855-1C31-2B7C-4178E95FB8CF}"/>
              </a:ext>
            </a:extLst>
          </p:cNvPr>
          <p:cNvPicPr>
            <a:picLocks noChangeAspect="1"/>
            <a:extLst>
              <a:ext uri="{51228E76-BA90-4043-B771-695A4F85340A}">
                <alf:liveFeedProps xmlns:alf="http://schemas.microsoft.com/office/drawing/2021/livefeed"/>
              </a:ext>
            </a:extLst>
          </p:cNvPicPr>
          <p:nvPr/>
        </p:nvPicPr>
        <p:blipFill>
          <a:blip r:embed="rId22">
            <a:extLst>
              <a:ext uri="{96DAC541-7B7A-43D3-8B79-37D633B846F1}">
                <asvg:svgBlip xmlns:asvg="http://schemas.microsoft.com/office/drawing/2016/SVG/main" r:embed="rId2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8727989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CB4C1-DC3F-FFD3-93C3-D783A74433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51D842-0658-05F8-27EA-4D78B3947A08}"/>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558734BA-09AC-CC18-4C7E-E78F4D65524A}"/>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68E727F3-8B67-5953-0477-B8E4DCE2C2B4}"/>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347DEDEC-A2B8-2BC0-4995-6E9145677339}"/>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873A8A8D-7D25-BABA-699D-1D5152C3AC93}"/>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A29954D0-EABC-94D0-A30A-A3BB8BC5C12F}"/>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7FD970C-C660-665C-6C65-EF346AE55E68}"/>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47FD970C-C660-665C-6C65-EF346AE55E68}"/>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1F43C427-D73A-4644-DBC8-BDCEEFAAB193}"/>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D91F664-F5B8-BAE1-3D5D-B7C0BACC1FEE}"/>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4D91F664-F5B8-BAE1-3D5D-B7C0BACC1FEE}"/>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pic>
        <p:nvPicPr>
          <p:cNvPr id="11" name="Camera 10">
            <a:extLst>
              <a:ext uri="{FF2B5EF4-FFF2-40B4-BE49-F238E27FC236}">
                <a16:creationId xmlns:a16="http://schemas.microsoft.com/office/drawing/2014/main" id="{CC493666-11AD-FFDD-9FCA-DA2A10A541C0}"/>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836166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2CD50-70EA-6E14-E3ED-C0A089891CA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59A815-C53E-1D3F-561A-91F2BF3BD486}"/>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9E187839-6CAE-3B36-CE95-00472DB27B25}"/>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5E5A1D42-3720-9D47-E435-8F3080B143D6}"/>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CE5BA320-DABA-D626-0108-4A51F0D2EA85}"/>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769C81BB-FCA5-EDC6-AC36-63E135A311F6}"/>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7EC53A56-8172-3DF6-5D73-6B5BC93E3ED2}"/>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576A13-6BBB-FC5B-FFC0-7AA59F7813D9}"/>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57576A13-6BBB-FC5B-FFC0-7AA59F7813D9}"/>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24B12307-8F80-B498-8BE5-020A026408C7}"/>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023C120-E4FE-CB94-94BD-58BF83EC597B}"/>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B023C120-E4FE-CB94-94BD-58BF83EC597B}"/>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F182D907-374D-1735-F9C4-63C7208F695D}"/>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591921685"/>
                  </a:ext>
                </a:extLst>
              </a:tr>
            </a:tbl>
          </a:graphicData>
        </a:graphic>
      </p:graphicFrame>
      <p:sp>
        <p:nvSpPr>
          <p:cNvPr id="12" name="Rectangle 11">
            <a:extLst>
              <a:ext uri="{FF2B5EF4-FFF2-40B4-BE49-F238E27FC236}">
                <a16:creationId xmlns:a16="http://schemas.microsoft.com/office/drawing/2014/main" id="{E13774F8-D922-C9AF-2FDC-4ED1A778C5F6}"/>
              </a:ext>
            </a:extLst>
          </p:cNvPr>
          <p:cNvSpPr/>
          <p:nvPr/>
        </p:nvSpPr>
        <p:spPr>
          <a:xfrm>
            <a:off x="4932218" y="2854036"/>
            <a:ext cx="2706255"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C527AD-5B5B-7ABC-E340-BD71C73B4EC6}"/>
              </a:ext>
            </a:extLst>
          </p:cNvPr>
          <p:cNvSpPr/>
          <p:nvPr/>
        </p:nvSpPr>
        <p:spPr>
          <a:xfrm>
            <a:off x="8485909" y="2655454"/>
            <a:ext cx="2884055"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8A0F732-7A4C-E6B5-A5AF-0476ADCECA2A}"/>
              </a:ext>
            </a:extLst>
          </p:cNvPr>
          <p:cNvSpPr/>
          <p:nvPr/>
        </p:nvSpPr>
        <p:spPr>
          <a:xfrm>
            <a:off x="618836" y="4595091"/>
            <a:ext cx="3738011"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Camera 14">
            <a:extLst>
              <a:ext uri="{FF2B5EF4-FFF2-40B4-BE49-F238E27FC236}">
                <a16:creationId xmlns:a16="http://schemas.microsoft.com/office/drawing/2014/main" id="{D8615B0D-6AE5-7DE0-2657-899F8AE88EE4}"/>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0457489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F8A14-E980-6F95-B020-F79312DD043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9429FA1-5D97-1945-2F1A-14E9B880EB17}"/>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FFC9A597-48C7-46EF-54FF-5F3E59553CA8}"/>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690E009E-8302-F56E-B618-78C6239BA9FC}"/>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987F9122-FDD5-78D2-BD74-AB39BC05D07C}"/>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0C2F2C64-1D9E-2BFB-8DBA-13842653311D}"/>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8EDD2E12-C54B-3A3F-0A45-084FC6873684}"/>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62E00FB-31DD-D20D-8209-9A6C9E5FF911}"/>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A62E00FB-31DD-D20D-8209-9A6C9E5FF911}"/>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9819D80D-BFAA-273C-C68F-77E697F81D90}"/>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249E7B2-BA8B-03A0-BB0A-ACD3B93DFA1A}"/>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7249E7B2-BA8B-03A0-BB0A-ACD3B93DFA1A}"/>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424356E5-31A0-C2E3-6214-02632FEB9D40}"/>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591921685"/>
                  </a:ext>
                </a:extLst>
              </a:tr>
            </a:tbl>
          </a:graphicData>
        </a:graphic>
      </p:graphicFrame>
      <p:sp>
        <p:nvSpPr>
          <p:cNvPr id="12" name="Rectangle 11">
            <a:extLst>
              <a:ext uri="{FF2B5EF4-FFF2-40B4-BE49-F238E27FC236}">
                <a16:creationId xmlns:a16="http://schemas.microsoft.com/office/drawing/2014/main" id="{458012A6-A045-19A1-E1E6-ADA595FBC919}"/>
              </a:ext>
            </a:extLst>
          </p:cNvPr>
          <p:cNvSpPr/>
          <p:nvPr/>
        </p:nvSpPr>
        <p:spPr>
          <a:xfrm>
            <a:off x="4932218" y="2854036"/>
            <a:ext cx="2706255"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A70B494-C18A-BE5E-8559-4898E96F9C40}"/>
              </a:ext>
            </a:extLst>
          </p:cNvPr>
          <p:cNvSpPr/>
          <p:nvPr/>
        </p:nvSpPr>
        <p:spPr>
          <a:xfrm>
            <a:off x="8504382" y="2967330"/>
            <a:ext cx="2884055"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A9FE5A1-6B81-FFC3-BF86-96B1C65F476E}"/>
              </a:ext>
            </a:extLst>
          </p:cNvPr>
          <p:cNvSpPr/>
          <p:nvPr/>
        </p:nvSpPr>
        <p:spPr>
          <a:xfrm>
            <a:off x="627800" y="4980220"/>
            <a:ext cx="3738011"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Camera 14">
            <a:extLst>
              <a:ext uri="{FF2B5EF4-FFF2-40B4-BE49-F238E27FC236}">
                <a16:creationId xmlns:a16="http://schemas.microsoft.com/office/drawing/2014/main" id="{72ACC2DB-7534-164A-B1E5-94D15ED8597E}"/>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4131500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0AD7B-530D-C9D8-DF60-506274EB466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9DBA67-BC56-D8EE-95D2-D951B726A6D5}"/>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5D60030E-4ECC-D59D-596E-3939733B4204}"/>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3DD7925F-EC59-EDCB-49D9-88556B113B8C}"/>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03FD44D0-D75A-1751-904A-25910BE72D4E}"/>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9F487940-35FE-1FE5-DE40-90DF892EBB8E}"/>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FECE68DF-E0AC-3DAC-4304-299F9583D2C6}"/>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F0AE936-D244-2B66-3885-B3EBF145ECEF}"/>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0F0AE936-D244-2B66-3885-B3EBF145ECEF}"/>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928E6D40-4E43-661A-EC23-9AC31590A466}"/>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8FFCD0C-4BB4-7D41-CD73-2E3DE9FE97CD}"/>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08FFCD0C-4BB4-7D41-CD73-2E3DE9FE97CD}"/>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38BD93BC-B0F5-7149-CCAE-0F28FF598033}"/>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591921685"/>
                  </a:ext>
                </a:extLst>
              </a:tr>
            </a:tbl>
          </a:graphicData>
        </a:graphic>
      </p:graphicFrame>
      <p:sp>
        <p:nvSpPr>
          <p:cNvPr id="12" name="Rectangle 11">
            <a:extLst>
              <a:ext uri="{FF2B5EF4-FFF2-40B4-BE49-F238E27FC236}">
                <a16:creationId xmlns:a16="http://schemas.microsoft.com/office/drawing/2014/main" id="{B41CC4DD-17FC-3C4C-03E0-6758E14A7D3B}"/>
              </a:ext>
            </a:extLst>
          </p:cNvPr>
          <p:cNvSpPr/>
          <p:nvPr/>
        </p:nvSpPr>
        <p:spPr>
          <a:xfrm>
            <a:off x="4932218" y="2854036"/>
            <a:ext cx="2706255"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C7C4E7B-512A-94BB-2F47-BF5EF78BD7AB}"/>
              </a:ext>
            </a:extLst>
          </p:cNvPr>
          <p:cNvSpPr/>
          <p:nvPr/>
        </p:nvSpPr>
        <p:spPr>
          <a:xfrm>
            <a:off x="8397009" y="3207475"/>
            <a:ext cx="3046846"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1EC5F67-AD6E-EAB9-00BD-22F4F618F04A}"/>
              </a:ext>
            </a:extLst>
          </p:cNvPr>
          <p:cNvSpPr/>
          <p:nvPr/>
        </p:nvSpPr>
        <p:spPr>
          <a:xfrm>
            <a:off x="627800" y="5303485"/>
            <a:ext cx="3738011"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Camera 14">
            <a:extLst>
              <a:ext uri="{FF2B5EF4-FFF2-40B4-BE49-F238E27FC236}">
                <a16:creationId xmlns:a16="http://schemas.microsoft.com/office/drawing/2014/main" id="{1CC55650-7BA2-B784-8610-7DA44007D6A1}"/>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567762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04B6F-8587-634C-E58C-1BEF93F1FF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AA60CA-209C-2D6E-889B-3815203F7ECC}"/>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DE755FFA-9927-8574-A5DF-DAF7E2DF4EF2}"/>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CE99F9A4-4659-E80C-390E-E3D411C24F03}"/>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26B04062-FAF5-D09F-258B-7FDD339FBD9A}"/>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ACE8E774-EE73-CD4D-6FF4-8E9AF4EC222F}"/>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7D8D091E-638C-474A-4290-BEF5744855E1}"/>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1FB45EC-4260-BEDA-49C8-10100A78E74A}"/>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91FB45EC-4260-BEDA-49C8-10100A78E74A}"/>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8768F78C-FDEE-B415-0024-9E5F63B969A6}"/>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6B94BD3-EF4E-3A71-E307-16AE98310DC7}"/>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C6B94BD3-EF4E-3A71-E307-16AE98310DC7}"/>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755D4CB2-9470-84F9-7893-E047CC79DCDD}"/>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591921685"/>
                  </a:ext>
                </a:extLst>
              </a:tr>
            </a:tbl>
          </a:graphicData>
        </a:graphic>
      </p:graphicFrame>
      <p:sp>
        <p:nvSpPr>
          <p:cNvPr id="12" name="Rectangle 11">
            <a:extLst>
              <a:ext uri="{FF2B5EF4-FFF2-40B4-BE49-F238E27FC236}">
                <a16:creationId xmlns:a16="http://schemas.microsoft.com/office/drawing/2014/main" id="{CE55CE54-F39F-23A1-BF00-1C3561EE4104}"/>
              </a:ext>
            </a:extLst>
          </p:cNvPr>
          <p:cNvSpPr/>
          <p:nvPr/>
        </p:nvSpPr>
        <p:spPr>
          <a:xfrm>
            <a:off x="4922982" y="3125423"/>
            <a:ext cx="2706255"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8B001E-8AE3-8E39-EBE3-419899C35C5A}"/>
              </a:ext>
            </a:extLst>
          </p:cNvPr>
          <p:cNvSpPr/>
          <p:nvPr/>
        </p:nvSpPr>
        <p:spPr>
          <a:xfrm>
            <a:off x="8443191" y="2654514"/>
            <a:ext cx="3046846"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E8630B2-93A1-C52D-A374-27877966B684}"/>
              </a:ext>
            </a:extLst>
          </p:cNvPr>
          <p:cNvSpPr/>
          <p:nvPr/>
        </p:nvSpPr>
        <p:spPr>
          <a:xfrm>
            <a:off x="627800" y="5703998"/>
            <a:ext cx="3738011"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Camera 14">
            <a:extLst>
              <a:ext uri="{FF2B5EF4-FFF2-40B4-BE49-F238E27FC236}">
                <a16:creationId xmlns:a16="http://schemas.microsoft.com/office/drawing/2014/main" id="{DA8CB020-F386-BF44-52C5-99379E286697}"/>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4547403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5B5EC-4D30-4649-5BA5-EE74B5728A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6F2969-3172-5D5D-E3F9-3545AAC1D444}"/>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ED048FBA-B0F0-B772-9886-6EF471A90E5A}"/>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1D56B957-C207-278C-E783-7E9D64C058CC}"/>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03C12609-652A-3D9A-0616-4A9E814BE2D9}"/>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A3CD5C29-F673-C052-03EB-58288AD989C2}"/>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A23DDD29-D14E-B199-78C3-A60D24B7D146}"/>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BA361B4-C958-D1D5-64E8-E5AF0F8669BE}"/>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7BA361B4-C958-D1D5-64E8-E5AF0F8669BE}"/>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2A8F1AFD-A9D5-C2CA-3284-576B1A6EB173}"/>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F3747C8-76F7-6531-67A9-BB1463814CC4}"/>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3F3747C8-76F7-6531-67A9-BB1463814CC4}"/>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044C9191-255A-2387-046A-C87FA9934311}"/>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591921685"/>
                  </a:ext>
                </a:extLst>
              </a:tr>
            </a:tbl>
          </a:graphicData>
        </a:graphic>
      </p:graphicFrame>
      <p:sp>
        <p:nvSpPr>
          <p:cNvPr id="12" name="Rectangle 11">
            <a:extLst>
              <a:ext uri="{FF2B5EF4-FFF2-40B4-BE49-F238E27FC236}">
                <a16:creationId xmlns:a16="http://schemas.microsoft.com/office/drawing/2014/main" id="{6BFE80C2-96DE-FB33-30CD-3DF10A5B5A65}"/>
              </a:ext>
            </a:extLst>
          </p:cNvPr>
          <p:cNvSpPr/>
          <p:nvPr/>
        </p:nvSpPr>
        <p:spPr>
          <a:xfrm>
            <a:off x="4922982" y="3125423"/>
            <a:ext cx="2706255"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C5A588-09DD-E538-48AB-51E750BE726C}"/>
              </a:ext>
            </a:extLst>
          </p:cNvPr>
          <p:cNvSpPr/>
          <p:nvPr/>
        </p:nvSpPr>
        <p:spPr>
          <a:xfrm>
            <a:off x="8452427" y="2949932"/>
            <a:ext cx="3046846"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74A68E3-C1EF-DF90-FC43-8D484CF78221}"/>
              </a:ext>
            </a:extLst>
          </p:cNvPr>
          <p:cNvSpPr/>
          <p:nvPr/>
        </p:nvSpPr>
        <p:spPr>
          <a:xfrm>
            <a:off x="637580" y="6054980"/>
            <a:ext cx="3738011"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Camera 14">
            <a:extLst>
              <a:ext uri="{FF2B5EF4-FFF2-40B4-BE49-F238E27FC236}">
                <a16:creationId xmlns:a16="http://schemas.microsoft.com/office/drawing/2014/main" id="{06538DF3-FEC4-1E74-38D9-A6F713BA8CEC}"/>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4279344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93810-5907-38F9-7E56-1DAA2F95D3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32252B1-CF36-9D1E-3FCD-5243D45325C3}"/>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1001031F-1094-6EE8-8045-4FCA0FAA5456}"/>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586EDC65-C220-DC31-46DE-4B4AAAAFF957}"/>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238AEA15-4C0D-62CE-7DDA-34C12C9EA5C4}"/>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B44DAAE3-AFBD-988D-2896-9DE7A8DC3BAE}"/>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C9FC3FE1-4A09-5303-F7EA-77F94D3492BA}"/>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233376E-EA5F-0F3F-D32C-4047F5A683AD}"/>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1233376E-EA5F-0F3F-D32C-4047F5A683AD}"/>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6BF66BE3-C231-143F-3DB0-A5EF57AA0468}"/>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3237A40-0C2C-65A4-D709-847F78C245F7}"/>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E3237A40-0C2C-65A4-D709-847F78C245F7}"/>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894B5099-9156-4823-F490-835A0D764659}"/>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591921685"/>
                  </a:ext>
                </a:extLst>
              </a:tr>
            </a:tbl>
          </a:graphicData>
        </a:graphic>
      </p:graphicFrame>
      <p:sp>
        <p:nvSpPr>
          <p:cNvPr id="12" name="Rectangle 11">
            <a:extLst>
              <a:ext uri="{FF2B5EF4-FFF2-40B4-BE49-F238E27FC236}">
                <a16:creationId xmlns:a16="http://schemas.microsoft.com/office/drawing/2014/main" id="{7F68E40C-C6A4-AD41-196D-8FF4F655782A}"/>
              </a:ext>
            </a:extLst>
          </p:cNvPr>
          <p:cNvSpPr/>
          <p:nvPr/>
        </p:nvSpPr>
        <p:spPr>
          <a:xfrm>
            <a:off x="4922982" y="3125423"/>
            <a:ext cx="2706255"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E300513-44B8-D95A-2D91-695FA22F289D}"/>
              </a:ext>
            </a:extLst>
          </p:cNvPr>
          <p:cNvSpPr/>
          <p:nvPr/>
        </p:nvSpPr>
        <p:spPr>
          <a:xfrm>
            <a:off x="8387772" y="3224169"/>
            <a:ext cx="3046846"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07D2C4D-F82A-3093-0BE2-906D8D9FCD71}"/>
              </a:ext>
            </a:extLst>
          </p:cNvPr>
          <p:cNvSpPr/>
          <p:nvPr/>
        </p:nvSpPr>
        <p:spPr>
          <a:xfrm>
            <a:off x="618836" y="6441277"/>
            <a:ext cx="3738011" cy="350982"/>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Camera 14">
            <a:extLst>
              <a:ext uri="{FF2B5EF4-FFF2-40B4-BE49-F238E27FC236}">
                <a16:creationId xmlns:a16="http://schemas.microsoft.com/office/drawing/2014/main" id="{F2864C1C-9E40-ECEE-889B-5E9CD44C8B5E}"/>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4668213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D3676-5250-5D16-05A3-19B131FF554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43C354-9D36-8E11-9469-96987F116293}"/>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611AD8B6-0CFE-00B6-2560-428A9ADDA58E}"/>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EF38C44E-9DFC-6E8E-EDD8-B4D1E7E6DCA0}"/>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4427AA36-3C51-4C57-AD73-D582E02235B0}"/>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E7D3445B-E874-CE20-AFBD-4ABFEB1B7E7C}"/>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E048D7F7-7B38-E13C-4FF1-A8F01508D1E5}"/>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FF2BB9D-84F0-650F-C962-E43904A5180D}"/>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9FF2BB9D-84F0-650F-C962-E43904A5180D}"/>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888D5B3C-ECCC-1F5B-B490-CF1413CD2641}"/>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C33C16C-97B5-C9C1-3EA4-165D5323B59C}"/>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DC33C16C-97B5-C9C1-3EA4-165D5323B59C}"/>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A506C808-9037-B169-9306-E12E70192B81}"/>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591921685"/>
                  </a:ext>
                </a:extLst>
              </a:tr>
            </a:tbl>
          </a:graphicData>
        </a:graphic>
      </p:graphicFrame>
      <p:pic>
        <p:nvPicPr>
          <p:cNvPr id="12" name="Camera 11">
            <a:extLst>
              <a:ext uri="{FF2B5EF4-FFF2-40B4-BE49-F238E27FC236}">
                <a16:creationId xmlns:a16="http://schemas.microsoft.com/office/drawing/2014/main" id="{A730B416-925F-5099-DA4A-C39DCFF39427}"/>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108904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49AAA-E246-750A-360A-7FCA2DC7634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4693FD-D5B9-F2FA-6F57-8B1292E0F242}"/>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C6E1A9F8-AD44-B1B6-4954-B15A9F493284}"/>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6AECB246-50F4-477A-4885-E8309733E8B2}"/>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FB4E0893-E866-D656-96F6-A358EE4C1348}"/>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755A560C-01DF-8AD6-08B4-1C7D344DF517}"/>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0826AAB7-6AA6-AE0A-740F-8972E8D370F3}"/>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DCF911F-F478-02F7-D1A1-E8A83AA75FD2}"/>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CDCF911F-F478-02F7-D1A1-E8A83AA75FD2}"/>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CDFEAACE-C164-CCA7-FD12-2C8F22544213}"/>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6F25166-15F7-69A4-9830-282494670395}"/>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C6F25166-15F7-69A4-9830-282494670395}"/>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8151EF68-1C93-5EEA-E435-788DC33ECC24}"/>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sz="1200" dirty="0"/>
                    </a:p>
                  </a:txBody>
                  <a:tcPr>
                    <a:solidFill>
                      <a:schemeClr val="bg1"/>
                    </a:solidFill>
                  </a:tcPr>
                </a:tc>
                <a:extLst>
                  <a:ext uri="{0D108BD9-81ED-4DB2-BD59-A6C34878D82A}">
                    <a16:rowId xmlns:a16="http://schemas.microsoft.com/office/drawing/2014/main" val="3591921685"/>
                  </a:ext>
                </a:extLst>
              </a:tr>
            </a:tbl>
          </a:graphicData>
        </a:graphic>
      </p:graphicFrame>
      <p:sp>
        <p:nvSpPr>
          <p:cNvPr id="12" name="Rectangle 11">
            <a:extLst>
              <a:ext uri="{FF2B5EF4-FFF2-40B4-BE49-F238E27FC236}">
                <a16:creationId xmlns:a16="http://schemas.microsoft.com/office/drawing/2014/main" id="{6BEF9780-9589-0354-51ED-0968A9C97250}"/>
              </a:ext>
            </a:extLst>
          </p:cNvPr>
          <p:cNvSpPr/>
          <p:nvPr/>
        </p:nvSpPr>
        <p:spPr>
          <a:xfrm>
            <a:off x="8044873" y="4590473"/>
            <a:ext cx="3698892" cy="2267527"/>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694B685-9F46-2EFA-F70D-48DC415FF4AA}"/>
              </a:ext>
            </a:extLst>
          </p:cNvPr>
          <p:cNvSpPr txBox="1"/>
          <p:nvPr/>
        </p:nvSpPr>
        <p:spPr>
          <a:xfrm rot="1776142">
            <a:off x="10973071" y="4218696"/>
            <a:ext cx="1218929"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Try it</a:t>
            </a:r>
          </a:p>
        </p:txBody>
      </p:sp>
      <p:pic>
        <p:nvPicPr>
          <p:cNvPr id="14" name="Camera 13">
            <a:extLst>
              <a:ext uri="{FF2B5EF4-FFF2-40B4-BE49-F238E27FC236}">
                <a16:creationId xmlns:a16="http://schemas.microsoft.com/office/drawing/2014/main" id="{A7C998A9-463C-05EA-28A6-E29ADC60D9ED}"/>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8967514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81652-3842-1BAC-0680-E54C9D85497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F2AF283-9C35-7A55-BC60-E564C4448A0D}"/>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5F32AE96-5ECC-94F9-D289-23B0BAA8F765}"/>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DE743CEF-5729-1D03-EF3E-DCDD2829CBD4}"/>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BA107866-0DA4-6C69-25CB-C83B0F23C190}"/>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43389C61-BCC9-93CB-B56D-5EB662D70CFC}"/>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9BD5E504-E43A-1EA4-29CB-848D6AB94C5F}"/>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27135FA-19D4-64B3-83E7-C59558FBC34C}"/>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C27135FA-19D4-64B3-83E7-C59558FBC34C}"/>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23CBF6B0-F832-3909-AC1A-36DCBB4E00DC}"/>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0EDE541-78FE-25F3-473F-C7AC2C4690F7}"/>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E0EDE541-78FE-25F3-473F-C7AC2C4690F7}"/>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40ABA356-A73F-2BD6-8C34-44E41385AEAE}"/>
                  </a:ext>
                </a:extLst>
              </p:cNvPr>
              <p:cNvGraphicFramePr>
                <a:graphicFrameLocks noGrp="1"/>
              </p:cNvGraphicFramePr>
              <p:nvPr>
                <p:extLst>
                  <p:ext uri="{D42A27DB-BD31-4B8C-83A1-F6EECF244321}">
                    <p14:modId xmlns:p14="http://schemas.microsoft.com/office/powerpoint/2010/main" val="3979794491"/>
                  </p:ext>
                </p:extLst>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40ABA356-A73F-2BD6-8C34-44E41385AEAE}"/>
                  </a:ext>
                </a:extLst>
              </p:cNvPr>
              <p:cNvGraphicFramePr>
                <a:graphicFrameLocks noGrp="1"/>
              </p:cNvGraphicFramePr>
              <p:nvPr>
                <p:extLst>
                  <p:ext uri="{D42A27DB-BD31-4B8C-83A1-F6EECF244321}">
                    <p14:modId xmlns:p14="http://schemas.microsoft.com/office/powerpoint/2010/main" val="3979794491"/>
                  </p:ext>
                </p:extLst>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4"/>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p:sp>
        <p:nvSpPr>
          <p:cNvPr id="12" name="Rectangle 11">
            <a:extLst>
              <a:ext uri="{FF2B5EF4-FFF2-40B4-BE49-F238E27FC236}">
                <a16:creationId xmlns:a16="http://schemas.microsoft.com/office/drawing/2014/main" id="{53696A0B-F698-7E47-C696-3A7FBEB2CFE1}"/>
              </a:ext>
            </a:extLst>
          </p:cNvPr>
          <p:cNvSpPr/>
          <p:nvPr/>
        </p:nvSpPr>
        <p:spPr>
          <a:xfrm>
            <a:off x="8044873" y="4590473"/>
            <a:ext cx="3698892" cy="2267527"/>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10CB8AB-D823-A590-0F90-5AD301DDEAAD}"/>
              </a:ext>
            </a:extLst>
          </p:cNvPr>
          <p:cNvSpPr txBox="1"/>
          <p:nvPr/>
        </p:nvSpPr>
        <p:spPr>
          <a:xfrm rot="1776142">
            <a:off x="10973071" y="4218696"/>
            <a:ext cx="1218929"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Try it</a:t>
            </a:r>
          </a:p>
        </p:txBody>
      </p:sp>
      <p:pic>
        <p:nvPicPr>
          <p:cNvPr id="14" name="Camera 13">
            <a:extLst>
              <a:ext uri="{FF2B5EF4-FFF2-40B4-BE49-F238E27FC236}">
                <a16:creationId xmlns:a16="http://schemas.microsoft.com/office/drawing/2014/main" id="{AD24B194-E993-92C3-8F1F-699BC4EDB6C3}"/>
              </a:ext>
            </a:extLst>
          </p:cNvPr>
          <p:cNvPicPr>
            <a:picLocks noChangeAspect="1"/>
            <a:extLst>
              <a:ext uri="{51228E76-BA90-4043-B771-695A4F85340A}">
                <alf:liveFeedProps xmlns:alf="http://schemas.microsoft.com/office/drawing/2021/livefeed"/>
              </a:ext>
            </a:extLst>
          </p:cNvPicPr>
          <p:nvPr/>
        </p:nvPicPr>
        <p:blipFill>
          <a:blip r:embed="rId5">
            <a:extLst>
              <a:ext uri="{96DAC541-7B7A-43D3-8B79-37D633B846F1}">
                <asvg:svgBlip xmlns:asvg="http://schemas.microsoft.com/office/drawing/2016/SVG/main" r:embed="rId6"/>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0907301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C1A90-4EAE-C772-DB9C-F2F5F542E3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6EEF0EE-194D-06FF-0B7F-F3D723FDC86E}"/>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F108101E-ED6F-ACBE-DC0A-A3A2C3801800}"/>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CCA47DF5-B2C4-0BD3-C3EA-D21D58AFD54B}"/>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4D3A0AE2-F329-8EDD-6985-23D7243A2DE7}"/>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95CF47C2-1B76-107D-6F1C-634A8DA313B8}"/>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77D1D4C7-FAB3-869B-63EC-134B34F291AD}"/>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19BE903-575B-98D9-F70F-0F882EE01C5D}"/>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619BE903-575B-98D9-F70F-0F882EE01C5D}"/>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C77878FD-6EB3-C87A-7E06-393B0B02C5BF}"/>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5C6F7A6-6F80-7727-39B0-509629747040}"/>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25C6F7A6-6F80-7727-39B0-509629747040}"/>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DFAFDE13-167E-54DC-3420-718ACDA0B54D}"/>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DFAFDE13-167E-54DC-3420-718ACDA0B54D}"/>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4"/>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p:pic>
        <p:nvPicPr>
          <p:cNvPr id="12" name="Camera 11">
            <a:extLst>
              <a:ext uri="{FF2B5EF4-FFF2-40B4-BE49-F238E27FC236}">
                <a16:creationId xmlns:a16="http://schemas.microsoft.com/office/drawing/2014/main" id="{5A07175C-6059-1B8E-4613-E3496539483E}"/>
              </a:ext>
            </a:extLst>
          </p:cNvPr>
          <p:cNvPicPr>
            <a:picLocks noChangeAspect="1"/>
            <a:extLst>
              <a:ext uri="{51228E76-BA90-4043-B771-695A4F85340A}">
                <alf:liveFeedProps xmlns:alf="http://schemas.microsoft.com/office/drawing/2021/livefeed"/>
              </a:ext>
            </a:extLst>
          </p:cNvPicPr>
          <p:nvPr/>
        </p:nvPicPr>
        <p:blipFill>
          <a:blip r:embed="rId5">
            <a:extLst>
              <a:ext uri="{96DAC541-7B7A-43D3-8B79-37D633B846F1}">
                <asvg:svgBlip xmlns:asvg="http://schemas.microsoft.com/office/drawing/2016/SVG/main" r:embed="rId6"/>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5752254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E7855-CFAA-DBF6-1A8E-2310B302CF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D076AC-E9D9-89F8-5855-8CFF55002AF0}"/>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4446A0E4-A5C5-3B70-35FB-48CA4E56E5A3}"/>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F68FAFA9-1EC8-D1B4-E4E1-6C761611AAE2}"/>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6F79C72E-D1F3-E311-2F39-EA7356D45A94}"/>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2FC00973-51BD-1822-D5F4-08C6A34C59E1}"/>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B4BA73C2-3C20-F0AB-9934-BF1A5D9CA4C8}"/>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748E0E9-85BD-FA5E-2543-7E081F16A7EC}"/>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6748E0E9-85BD-FA5E-2543-7E081F16A7EC}"/>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16737707-3405-FBF1-2EC5-E94A38BF0455}"/>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22F466-B743-FAD5-84C7-AE41CD9E7A84}"/>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1822F466-B743-FAD5-84C7-AE41CD9E7A84}"/>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CAD4F0AC-25FC-F104-541B-889BB332AB98}"/>
                  </a:ext>
                </a:extLst>
              </p:cNvPr>
              <p:cNvGraphicFramePr>
                <a:graphicFrameLocks noGrp="1"/>
              </p:cNvGraphicFramePr>
              <p:nvPr>
                <p:extLst>
                  <p:ext uri="{D42A27DB-BD31-4B8C-83A1-F6EECF244321}">
                    <p14:modId xmlns:p14="http://schemas.microsoft.com/office/powerpoint/2010/main" val="204416571"/>
                  </p:ext>
                </p:extLst>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CAD4F0AC-25FC-F104-541B-889BB332AB98}"/>
                  </a:ext>
                </a:extLst>
              </p:cNvPr>
              <p:cNvGraphicFramePr>
                <a:graphicFrameLocks noGrp="1"/>
              </p:cNvGraphicFramePr>
              <p:nvPr>
                <p:extLst>
                  <p:ext uri="{D42A27DB-BD31-4B8C-83A1-F6EECF244321}">
                    <p14:modId xmlns:p14="http://schemas.microsoft.com/office/powerpoint/2010/main" val="204416571"/>
                  </p:ext>
                </p:extLst>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4"/>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584CB9-CF65-52FD-968E-B814B572E8F7}"/>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1</m:t>
                              </m:r>
                            </m:num>
                            <m:den>
                              <m:r>
                                <a:rPr lang="en-US" sz="1600" b="0" i="1" smtClean="0">
                                  <a:solidFill>
                                    <a:schemeClr val="accent2"/>
                                  </a:solidFill>
                                  <a:latin typeface="Cambria Math" panose="02040503050406030204" pitchFamily="18" charset="0"/>
                                </a:rPr>
                                <m:t>100</m:t>
                              </m:r>
                            </m:den>
                          </m:f>
                          <m:r>
                            <a:rPr lang="en-US" sz="1600" b="0" i="1" smtClean="0">
                              <a:solidFill>
                                <a:schemeClr val="accent2"/>
                              </a:solidFill>
                              <a:latin typeface="Cambria Math" panose="02040503050406030204" pitchFamily="18" charset="0"/>
                            </a:rPr>
                            <m:t>×</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𝑏</m:t>
                                  </m:r>
                                </m:num>
                                <m:den>
                                  <m:r>
                                    <a:rPr lang="en-US" sz="1600" b="0" i="1" smtClean="0">
                                      <a:solidFill>
                                        <a:schemeClr val="accent2"/>
                                      </a:solidFill>
                                      <a:latin typeface="Cambria Math" panose="02040503050406030204" pitchFamily="18" charset="0"/>
                                    </a:rPr>
                                    <m:t>𝑏</m:t>
                                  </m:r>
                                  <m:r>
                                    <a:rPr lang="en-US" sz="1600" b="0" i="1" smtClean="0">
                                      <a:solidFill>
                                        <a:schemeClr val="accent2"/>
                                      </a:solidFill>
                                      <a:latin typeface="Cambria Math" panose="02040503050406030204" pitchFamily="18" charset="0"/>
                                    </a:rPr>
                                    <m:t>+2</m:t>
                                  </m:r>
                                </m:den>
                              </m:f>
                            </m:e>
                          </m:box>
                          <m:r>
                            <a:rPr lang="en-US" sz="1600" b="0" i="1" smtClean="0">
                              <a:solidFill>
                                <a:schemeClr val="accent2"/>
                              </a:solidFill>
                              <a:latin typeface="Cambria Math" panose="02040503050406030204" pitchFamily="18" charset="0"/>
                            </a:rPr>
                            <m:t>×</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𝑏</m:t>
                                  </m:r>
                                </m:num>
                                <m:den>
                                  <m:r>
                                    <a:rPr lang="en-US" sz="1600" b="0" i="1" smtClean="0">
                                      <a:solidFill>
                                        <a:schemeClr val="accent2"/>
                                      </a:solidFill>
                                      <a:latin typeface="Cambria Math" panose="02040503050406030204" pitchFamily="18" charset="0"/>
                                    </a:rPr>
                                    <m:t>𝑏</m:t>
                                  </m:r>
                                  <m:r>
                                    <a:rPr lang="en-US" sz="1600" b="0" i="1" smtClean="0">
                                      <a:solidFill>
                                        <a:schemeClr val="accent2"/>
                                      </a:solidFill>
                                      <a:latin typeface="Cambria Math" panose="02040503050406030204" pitchFamily="18" charset="0"/>
                                    </a:rPr>
                                    <m:t>+1</m:t>
                                  </m:r>
                                </m:den>
                              </m:f>
                            </m:e>
                          </m:box>
                        </m:e>
                      </m:box>
                    </m:oMath>
                  </m:oMathPara>
                </a14:m>
                <a:endParaRPr lang="en-US" sz="1600" dirty="0">
                  <a:solidFill>
                    <a:schemeClr val="accent2"/>
                  </a:solidFill>
                </a:endParaRPr>
              </a:p>
            </p:txBody>
          </p:sp>
        </mc:Choice>
        <mc:Fallback xmlns="">
          <p:sp>
            <p:nvSpPr>
              <p:cNvPr id="12" name="TextBox 11">
                <a:extLst>
                  <a:ext uri="{FF2B5EF4-FFF2-40B4-BE49-F238E27FC236}">
                    <a16:creationId xmlns:a16="http://schemas.microsoft.com/office/drawing/2014/main" id="{EB584CB9-CF65-52FD-968E-B814B572E8F7}"/>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5"/>
                <a:stretch>
                  <a:fillRect/>
                </a:stretch>
              </a:blipFill>
            </p:spPr>
            <p:txBody>
              <a:bodyPr/>
              <a:lstStyle/>
              <a:p>
                <a:r>
                  <a:rPr lang="en-US">
                    <a:noFill/>
                  </a:rPr>
                  <a:t> </a:t>
                </a:r>
              </a:p>
            </p:txBody>
          </p:sp>
        </mc:Fallback>
      </mc:AlternateContent>
      <p:pic>
        <p:nvPicPr>
          <p:cNvPr id="13" name="Camera 12">
            <a:extLst>
              <a:ext uri="{FF2B5EF4-FFF2-40B4-BE49-F238E27FC236}">
                <a16:creationId xmlns:a16="http://schemas.microsoft.com/office/drawing/2014/main" id="{F46E8E81-4DEF-B0D3-2D57-66D5188C49AD}"/>
              </a:ext>
            </a:extLst>
          </p:cNvPr>
          <p:cNvPicPr>
            <a:picLocks noChangeAspect="1"/>
            <a:extLst>
              <a:ext uri="{51228E76-BA90-4043-B771-695A4F85340A}">
                <alf:liveFeedProps xmlns:alf="http://schemas.microsoft.com/office/drawing/2021/livefeed"/>
              </a:ext>
            </a:extLst>
          </p:cNvPicPr>
          <p:nvPr/>
        </p:nvPicPr>
        <p:blipFill>
          <a:blip r:embed="rId6">
            <a:extLst>
              <a:ext uri="{96DAC541-7B7A-43D3-8B79-37D633B846F1}">
                <asvg:svgBlip xmlns:asvg="http://schemas.microsoft.com/office/drawing/2016/SVG/main" r:embed="rId7"/>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5801247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32B05-A44F-BC88-CE3E-7E56CBA07F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E9FBB58-430C-71B4-FB50-C39ABA76025A}"/>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C7523C2D-1C48-BD33-D816-DF8EDCE1C9D8}"/>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6E717DC6-A005-A278-2668-BA102A157D4D}"/>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0A9B7283-F060-AD75-B428-745D5E0D4B3A}"/>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4E328687-A139-FEE0-5911-DD7CA5B56418}"/>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B0C23236-9309-60CD-FDA7-6C5478F0F961}"/>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C617550-EDF0-DB01-3D28-A0A0CC925106}"/>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9C617550-EDF0-DB01-3D28-A0A0CC925106}"/>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E80A31C9-128F-C845-8126-01D2625C57DF}"/>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A29C178-E044-C33C-58FD-F1B7AD2115AD}"/>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BA29C178-E044-C33C-58FD-F1B7AD2115AD}"/>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E4CC4FA0-7AEB-0260-F701-35393708A0E7}"/>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E4CC4FA0-7AEB-0260-F701-35393708A0E7}"/>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4"/>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C48587A-B974-C3EF-CA4B-1F2D24AA44BA}"/>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EC48587A-B974-C3EF-CA4B-1F2D24AA44BA}"/>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A608AE6-DA5F-73FB-95A7-BB2A428D7525}"/>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9</m:t>
                              </m:r>
                            </m:num>
                            <m:den>
                              <m:r>
                                <a:rPr lang="en-US" sz="1600" b="0" i="1" smtClean="0">
                                  <a:solidFill>
                                    <a:schemeClr val="accent2"/>
                                  </a:solidFill>
                                  <a:latin typeface="Cambria Math" panose="02040503050406030204" pitchFamily="18" charset="0"/>
                                </a:rPr>
                                <m:t>100</m:t>
                              </m:r>
                            </m:den>
                          </m:f>
                          <m:r>
                            <a:rPr lang="en-US" sz="1600" b="0" i="1" smtClean="0">
                              <a:solidFill>
                                <a:schemeClr val="accent2"/>
                              </a:solidFill>
                              <a:latin typeface="Cambria Math" panose="02040503050406030204" pitchFamily="18" charset="0"/>
                            </a:rPr>
                            <m:t>×</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𝑏</m:t>
                                  </m:r>
                                </m:num>
                                <m:den>
                                  <m:r>
                                    <a:rPr lang="en-US" sz="1600" b="0" i="1" smtClean="0">
                                      <a:solidFill>
                                        <a:schemeClr val="accent2"/>
                                      </a:solidFill>
                                      <a:latin typeface="Cambria Math" panose="02040503050406030204" pitchFamily="18" charset="0"/>
                                    </a:rPr>
                                    <m:t>𝑏</m:t>
                                  </m:r>
                                  <m:r>
                                    <a:rPr lang="en-US" sz="1600" b="0" i="1" smtClean="0">
                                      <a:solidFill>
                                        <a:schemeClr val="accent2"/>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DA608AE6-DA5F-73FB-95A7-BB2A428D7525}"/>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6"/>
                <a:stretch>
                  <a:fillRect/>
                </a:stretch>
              </a:blipFill>
            </p:spPr>
            <p:txBody>
              <a:bodyPr/>
              <a:lstStyle/>
              <a:p>
                <a:r>
                  <a:rPr lang="en-US">
                    <a:noFill/>
                  </a:rPr>
                  <a:t> </a:t>
                </a:r>
              </a:p>
            </p:txBody>
          </p:sp>
        </mc:Fallback>
      </mc:AlternateContent>
      <p:pic>
        <p:nvPicPr>
          <p:cNvPr id="14" name="Camera 13">
            <a:extLst>
              <a:ext uri="{FF2B5EF4-FFF2-40B4-BE49-F238E27FC236}">
                <a16:creationId xmlns:a16="http://schemas.microsoft.com/office/drawing/2014/main" id="{7B87DCC2-95EE-C94B-42CA-897240F55B40}"/>
              </a:ext>
            </a:extLst>
          </p:cNvPr>
          <p:cNvPicPr>
            <a:picLocks noChangeAspect="1"/>
            <a:extLst>
              <a:ext uri="{51228E76-BA90-4043-B771-695A4F85340A}">
                <alf:liveFeedProps xmlns:alf="http://schemas.microsoft.com/office/drawing/2021/livefeed"/>
              </a:ext>
            </a:extLst>
          </p:cNvPicPr>
          <p:nvPr/>
        </p:nvPicPr>
        <p:blipFill>
          <a:blip r:embed="rId7">
            <a:extLst>
              <a:ext uri="{96DAC541-7B7A-43D3-8B79-37D633B846F1}">
                <asvg:svgBlip xmlns:asvg="http://schemas.microsoft.com/office/drawing/2016/SVG/main" r:embed="rId8"/>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4090692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2C328-E0C7-D6A7-8282-6D05792015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2623BA-F27A-5E36-B941-8C1CD47EEBC1}"/>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CC45DFA9-DDA2-A059-363E-BFA27D7A49F0}"/>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F5863657-44A0-D218-C60C-FCCD302576A0}"/>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9DEEE21C-50D1-CD92-C9BB-326F402A6BFE}"/>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86477ACD-3BF9-319F-CD47-D017F8F54647}"/>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F050929A-F51A-B2CF-1482-EF0A5D316826}"/>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DC67440-3B89-24EF-ABE6-D1B13EEE0321}"/>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3DC67440-3B89-24EF-ABE6-D1B13EEE0321}"/>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CEE57ABD-5E0A-84FC-44D1-7B63231D5B55}"/>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3130CF-60EF-90BD-0097-F6AE24E5E3C1}"/>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A93130CF-60EF-90BD-0097-F6AE24E5E3C1}"/>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5F9E70F3-247C-DC7B-A3C1-8A6CFFA0FD3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5F9E70F3-247C-DC7B-A3C1-8A6CFFA0FD3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4"/>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F578E6A-B562-7DC7-2B50-77C7BA05F78A}"/>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1F578E6A-B562-7DC7-2B50-77C7BA05F78A}"/>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22BD78-B910-8DE0-5920-AE59E095CCE4}"/>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FA22BD78-B910-8DE0-5920-AE59E095CCE4}"/>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2A14B84-99F7-0AF4-BCBB-FE05FEDE225D}"/>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1</m:t>
                              </m:r>
                            </m:num>
                            <m:den>
                              <m:r>
                                <a:rPr lang="en-US" sz="1600" b="0" i="1" smtClean="0">
                                  <a:solidFill>
                                    <a:schemeClr val="accent2"/>
                                  </a:solidFill>
                                  <a:latin typeface="Cambria Math" panose="02040503050406030204" pitchFamily="18" charset="0"/>
                                </a:rPr>
                                <m:t>100</m:t>
                              </m:r>
                            </m:den>
                          </m:f>
                          <m:r>
                            <a:rPr lang="en-US" sz="1600" b="0" i="1" smtClean="0">
                              <a:solidFill>
                                <a:schemeClr val="accent2"/>
                              </a:solidFill>
                              <a:latin typeface="Cambria Math" panose="02040503050406030204" pitchFamily="18" charset="0"/>
                            </a:rPr>
                            <m:t>×</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𝑏</m:t>
                                  </m:r>
                                </m:num>
                                <m:den>
                                  <m:r>
                                    <a:rPr lang="en-US" sz="1600" b="0" i="1" smtClean="0">
                                      <a:solidFill>
                                        <a:schemeClr val="accent2"/>
                                      </a:solidFill>
                                      <a:latin typeface="Cambria Math" panose="02040503050406030204" pitchFamily="18" charset="0"/>
                                    </a:rPr>
                                    <m:t>𝑏</m:t>
                                  </m:r>
                                  <m:r>
                                    <a:rPr lang="en-US" sz="1600" b="0" i="1" smtClean="0">
                                      <a:solidFill>
                                        <a:schemeClr val="accent2"/>
                                      </a:solidFill>
                                      <a:latin typeface="Cambria Math" panose="02040503050406030204" pitchFamily="18" charset="0"/>
                                    </a:rPr>
                                    <m:t>+2</m:t>
                                  </m:r>
                                </m:den>
                              </m:f>
                            </m:e>
                          </m:box>
                          <m:r>
                            <a:rPr lang="en-US" sz="1600" b="0" i="1" smtClean="0">
                              <a:solidFill>
                                <a:schemeClr val="accent2"/>
                              </a:solidFill>
                              <a:latin typeface="Cambria Math" panose="02040503050406030204" pitchFamily="18" charset="0"/>
                            </a:rPr>
                            <m:t>×</m:t>
                          </m:r>
                          <m:d>
                            <m:dPr>
                              <m:ctrlPr>
                                <a:rPr lang="en-US" sz="1600" b="0" i="1" smtClean="0">
                                  <a:solidFill>
                                    <a:schemeClr val="accent2"/>
                                  </a:solidFill>
                                  <a:latin typeface="Cambria Math" panose="02040503050406030204" pitchFamily="18" charset="0"/>
                                </a:rPr>
                              </m:ctrlPr>
                            </m:dPr>
                            <m:e>
                              <m:r>
                                <a:rPr lang="en-US" sz="1600" b="0" i="1" smtClean="0">
                                  <a:solidFill>
                                    <a:schemeClr val="accent2"/>
                                  </a:solidFill>
                                  <a:latin typeface="Cambria Math" panose="02040503050406030204" pitchFamily="18" charset="0"/>
                                </a:rPr>
                                <m:t>1−</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𝑏</m:t>
                                      </m:r>
                                    </m:num>
                                    <m:den>
                                      <m:r>
                                        <a:rPr lang="en-US" sz="1600" b="0" i="1" smtClean="0">
                                          <a:solidFill>
                                            <a:schemeClr val="accent2"/>
                                          </a:solidFill>
                                          <a:latin typeface="Cambria Math" panose="02040503050406030204" pitchFamily="18" charset="0"/>
                                        </a:rPr>
                                        <m:t>𝑏</m:t>
                                      </m:r>
                                      <m:r>
                                        <a:rPr lang="en-US" sz="1600" b="0" i="1" smtClean="0">
                                          <a:solidFill>
                                            <a:schemeClr val="accent2"/>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12A14B84-99F7-0AF4-BCBB-FE05FEDE225D}"/>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7"/>
                <a:stretch>
                  <a:fillRect/>
                </a:stretch>
              </a:blipFill>
            </p:spPr>
            <p:txBody>
              <a:bodyPr/>
              <a:lstStyle/>
              <a:p>
                <a:r>
                  <a:rPr lang="en-US">
                    <a:noFill/>
                  </a:rPr>
                  <a:t> </a:t>
                </a:r>
              </a:p>
            </p:txBody>
          </p:sp>
        </mc:Fallback>
      </mc:AlternateContent>
      <p:pic>
        <p:nvPicPr>
          <p:cNvPr id="15" name="Camera 14">
            <a:extLst>
              <a:ext uri="{FF2B5EF4-FFF2-40B4-BE49-F238E27FC236}">
                <a16:creationId xmlns:a16="http://schemas.microsoft.com/office/drawing/2014/main" id="{743CD600-D87B-3754-3155-BA53C93DA638}"/>
              </a:ext>
            </a:extLst>
          </p:cNvPr>
          <p:cNvPicPr>
            <a:picLocks noChangeAspect="1"/>
            <a:extLst>
              <a:ext uri="{51228E76-BA90-4043-B771-695A4F85340A}">
                <alf:liveFeedProps xmlns:alf="http://schemas.microsoft.com/office/drawing/2021/livefeed"/>
              </a:ext>
            </a:extLst>
          </p:cNvPicPr>
          <p:nvPr/>
        </p:nvPicPr>
        <p:blipFill>
          <a:blip r:embed="rId8">
            <a:extLst>
              <a:ext uri="{96DAC541-7B7A-43D3-8B79-37D633B846F1}">
                <asvg:svgBlip xmlns:asvg="http://schemas.microsoft.com/office/drawing/2016/SVG/main" r:embed="rId9"/>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0124477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9B9A4-8FAE-67D0-78E5-23ECA0AD4C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E5497E-388A-0E61-221C-2FAC05A58D25}"/>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6322D775-23AC-B6C6-3EF8-7F048DAEA8A7}"/>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612F7E25-77E6-7C33-B25F-140F46C087E4}"/>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3187CE65-E74F-F967-35CC-751CAFAA17ED}"/>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AFB78E97-D4A3-A3D7-24F4-5A0022795DBE}"/>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11DABAFA-3881-714A-748B-AA65BDD95BFA}"/>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FEF4AF5-8FEE-073C-02D7-F7400897C2C9}"/>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3FEF4AF5-8FEE-073C-02D7-F7400897C2C9}"/>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C387C841-3155-1A73-61A3-8FE7D39FB63A}"/>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CC6664-990B-0108-7339-CADCFCACA8A5}"/>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60CC6664-990B-0108-7339-CADCFCACA8A5}"/>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52CF3983-6C8D-7178-01D8-5D5DA66F9877}"/>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52CF3983-6C8D-7178-01D8-5D5DA66F9877}"/>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4"/>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267AC03-6454-2751-87E6-DF52175B85AD}"/>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A267AC03-6454-2751-87E6-DF52175B85AD}"/>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E3B91D5-AD13-7E05-F2F3-273E3C2FED97}"/>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2E3B91D5-AD13-7E05-F2F3-273E3C2FED97}"/>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A02364A-E692-574A-3054-384F43D643DC}"/>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AA02364A-E692-574A-3054-384F43D643DC}"/>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722EA00-40BD-3936-5937-8AE39F7A6C29}"/>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1</m:t>
                              </m:r>
                            </m:num>
                            <m:den>
                              <m:r>
                                <a:rPr lang="en-US" sz="1600" b="0" i="1" smtClean="0">
                                  <a:solidFill>
                                    <a:schemeClr val="accent2"/>
                                  </a:solidFill>
                                  <a:latin typeface="Cambria Math" panose="02040503050406030204" pitchFamily="18" charset="0"/>
                                </a:rPr>
                                <m:t>100</m:t>
                              </m:r>
                            </m:den>
                          </m:f>
                          <m:r>
                            <a:rPr lang="en-US" sz="1600" b="0" i="1" smtClean="0">
                              <a:solidFill>
                                <a:schemeClr val="accent2"/>
                              </a:solidFill>
                              <a:latin typeface="Cambria Math" panose="02040503050406030204" pitchFamily="18" charset="0"/>
                            </a:rPr>
                            <m:t>×</m:t>
                          </m:r>
                          <m:d>
                            <m:dPr>
                              <m:ctrlPr>
                                <a:rPr lang="en-US" sz="1600" b="0" i="1" smtClean="0">
                                  <a:solidFill>
                                    <a:schemeClr val="accent2"/>
                                  </a:solidFill>
                                  <a:latin typeface="Cambria Math" panose="02040503050406030204" pitchFamily="18" charset="0"/>
                                </a:rPr>
                              </m:ctrlPr>
                            </m:dPr>
                            <m:e>
                              <m:r>
                                <a:rPr lang="en-US" sz="1600" b="0" i="1" smtClean="0">
                                  <a:solidFill>
                                    <a:schemeClr val="accent2"/>
                                  </a:solidFill>
                                  <a:latin typeface="Cambria Math" panose="02040503050406030204" pitchFamily="18" charset="0"/>
                                </a:rPr>
                                <m:t>1−</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𝑏</m:t>
                                      </m:r>
                                    </m:num>
                                    <m:den>
                                      <m:r>
                                        <a:rPr lang="en-US" sz="1600" b="0" i="1" smtClean="0">
                                          <a:solidFill>
                                            <a:schemeClr val="accent2"/>
                                          </a:solidFill>
                                          <a:latin typeface="Cambria Math" panose="02040503050406030204" pitchFamily="18" charset="0"/>
                                        </a:rPr>
                                        <m:t>𝑏</m:t>
                                      </m:r>
                                      <m:r>
                                        <a:rPr lang="en-US" sz="1600" b="0" i="1" smtClean="0">
                                          <a:solidFill>
                                            <a:schemeClr val="accent2"/>
                                          </a:solidFill>
                                          <a:latin typeface="Cambria Math" panose="02040503050406030204" pitchFamily="18" charset="0"/>
                                        </a:rPr>
                                        <m:t>+2</m:t>
                                      </m:r>
                                    </m:den>
                                  </m:f>
                                </m:e>
                              </m:box>
                            </m:e>
                          </m:d>
                          <m:r>
                            <a:rPr lang="en-US" sz="1600" b="0" i="1" smtClean="0">
                              <a:solidFill>
                                <a:schemeClr val="accent2"/>
                              </a:solidFill>
                              <a:latin typeface="Cambria Math" panose="02040503050406030204" pitchFamily="18" charset="0"/>
                            </a:rPr>
                            <m:t>×</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𝑏</m:t>
                                  </m:r>
                                </m:num>
                                <m:den>
                                  <m:r>
                                    <a:rPr lang="en-US" sz="1600" b="0" i="1" smtClean="0">
                                      <a:solidFill>
                                        <a:schemeClr val="accent2"/>
                                      </a:solidFill>
                                      <a:latin typeface="Cambria Math" panose="02040503050406030204" pitchFamily="18" charset="0"/>
                                    </a:rPr>
                                    <m:t>𝑏</m:t>
                                  </m:r>
                                  <m:r>
                                    <a:rPr lang="en-US" sz="1600" b="0" i="1" smtClean="0">
                                      <a:solidFill>
                                        <a:schemeClr val="accent2"/>
                                      </a:solidFill>
                                      <a:latin typeface="Cambria Math" panose="02040503050406030204" pitchFamily="18" charset="0"/>
                                    </a:rPr>
                                    <m:t>+1</m:t>
                                  </m:r>
                                </m:den>
                              </m:f>
                            </m:e>
                          </m:box>
                          <m:r>
                            <a:rPr lang="en-US" sz="1600" b="0" i="1" smtClean="0">
                              <a:solidFill>
                                <a:schemeClr val="accent2"/>
                              </a:solidFill>
                              <a:latin typeface="Cambria Math" panose="02040503050406030204" pitchFamily="18" charset="0"/>
                            </a:rPr>
                            <m:t>+</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9</m:t>
                                  </m:r>
                                </m:num>
                                <m:den>
                                  <m:r>
                                    <a:rPr lang="en-US" sz="1600" b="0" i="1" smtClean="0">
                                      <a:solidFill>
                                        <a:schemeClr val="accent2"/>
                                      </a:solidFill>
                                      <a:latin typeface="Cambria Math" panose="02040503050406030204" pitchFamily="18" charset="0"/>
                                    </a:rPr>
                                    <m:t>100</m:t>
                                  </m:r>
                                </m:den>
                              </m:f>
                            </m:e>
                          </m:box>
                          <m:r>
                            <a:rPr lang="en-US" sz="1600" i="1">
                              <a:solidFill>
                                <a:schemeClr val="accent2"/>
                              </a:solidFill>
                              <a:latin typeface="Cambria Math" panose="02040503050406030204" pitchFamily="18" charset="0"/>
                            </a:rPr>
                            <m:t>×</m:t>
                          </m:r>
                          <m:box>
                            <m:boxPr>
                              <m:ctrlPr>
                                <a:rPr lang="en-US" sz="1600" i="1">
                                  <a:solidFill>
                                    <a:schemeClr val="accent2"/>
                                  </a:solidFill>
                                  <a:latin typeface="Cambria Math" panose="02040503050406030204" pitchFamily="18" charset="0"/>
                                </a:rPr>
                              </m:ctrlPr>
                            </m:boxPr>
                            <m:e>
                              <m:argPr>
                                <m:argSz m:val="-1"/>
                              </m:argPr>
                              <m:f>
                                <m:fPr>
                                  <m:ctrlPr>
                                    <a:rPr lang="en-US" sz="1600" i="1">
                                      <a:solidFill>
                                        <a:schemeClr val="accent2"/>
                                      </a:solidFill>
                                      <a:latin typeface="Cambria Math" panose="02040503050406030204" pitchFamily="18" charset="0"/>
                                    </a:rPr>
                                  </m:ctrlPr>
                                </m:fPr>
                                <m:num>
                                  <m:r>
                                    <a:rPr lang="en-US" sz="1600" i="1">
                                      <a:solidFill>
                                        <a:schemeClr val="accent2"/>
                                      </a:solidFill>
                                      <a:latin typeface="Cambria Math" panose="02040503050406030204" pitchFamily="18" charset="0"/>
                                    </a:rPr>
                                    <m:t>𝑏</m:t>
                                  </m:r>
                                </m:num>
                                <m:den>
                                  <m:r>
                                    <a:rPr lang="en-US" sz="1600" i="1">
                                      <a:solidFill>
                                        <a:schemeClr val="accent2"/>
                                      </a:solidFill>
                                      <a:latin typeface="Cambria Math" panose="02040503050406030204" pitchFamily="18" charset="0"/>
                                    </a:rPr>
                                    <m:t>𝑏</m:t>
                                  </m:r>
                                  <m:r>
                                    <a:rPr lang="en-US" sz="1600" i="1">
                                      <a:solidFill>
                                        <a:schemeClr val="accent2"/>
                                      </a:solidFill>
                                      <a:latin typeface="Cambria Math" panose="02040503050406030204" pitchFamily="18" charset="0"/>
                                    </a:rPr>
                                    <m:t>+1</m:t>
                                  </m:r>
                                </m:den>
                              </m:f>
                            </m:e>
                          </m:box>
                        </m:e>
                      </m:box>
                    </m:oMath>
                  </m:oMathPara>
                </a14:m>
                <a:endParaRPr lang="en-US" sz="1600" dirty="0">
                  <a:solidFill>
                    <a:schemeClr val="accent2"/>
                  </a:solidFill>
                </a:endParaRPr>
              </a:p>
            </p:txBody>
          </p:sp>
        </mc:Choice>
        <mc:Fallback xmlns="">
          <p:sp>
            <p:nvSpPr>
              <p:cNvPr id="15" name="TextBox 14">
                <a:extLst>
                  <a:ext uri="{FF2B5EF4-FFF2-40B4-BE49-F238E27FC236}">
                    <a16:creationId xmlns:a16="http://schemas.microsoft.com/office/drawing/2014/main" id="{A722EA00-40BD-3936-5937-8AE39F7A6C29}"/>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8"/>
                <a:stretch>
                  <a:fillRect/>
                </a:stretch>
              </a:blipFill>
            </p:spPr>
            <p:txBody>
              <a:bodyPr/>
              <a:lstStyle/>
              <a:p>
                <a:r>
                  <a:rPr lang="en-US">
                    <a:noFill/>
                  </a:rPr>
                  <a:t> </a:t>
                </a:r>
              </a:p>
            </p:txBody>
          </p:sp>
        </mc:Fallback>
      </mc:AlternateContent>
      <p:pic>
        <p:nvPicPr>
          <p:cNvPr id="16" name="Camera 15">
            <a:extLst>
              <a:ext uri="{FF2B5EF4-FFF2-40B4-BE49-F238E27FC236}">
                <a16:creationId xmlns:a16="http://schemas.microsoft.com/office/drawing/2014/main" id="{0035DD44-D036-7D6D-D98F-F361A19C1EFE}"/>
              </a:ext>
            </a:extLst>
          </p:cNvPr>
          <p:cNvPicPr>
            <a:picLocks noChangeAspect="1"/>
            <a:extLst>
              <a:ext uri="{51228E76-BA90-4043-B771-695A4F85340A}">
                <alf:liveFeedProps xmlns:alf="http://schemas.microsoft.com/office/drawing/2021/livefeed"/>
              </a:ext>
            </a:extLst>
          </p:cNvPicPr>
          <p:nvPr/>
        </p:nvPicPr>
        <p:blipFill>
          <a:blip r:embed="rId9">
            <a:extLst>
              <a:ext uri="{96DAC541-7B7A-43D3-8B79-37D633B846F1}">
                <asvg:svgBlip xmlns:asvg="http://schemas.microsoft.com/office/drawing/2016/SVG/main" r:embed="rId10"/>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6249339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8CFD1-E9B0-19A3-68AF-FDD2775898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C31AAD-16E9-BA7D-8794-B9B51BBF60A1}"/>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EC72D06B-B80B-1ADC-7EE1-28149CE5BF12}"/>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34F6E201-C0CE-190F-31CD-B3D4AC504B53}"/>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49E66DD4-B603-8904-43D1-C17BC6A92AD3}"/>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8F0C2D12-236A-326A-C864-47DA4775CBCB}"/>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39578B5B-0C01-CDFD-3525-999DA1578326}"/>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BA56486-DAFA-7CAC-D098-9F1831DE0C50}"/>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7BA56486-DAFA-7CAC-D098-9F1831DE0C50}"/>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26B8E072-813F-5192-091F-7EA711027367}"/>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BAEA904-6485-10AD-688B-70CF5EB2C7E9}"/>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4BAEA904-6485-10AD-688B-70CF5EB2C7E9}"/>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53086DD5-E49C-F2B1-4884-6587E2440A5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53086DD5-E49C-F2B1-4884-6587E2440A5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4"/>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1B6054D-1FE3-8860-BB3A-ACE929C93474}"/>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C1B6054D-1FE3-8860-BB3A-ACE929C93474}"/>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3C92584-CBB2-4CCF-A45A-6F1D684CAA88}"/>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73C92584-CBB2-4CCF-A45A-6F1D684CAA88}"/>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937FFD7-7364-A1D3-C166-BEB69A389CCB}"/>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C937FFD7-7364-A1D3-C166-BEB69A389CCB}"/>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B21EC81-0166-8C2E-5C2D-5CF123B2DED2}"/>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9B21EC81-0166-8C2E-5C2D-5CF123B2DED2}"/>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0CF7053-80D3-272F-C82A-462E73C53CC3}"/>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9</m:t>
                              </m:r>
                            </m:num>
                            <m:den>
                              <m:r>
                                <a:rPr lang="en-US" sz="1600" b="0" i="1" smtClean="0">
                                  <a:solidFill>
                                    <a:schemeClr val="accent2"/>
                                  </a:solidFill>
                                  <a:latin typeface="Cambria Math" panose="02040503050406030204" pitchFamily="18" charset="0"/>
                                </a:rPr>
                                <m:t>100</m:t>
                              </m:r>
                            </m:den>
                          </m:f>
                          <m:r>
                            <a:rPr lang="en-US" sz="1600" b="0" i="1" smtClean="0">
                              <a:solidFill>
                                <a:schemeClr val="accent2"/>
                              </a:solidFill>
                              <a:latin typeface="Cambria Math" panose="02040503050406030204" pitchFamily="18" charset="0"/>
                            </a:rPr>
                            <m:t>×</m:t>
                          </m:r>
                          <m:d>
                            <m:dPr>
                              <m:ctrlPr>
                                <a:rPr lang="en-US" sz="1600" b="0" i="1" smtClean="0">
                                  <a:solidFill>
                                    <a:schemeClr val="accent2"/>
                                  </a:solidFill>
                                  <a:latin typeface="Cambria Math" panose="02040503050406030204" pitchFamily="18" charset="0"/>
                                </a:rPr>
                              </m:ctrlPr>
                            </m:dPr>
                            <m:e>
                              <m:r>
                                <a:rPr lang="en-US" sz="1600" b="0" i="1" smtClean="0">
                                  <a:solidFill>
                                    <a:schemeClr val="accent2"/>
                                  </a:solidFill>
                                  <a:latin typeface="Cambria Math" panose="02040503050406030204" pitchFamily="18" charset="0"/>
                                </a:rPr>
                                <m:t>1−</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𝑏</m:t>
                                      </m:r>
                                    </m:num>
                                    <m:den>
                                      <m:r>
                                        <a:rPr lang="en-US" sz="1600" b="0" i="1" smtClean="0">
                                          <a:solidFill>
                                            <a:schemeClr val="accent2"/>
                                          </a:solidFill>
                                          <a:latin typeface="Cambria Math" panose="02040503050406030204" pitchFamily="18" charset="0"/>
                                        </a:rPr>
                                        <m:t>𝑏</m:t>
                                      </m:r>
                                      <m:r>
                                        <a:rPr lang="en-US" sz="1600" b="0" i="1" smtClean="0">
                                          <a:solidFill>
                                            <a:schemeClr val="accent2"/>
                                          </a:solidFill>
                                          <a:latin typeface="Cambria Math" panose="02040503050406030204" pitchFamily="18" charset="0"/>
                                        </a:rPr>
                                        <m:t>+2</m:t>
                                      </m:r>
                                    </m:den>
                                  </m:f>
                                </m:e>
                              </m:box>
                            </m:e>
                          </m:d>
                          <m:r>
                            <a:rPr lang="en-US" sz="1600" b="0" i="1" smtClean="0">
                              <a:solidFill>
                                <a:schemeClr val="accent2"/>
                              </a:solidFill>
                              <a:latin typeface="Cambria Math" panose="02040503050406030204" pitchFamily="18" charset="0"/>
                            </a:rPr>
                            <m:t>+</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81</m:t>
                                  </m:r>
                                </m:num>
                                <m:den>
                                  <m:r>
                                    <a:rPr lang="en-US" sz="1600" b="0" i="1" smtClean="0">
                                      <a:solidFill>
                                        <a:schemeClr val="accent2"/>
                                      </a:solidFill>
                                      <a:latin typeface="Cambria Math" panose="02040503050406030204" pitchFamily="18" charset="0"/>
                                    </a:rPr>
                                    <m:t>100</m:t>
                                  </m:r>
                                </m:den>
                              </m:f>
                            </m:e>
                          </m:box>
                        </m:e>
                      </m:box>
                    </m:oMath>
                  </m:oMathPara>
                </a14:m>
                <a:endParaRPr lang="en-US" sz="1600" dirty="0">
                  <a:solidFill>
                    <a:schemeClr val="accent2"/>
                  </a:solidFill>
                </a:endParaRPr>
              </a:p>
            </p:txBody>
          </p:sp>
        </mc:Choice>
        <mc:Fallback xmlns="">
          <p:sp>
            <p:nvSpPr>
              <p:cNvPr id="16" name="TextBox 15">
                <a:extLst>
                  <a:ext uri="{FF2B5EF4-FFF2-40B4-BE49-F238E27FC236}">
                    <a16:creationId xmlns:a16="http://schemas.microsoft.com/office/drawing/2014/main" id="{F0CF7053-80D3-272F-C82A-462E73C53CC3}"/>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9"/>
                <a:stretch>
                  <a:fillRect/>
                </a:stretch>
              </a:blipFill>
            </p:spPr>
            <p:txBody>
              <a:bodyPr/>
              <a:lstStyle/>
              <a:p>
                <a:r>
                  <a:rPr lang="en-US">
                    <a:noFill/>
                  </a:rPr>
                  <a:t> </a:t>
                </a:r>
              </a:p>
            </p:txBody>
          </p:sp>
        </mc:Fallback>
      </mc:AlternateContent>
      <p:pic>
        <p:nvPicPr>
          <p:cNvPr id="17" name="Camera 16">
            <a:extLst>
              <a:ext uri="{FF2B5EF4-FFF2-40B4-BE49-F238E27FC236}">
                <a16:creationId xmlns:a16="http://schemas.microsoft.com/office/drawing/2014/main" id="{6889A9F2-12E7-6EE6-B154-D3FB0C148800}"/>
              </a:ext>
            </a:extLst>
          </p:cNvPr>
          <p:cNvPicPr>
            <a:picLocks noChangeAspect="1"/>
            <a:extLst>
              <a:ext uri="{51228E76-BA90-4043-B771-695A4F85340A}">
                <alf:liveFeedProps xmlns:alf="http://schemas.microsoft.com/office/drawing/2021/livefeed"/>
              </a:ext>
            </a:extLst>
          </p:cNvPicPr>
          <p:nvPr/>
        </p:nvPicPr>
        <p:blipFill>
          <a:blip r:embed="rId10">
            <a:extLst>
              <a:ext uri="{96DAC541-7B7A-43D3-8B79-37D633B846F1}">
                <asvg:svgBlip xmlns:asvg="http://schemas.microsoft.com/office/drawing/2016/SVG/main" r:embed="rId11"/>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2060717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304B8-1139-48C1-E725-FF36996A82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7148D8-2868-5636-2E85-4EADBFE9D50E}"/>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344128E6-8E4F-0418-3E37-47B7BCCF4A5E}"/>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D426BCFE-2B84-8386-13E0-199E4BA07FE7}"/>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62D01170-EA82-80F2-9B37-AAEF60ED9BBF}"/>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9C56C96F-3C11-16DC-C77A-1DDA7A8F49A5}"/>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2596B92F-83CA-37CD-4E64-59D8A2230A6B}"/>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C1CC7CA-CA02-13EE-1B4A-2B59671465D1}"/>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4C1CC7CA-CA02-13EE-1B4A-2B59671465D1}"/>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2"/>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AE89F90A-C596-2095-9623-234950603464}"/>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F321089-F827-6ED9-FADA-E0D02C90D0B6}"/>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1F321089-F827-6ED9-FADA-E0D02C90D0B6}"/>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3"/>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09C3BB7A-2D4E-63B8-93A9-367C18366DB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09C3BB7A-2D4E-63B8-93A9-367C18366DB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4"/>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4"/>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13A66F1-0915-D76A-461D-44BD07BB77DA}"/>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113A66F1-0915-D76A-461D-44BD07BB77DA}"/>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25B39C9-522A-1B3A-12FB-004349851851}"/>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B25B39C9-522A-1B3A-12FB-004349851851}"/>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A664E0F-112D-1D31-ABD6-88F423E897FE}"/>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0A664E0F-112D-1D31-ABD6-88F423E897FE}"/>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8DF9383-BFB7-818C-1237-32BC6E27ECB5}"/>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38DF9383-BFB7-818C-1237-32BC6E27ECB5}"/>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E1DD6A6-684B-CB9E-0439-382D8437A3FC}"/>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1E1DD6A6-684B-CB9E-0439-382D8437A3FC}"/>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3CD116A-941C-0BD9-353E-0870D1C65502}"/>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1</m:t>
                              </m:r>
                            </m:num>
                            <m:den>
                              <m:r>
                                <a:rPr lang="en-US" sz="1600" b="0" i="1" smtClean="0">
                                  <a:solidFill>
                                    <a:schemeClr val="accent2"/>
                                  </a:solidFill>
                                  <a:latin typeface="Cambria Math" panose="02040503050406030204" pitchFamily="18" charset="0"/>
                                </a:rPr>
                                <m:t>100</m:t>
                              </m:r>
                            </m:den>
                          </m:f>
                          <m:r>
                            <a:rPr lang="en-US" sz="1600" b="0" i="1" smtClean="0">
                              <a:solidFill>
                                <a:schemeClr val="accent2"/>
                              </a:solidFill>
                              <a:latin typeface="Cambria Math" panose="02040503050406030204" pitchFamily="18" charset="0"/>
                            </a:rPr>
                            <m:t>×</m:t>
                          </m:r>
                          <m:d>
                            <m:dPr>
                              <m:ctrlPr>
                                <a:rPr lang="en-US" sz="1600" b="0" i="1" smtClean="0">
                                  <a:solidFill>
                                    <a:schemeClr val="accent2"/>
                                  </a:solidFill>
                                  <a:latin typeface="Cambria Math" panose="02040503050406030204" pitchFamily="18" charset="0"/>
                                </a:rPr>
                              </m:ctrlPr>
                            </m:dPr>
                            <m:e>
                              <m:r>
                                <a:rPr lang="en-US" sz="1600" b="0" i="1" smtClean="0">
                                  <a:solidFill>
                                    <a:schemeClr val="accent2"/>
                                  </a:solidFill>
                                  <a:latin typeface="Cambria Math" panose="02040503050406030204" pitchFamily="18" charset="0"/>
                                </a:rPr>
                                <m:t>1−</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𝑏</m:t>
                                      </m:r>
                                    </m:num>
                                    <m:den>
                                      <m:r>
                                        <a:rPr lang="en-US" sz="1600" b="0" i="1" smtClean="0">
                                          <a:solidFill>
                                            <a:schemeClr val="accent2"/>
                                          </a:solidFill>
                                          <a:latin typeface="Cambria Math" panose="02040503050406030204" pitchFamily="18" charset="0"/>
                                        </a:rPr>
                                        <m:t>𝑏</m:t>
                                      </m:r>
                                      <m:r>
                                        <a:rPr lang="en-US" sz="1600" b="0" i="1" smtClean="0">
                                          <a:solidFill>
                                            <a:schemeClr val="accent2"/>
                                          </a:solidFill>
                                          <a:latin typeface="Cambria Math" panose="02040503050406030204" pitchFamily="18" charset="0"/>
                                        </a:rPr>
                                        <m:t>+2</m:t>
                                      </m:r>
                                    </m:den>
                                  </m:f>
                                </m:e>
                              </m:box>
                            </m:e>
                          </m:d>
                          <m:r>
                            <a:rPr lang="en-US" sz="1600" b="0" i="1" smtClean="0">
                              <a:solidFill>
                                <a:schemeClr val="accent2"/>
                              </a:solidFill>
                              <a:latin typeface="Cambria Math" panose="02040503050406030204" pitchFamily="18" charset="0"/>
                            </a:rPr>
                            <m:t>×</m:t>
                          </m:r>
                          <m:d>
                            <m:dPr>
                              <m:ctrlPr>
                                <a:rPr lang="en-US" sz="1600" i="1">
                                  <a:solidFill>
                                    <a:schemeClr val="accent2"/>
                                  </a:solidFill>
                                  <a:latin typeface="Cambria Math" panose="02040503050406030204" pitchFamily="18" charset="0"/>
                                </a:rPr>
                              </m:ctrlPr>
                            </m:dPr>
                            <m:e>
                              <m:r>
                                <a:rPr lang="en-US" sz="1600" i="1">
                                  <a:solidFill>
                                    <a:schemeClr val="accent2"/>
                                  </a:solidFill>
                                  <a:latin typeface="Cambria Math" panose="02040503050406030204" pitchFamily="18" charset="0"/>
                                </a:rPr>
                                <m:t>1−</m:t>
                              </m:r>
                              <m:box>
                                <m:boxPr>
                                  <m:ctrlPr>
                                    <a:rPr lang="en-US" sz="1600" i="1">
                                      <a:solidFill>
                                        <a:schemeClr val="accent2"/>
                                      </a:solidFill>
                                      <a:latin typeface="Cambria Math" panose="02040503050406030204" pitchFamily="18" charset="0"/>
                                    </a:rPr>
                                  </m:ctrlPr>
                                </m:boxPr>
                                <m:e>
                                  <m:argPr>
                                    <m:argSz m:val="-1"/>
                                  </m:argPr>
                                  <m:f>
                                    <m:fPr>
                                      <m:ctrlPr>
                                        <a:rPr lang="en-US" sz="1600" i="1">
                                          <a:solidFill>
                                            <a:schemeClr val="accent2"/>
                                          </a:solidFill>
                                          <a:latin typeface="Cambria Math" panose="02040503050406030204" pitchFamily="18" charset="0"/>
                                        </a:rPr>
                                      </m:ctrlPr>
                                    </m:fPr>
                                    <m:num>
                                      <m:r>
                                        <a:rPr lang="en-US" sz="1600" i="1">
                                          <a:solidFill>
                                            <a:schemeClr val="accent2"/>
                                          </a:solidFill>
                                          <a:latin typeface="Cambria Math" panose="02040503050406030204" pitchFamily="18" charset="0"/>
                                        </a:rPr>
                                        <m:t>𝑏</m:t>
                                      </m:r>
                                    </m:num>
                                    <m:den>
                                      <m:r>
                                        <a:rPr lang="en-US" sz="1600" i="1">
                                          <a:solidFill>
                                            <a:schemeClr val="accent2"/>
                                          </a:solidFill>
                                          <a:latin typeface="Cambria Math" panose="02040503050406030204" pitchFamily="18" charset="0"/>
                                        </a:rPr>
                                        <m:t>𝑏</m:t>
                                      </m:r>
                                      <m:r>
                                        <a:rPr lang="en-US" sz="1600" i="1">
                                          <a:solidFill>
                                            <a:schemeClr val="accent2"/>
                                          </a:solidFill>
                                          <a:latin typeface="Cambria Math" panose="02040503050406030204" pitchFamily="18" charset="0"/>
                                        </a:rPr>
                                        <m:t>+1</m:t>
                                      </m:r>
                                    </m:den>
                                  </m:f>
                                </m:e>
                              </m:box>
                            </m:e>
                          </m:d>
                          <m:r>
                            <a:rPr lang="en-US" sz="1600" b="0" i="1" smtClean="0">
                              <a:solidFill>
                                <a:schemeClr val="accent2"/>
                              </a:solidFill>
                              <a:latin typeface="Cambria Math" panose="02040503050406030204" pitchFamily="18" charset="0"/>
                            </a:rPr>
                            <m:t>+</m:t>
                          </m:r>
                          <m:box>
                            <m:boxPr>
                              <m:ctrlPr>
                                <a:rPr lang="en-US" sz="1600" b="0" i="1" smtClean="0">
                                  <a:solidFill>
                                    <a:schemeClr val="accent2"/>
                                  </a:solidFill>
                                  <a:latin typeface="Cambria Math" panose="02040503050406030204" pitchFamily="18" charset="0"/>
                                </a:rPr>
                              </m:ctrlPr>
                            </m:boxPr>
                            <m:e>
                              <m:argPr>
                                <m:argSz m:val="-1"/>
                              </m:argPr>
                              <m:f>
                                <m:fPr>
                                  <m:ctrlPr>
                                    <a:rPr lang="en-US" sz="1600" b="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9</m:t>
                                  </m:r>
                                </m:num>
                                <m:den>
                                  <m:r>
                                    <a:rPr lang="en-US" sz="1600" b="0" i="1" smtClean="0">
                                      <a:solidFill>
                                        <a:schemeClr val="accent2"/>
                                      </a:solidFill>
                                      <a:latin typeface="Cambria Math" panose="02040503050406030204" pitchFamily="18" charset="0"/>
                                    </a:rPr>
                                    <m:t>100</m:t>
                                  </m:r>
                                </m:den>
                              </m:f>
                            </m:e>
                          </m:box>
                          <m:r>
                            <a:rPr lang="en-US" sz="1600" i="1">
                              <a:solidFill>
                                <a:schemeClr val="accent2"/>
                              </a:solidFill>
                              <a:latin typeface="Cambria Math" panose="02040503050406030204" pitchFamily="18" charset="0"/>
                            </a:rPr>
                            <m:t>×</m:t>
                          </m:r>
                          <m:d>
                            <m:dPr>
                              <m:ctrlPr>
                                <a:rPr lang="en-US" sz="1600" i="1">
                                  <a:solidFill>
                                    <a:schemeClr val="accent2"/>
                                  </a:solidFill>
                                  <a:latin typeface="Cambria Math" panose="02040503050406030204" pitchFamily="18" charset="0"/>
                                </a:rPr>
                              </m:ctrlPr>
                            </m:dPr>
                            <m:e>
                              <m:r>
                                <a:rPr lang="en-US" sz="1600" i="1">
                                  <a:solidFill>
                                    <a:schemeClr val="accent2"/>
                                  </a:solidFill>
                                  <a:latin typeface="Cambria Math" panose="02040503050406030204" pitchFamily="18" charset="0"/>
                                </a:rPr>
                                <m:t>1−</m:t>
                              </m:r>
                              <m:box>
                                <m:boxPr>
                                  <m:ctrlPr>
                                    <a:rPr lang="en-US" sz="1600" i="1">
                                      <a:solidFill>
                                        <a:schemeClr val="accent2"/>
                                      </a:solidFill>
                                      <a:latin typeface="Cambria Math" panose="02040503050406030204" pitchFamily="18" charset="0"/>
                                    </a:rPr>
                                  </m:ctrlPr>
                                </m:boxPr>
                                <m:e>
                                  <m:argPr>
                                    <m:argSz m:val="-1"/>
                                  </m:argPr>
                                  <m:f>
                                    <m:fPr>
                                      <m:ctrlPr>
                                        <a:rPr lang="en-US" sz="1600" i="1">
                                          <a:solidFill>
                                            <a:schemeClr val="accent2"/>
                                          </a:solidFill>
                                          <a:latin typeface="Cambria Math" panose="02040503050406030204" pitchFamily="18" charset="0"/>
                                        </a:rPr>
                                      </m:ctrlPr>
                                    </m:fPr>
                                    <m:num>
                                      <m:r>
                                        <a:rPr lang="en-US" sz="1600" i="1">
                                          <a:solidFill>
                                            <a:schemeClr val="accent2"/>
                                          </a:solidFill>
                                          <a:latin typeface="Cambria Math" panose="02040503050406030204" pitchFamily="18" charset="0"/>
                                        </a:rPr>
                                        <m:t>𝑏</m:t>
                                      </m:r>
                                    </m:num>
                                    <m:den>
                                      <m:r>
                                        <a:rPr lang="en-US" sz="1600" i="1">
                                          <a:solidFill>
                                            <a:schemeClr val="accent2"/>
                                          </a:solidFill>
                                          <a:latin typeface="Cambria Math" panose="02040503050406030204" pitchFamily="18" charset="0"/>
                                        </a:rPr>
                                        <m:t>𝑏</m:t>
                                      </m:r>
                                      <m:r>
                                        <a:rPr lang="en-US" sz="1600" i="1">
                                          <a:solidFill>
                                            <a:schemeClr val="accent2"/>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7" name="TextBox 16">
                <a:extLst>
                  <a:ext uri="{FF2B5EF4-FFF2-40B4-BE49-F238E27FC236}">
                    <a16:creationId xmlns:a16="http://schemas.microsoft.com/office/drawing/2014/main" id="{B3CD116A-941C-0BD9-353E-0870D1C65502}"/>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0"/>
                <a:stretch>
                  <a:fillRect/>
                </a:stretch>
              </a:blipFill>
            </p:spPr>
            <p:txBody>
              <a:bodyPr/>
              <a:lstStyle/>
              <a:p>
                <a:r>
                  <a:rPr lang="en-US">
                    <a:noFill/>
                  </a:rPr>
                  <a:t> </a:t>
                </a:r>
              </a:p>
            </p:txBody>
          </p:sp>
        </mc:Fallback>
      </mc:AlternateContent>
      <p:pic>
        <p:nvPicPr>
          <p:cNvPr id="18" name="Camera 17">
            <a:extLst>
              <a:ext uri="{FF2B5EF4-FFF2-40B4-BE49-F238E27FC236}">
                <a16:creationId xmlns:a16="http://schemas.microsoft.com/office/drawing/2014/main" id="{7A76E35D-3F9D-3A92-8F1B-7B6128594E34}"/>
              </a:ext>
            </a:extLst>
          </p:cNvPr>
          <p:cNvPicPr>
            <a:picLocks noChangeAspect="1"/>
            <a:extLst>
              <a:ext uri="{51228E76-BA90-4043-B771-695A4F85340A}">
                <alf:liveFeedProps xmlns:alf="http://schemas.microsoft.com/office/drawing/2021/livefeed"/>
              </a:ext>
            </a:extLst>
          </p:cNvPicPr>
          <p:nvPr/>
        </p:nvPicPr>
        <p:blipFill>
          <a:blip r:embed="rId11">
            <a:extLst>
              <a:ext uri="{96DAC541-7B7A-43D3-8B79-37D633B846F1}">
                <asvg:svgBlip xmlns:asvg="http://schemas.microsoft.com/office/drawing/2016/SVG/main" r:embed="rId12"/>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016424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3DC6E-5968-7F45-42AD-88AA032F5CD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4441BC3-75F7-32EB-E45C-13CDAD57D001}"/>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93132BDA-8AFC-1EBE-A2AC-830FD81A0E94}"/>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5B487C4F-1484-76F7-7455-C361DFFD3099}"/>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060B4B8C-E836-2164-589D-3B10D797023E}"/>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21C2371E-2AB5-B129-3B04-53735213912C}"/>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AFEDCEAD-7F68-11D5-0CEC-9D203E3E0D0F}"/>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A2383E9-805F-697A-8B6B-CB555CF9A05A}"/>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5A2383E9-805F-697A-8B6B-CB555CF9A05A}"/>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31D523CE-A98C-CD82-65AE-9026E808B9A7}"/>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EA33EC5-5B8B-AE1B-5FA0-FD59621AEEB8}"/>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1EA33EC5-5B8B-AE1B-5FA0-FD59621AEEB8}"/>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516364BA-8CC4-ED16-E6E9-18B9A09652D3}"/>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516364BA-8CC4-ED16-E6E9-18B9A09652D3}"/>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24A2BE7-B27C-211E-8014-DCFC239CC434}"/>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D24A2BE7-B27C-211E-8014-DCFC239CC434}"/>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F87544A-A964-1621-ED93-C4C1434264D4}"/>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1F87544A-A964-1621-ED93-C4C1434264D4}"/>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D99F93B-98EE-8847-6A01-DD09996FF42F}"/>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AD99F93B-98EE-8847-6A01-DD09996FF42F}"/>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8C239AE-8C8B-955F-DBEE-EC7F80616391}"/>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C8C239AE-8C8B-955F-DBEE-EC7F80616391}"/>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93DE40A-AE16-ACA5-AE30-93B5BFFB7161}"/>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C93DE40A-AE16-ACA5-AE30-93B5BFFB7161}"/>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8F0E660-3E40-D42A-F223-EFEFC81FE7E7}"/>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08F0E660-3E40-D42A-F223-EFEFC81FE7E7}"/>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p:pic>
        <p:nvPicPr>
          <p:cNvPr id="18" name="Camera 17">
            <a:extLst>
              <a:ext uri="{FF2B5EF4-FFF2-40B4-BE49-F238E27FC236}">
                <a16:creationId xmlns:a16="http://schemas.microsoft.com/office/drawing/2014/main" id="{A87F49F7-55FA-AE78-125F-5F8BA800B14B}"/>
              </a:ext>
            </a:extLst>
          </p:cNvPr>
          <p:cNvPicPr>
            <a:picLocks noChangeAspect="1"/>
            <a:extLst>
              <a:ext uri="{51228E76-BA90-4043-B771-695A4F85340A}">
                <alf:liveFeedProps xmlns:alf="http://schemas.microsoft.com/office/drawing/2021/livefeed"/>
              </a:ext>
            </a:extLst>
          </p:cNvPicPr>
          <p:nvPr/>
        </p:nvPicPr>
        <p:blipFill>
          <a:blip r:embed="rId12">
            <a:extLst>
              <a:ext uri="{96DAC541-7B7A-43D3-8B79-37D633B846F1}">
                <asvg:svgBlip xmlns:asvg="http://schemas.microsoft.com/office/drawing/2016/SVG/main" r:embed="rId1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6932410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EA35C-E05A-C9D5-FA26-62078FB0CE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6DE1056-8607-876F-0079-601B3C5A93EF}"/>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41B90FEA-FEEA-7FAE-2692-DA403687355A}"/>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132628CF-5A23-FDC0-C116-8E56D102D4B4}"/>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2A8960C8-0BFC-AAA6-2EFA-19713C811233}"/>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3061CCCA-1E86-99C5-020D-BB0EA22EC47D}"/>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8B92BF6A-7798-E7D9-0F2E-DE681F43473A}"/>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53DCE5-87A6-3EF2-02E5-6386EF2F1448}"/>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DD53DCE5-87A6-3EF2-02E5-6386EF2F1448}"/>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E335E328-0AAB-C283-126B-DC3DF91739FA}"/>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033F97C-C601-C6FC-306A-801F5B9CC21F}"/>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9033F97C-C601-C6FC-306A-801F5B9CC21F}"/>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FF3999E7-7E85-B388-B840-9E77DC9C7807}"/>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FF3999E7-7E85-B388-B840-9E77DC9C7807}"/>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D8C855-1D2E-5E2E-E4FD-2A09423AC5CA}"/>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96D8C855-1D2E-5E2E-E4FD-2A09423AC5CA}"/>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791BEE3-4453-A3F9-C30C-F1C35331BD4B}"/>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7791BEE3-4453-A3F9-C30C-F1C35331BD4B}"/>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C5F44F8-4BFD-81F8-3B15-31B0843C84AE}"/>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5C5F44F8-4BFD-81F8-3B15-31B0843C84AE}"/>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2902162-4486-6BFD-AD6F-E247CB567E66}"/>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72902162-4486-6BFD-AD6F-E247CB567E66}"/>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523E05B-A5B5-E0E0-9D9E-C1211ABCB834}"/>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1523E05B-A5B5-E0E0-9D9E-C1211ABCB834}"/>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DE49C7A-C951-CB14-3C29-1BAF13EEF7A4}"/>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2DE49C7A-C951-CB14-3C29-1BAF13EEF7A4}"/>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EA0104F-FD3A-485A-A380-08CBB13E3475}"/>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p:txBody>
          </p:sp>
        </mc:Choice>
        <mc:Fallback xmlns="">
          <p:sp>
            <p:nvSpPr>
              <p:cNvPr id="18" name="TextBox 17">
                <a:extLst>
                  <a:ext uri="{FF2B5EF4-FFF2-40B4-BE49-F238E27FC236}">
                    <a16:creationId xmlns:a16="http://schemas.microsoft.com/office/drawing/2014/main" id="{FEA0104F-FD3A-485A-A380-08CBB13E3475}"/>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p:pic>
        <p:nvPicPr>
          <p:cNvPr id="19" name="Camera 18">
            <a:extLst>
              <a:ext uri="{FF2B5EF4-FFF2-40B4-BE49-F238E27FC236}">
                <a16:creationId xmlns:a16="http://schemas.microsoft.com/office/drawing/2014/main" id="{3FABD97C-8F04-E100-311A-3B16CB0A2602}"/>
              </a:ext>
            </a:extLst>
          </p:cNvPr>
          <p:cNvPicPr>
            <a:picLocks noChangeAspect="1"/>
            <a:extLst>
              <a:ext uri="{51228E76-BA90-4043-B771-695A4F85340A}">
                <alf:liveFeedProps xmlns:alf="http://schemas.microsoft.com/office/drawing/2021/livefeed"/>
              </a:ext>
            </a:extLst>
          </p:cNvPicPr>
          <p:nvPr/>
        </p:nvPicPr>
        <p:blipFill>
          <a:blip r:embed="rId13">
            <a:extLst>
              <a:ext uri="{96DAC541-7B7A-43D3-8B79-37D633B846F1}">
                <asvg:svgBlip xmlns:asvg="http://schemas.microsoft.com/office/drawing/2016/SVG/main" r:embed="rId14"/>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607620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57087-1FB3-92DE-0F84-A2E53929FE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DADC6C-3373-7F5E-613A-57ABCEE16B32}"/>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6A600EF5-0FE6-DAAC-7F46-46DC42F75526}"/>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C1D4BFBA-2214-73FB-BB25-6B911FEFCAFA}"/>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134EEFD6-46DD-D0B8-64B9-8B0BD7CC1A20}"/>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BF9F34C8-A530-EA55-5CFB-3C1258C3F104}"/>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21032141-FC0C-36CE-51CD-5E6176EF8F16}"/>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96648F5-90F9-C48B-5FFF-543AE75BB86E}"/>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F96648F5-90F9-C48B-5FFF-543AE75BB86E}"/>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8DE2DF60-D057-B0CC-D7C7-000CE8840E88}"/>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6A3D829-47ED-CD4B-E480-836E766AE67C}"/>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E6A3D829-47ED-CD4B-E480-836E766AE67C}"/>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4F411F09-1DB5-A078-0879-7BAAB028986E}"/>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4F411F09-1DB5-A078-0879-7BAAB028986E}"/>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07E0054-7FAF-60C3-01EF-0A76D1A29A5B}"/>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207E0054-7FAF-60C3-01EF-0A76D1A29A5B}"/>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4679F3B-FAC0-AE23-9AAB-3A4785D3B893}"/>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D4679F3B-FAC0-AE23-9AAB-3A4785D3B893}"/>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C404DCA-E547-DAD3-1228-0DB6FC2DE4E9}"/>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3C404DCA-E547-DAD3-1228-0DB6FC2DE4E9}"/>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D38D407-23DE-D863-72B5-23917288FBB3}"/>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ED38D407-23DE-D863-72B5-23917288FBB3}"/>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AFE2C0F-E65E-1F3A-8202-6A17DD1E74E5}"/>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3AFE2C0F-E65E-1F3A-8202-6A17DD1E74E5}"/>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D181E2D-3E23-0192-61DD-DCB3A80E920A}"/>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CD181E2D-3E23-0192-61DD-DCB3A80E920A}"/>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E1C3AA4-A585-210E-C446-4B8384EF9C7A}"/>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p:txBody>
          </p:sp>
        </mc:Choice>
        <mc:Fallback xmlns="">
          <p:sp>
            <p:nvSpPr>
              <p:cNvPr id="18" name="TextBox 17">
                <a:extLst>
                  <a:ext uri="{FF2B5EF4-FFF2-40B4-BE49-F238E27FC236}">
                    <a16:creationId xmlns:a16="http://schemas.microsoft.com/office/drawing/2014/main" id="{FE1C3AA4-A585-210E-C446-4B8384EF9C7A}"/>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p:pic>
        <p:nvPicPr>
          <p:cNvPr id="19" name="Camera 18">
            <a:extLst>
              <a:ext uri="{FF2B5EF4-FFF2-40B4-BE49-F238E27FC236}">
                <a16:creationId xmlns:a16="http://schemas.microsoft.com/office/drawing/2014/main" id="{907EA920-2576-D021-DE1D-7A2D62BCD470}"/>
              </a:ext>
            </a:extLst>
          </p:cNvPr>
          <p:cNvPicPr>
            <a:picLocks noChangeAspect="1"/>
            <a:extLst>
              <a:ext uri="{51228E76-BA90-4043-B771-695A4F85340A}">
                <alf:liveFeedProps xmlns:alf="http://schemas.microsoft.com/office/drawing/2021/livefeed"/>
              </a:ext>
            </a:extLst>
          </p:cNvPicPr>
          <p:nvPr/>
        </p:nvPicPr>
        <p:blipFill>
          <a:blip r:embed="rId13">
            <a:extLst>
              <a:ext uri="{96DAC541-7B7A-43D3-8B79-37D633B846F1}">
                <asvg:svgBlip xmlns:asvg="http://schemas.microsoft.com/office/drawing/2016/SVG/main" r:embed="rId14"/>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0729070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B208E-27FA-3DBF-037B-4E7E7BC313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9708C0-A018-503E-A01A-3E1303851038}"/>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52BD8775-E3E6-AAE0-F16E-6BA4D6C47086}"/>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567DE333-9CDE-1497-399F-3B91D64E1B57}"/>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EAD2E391-B7E3-BF66-E97C-0F369413D6D6}"/>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F57EBAF5-5775-1263-503A-A954B6031A17}"/>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95BF7AAE-714D-A947-9EE6-6CF86D58B4B8}"/>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4DC5C15-418E-777E-9A91-FD49DFC0E7D0}"/>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D4DC5C15-418E-777E-9A91-FD49DFC0E7D0}"/>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9E9A44DE-68C0-2EF5-2167-EB3F1F0E4185}"/>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F589D7B-9425-1A00-B174-CA9299EFF7CD}"/>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6F589D7B-9425-1A00-B174-CA9299EFF7CD}"/>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231B670F-CF7B-DEDE-518C-D6E6972BC109}"/>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231B670F-CF7B-DEDE-518C-D6E6972BC109}"/>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096EEFD-E845-7EBD-C15E-4AA08A151559}"/>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B096EEFD-E845-7EBD-C15E-4AA08A151559}"/>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38A231A-85F7-4769-EC1E-E7EEDEA2B055}"/>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138A231A-85F7-4769-EC1E-E7EEDEA2B055}"/>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208DC5A-0468-79F7-6F43-81B26C0814ED}"/>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5208DC5A-0468-79F7-6F43-81B26C0814ED}"/>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78E7EDA-B521-62A6-8AA6-F76140D83A44}"/>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078E7EDA-B521-62A6-8AA6-F76140D83A44}"/>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1AFCC4B-D8EA-B5C2-46EE-40DE76B4D075}"/>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81AFCC4B-D8EA-B5C2-46EE-40DE76B4D075}"/>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7A5157D-4CED-4E84-35B1-AB12CD7E6B68}"/>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77A5157D-4CED-4E84-35B1-AB12CD7E6B68}"/>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F16259-5EE0-74D4-3EA6-4B73E7C6ED4C}"/>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42F16259-5EE0-74D4-3EA6-4B73E7C6ED4C}"/>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p:pic>
        <p:nvPicPr>
          <p:cNvPr id="19" name="Camera 18">
            <a:extLst>
              <a:ext uri="{FF2B5EF4-FFF2-40B4-BE49-F238E27FC236}">
                <a16:creationId xmlns:a16="http://schemas.microsoft.com/office/drawing/2014/main" id="{84B8C4F9-2C25-E6A6-6DDF-A55446234843}"/>
              </a:ext>
            </a:extLst>
          </p:cNvPr>
          <p:cNvPicPr>
            <a:picLocks noChangeAspect="1"/>
            <a:extLst>
              <a:ext uri="{51228E76-BA90-4043-B771-695A4F85340A}">
                <alf:liveFeedProps xmlns:alf="http://schemas.microsoft.com/office/drawing/2021/livefeed"/>
              </a:ext>
            </a:extLst>
          </p:cNvPicPr>
          <p:nvPr/>
        </p:nvPicPr>
        <p:blipFill>
          <a:blip r:embed="rId13">
            <a:extLst>
              <a:ext uri="{96DAC541-7B7A-43D3-8B79-37D633B846F1}">
                <asvg:svgBlip xmlns:asvg="http://schemas.microsoft.com/office/drawing/2016/SVG/main" r:embed="rId14"/>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4494726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33B11-7D16-4A4E-3FA7-37EC7A9F35C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FE7BEE-3219-E6E0-A9F7-D4C0B91D1BA1}"/>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7E0CDCCE-DE10-9C4A-6495-4810AE1EFF34}"/>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B1EC9B2C-022F-BABE-671A-1699D696ED64}"/>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099F0CA7-2814-7520-67B7-09D4A4ED608A}"/>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C7421A3B-D1A5-401D-70A3-3E3F8A7F5730}"/>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3CA50303-DF9E-9EDE-886C-E69D7F946F22}"/>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A2845DB-8CA5-8EF1-FDBA-536F0914362B}"/>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AA2845DB-8CA5-8EF1-FDBA-536F0914362B}"/>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99F0E5D0-6EBC-3A2F-8565-D78F33B423DB}"/>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9F71518-D07C-4EEE-7830-6D72A7EC0EC6}"/>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19F71518-D07C-4EEE-7830-6D72A7EC0EC6}"/>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C0A1E426-807C-C60C-75CA-FC4DE31DBA63}"/>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C0A1E426-807C-C60C-75CA-FC4DE31DBA63}"/>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494B5BE-3629-BE91-0679-A2A5DCA706E5}"/>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F494B5BE-3629-BE91-0679-A2A5DCA706E5}"/>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70AD21-DD3F-81A8-CDC9-7C1503FFC99D}"/>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5E70AD21-DD3F-81A8-CDC9-7C1503FFC99D}"/>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AA825E1-102D-B4EE-8AC8-527FDEB7AC35}"/>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5AA825E1-102D-B4EE-8AC8-527FDEB7AC35}"/>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7D2E188-D432-5215-468D-D297C83C2AC8}"/>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07D2E188-D432-5215-468D-D297C83C2AC8}"/>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4598FE7-043C-AE5A-616B-CAFB1D4CC01E}"/>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64598FE7-043C-AE5A-616B-CAFB1D4CC01E}"/>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AE125A5-CA78-D63C-AD3B-566EB764FD95}"/>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9AE125A5-CA78-D63C-AD3B-566EB764FD95}"/>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05DBA71-8792-0D2D-46D8-1EF45F0EF305}"/>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505DBA71-8792-0D2D-46D8-1EF45F0EF305}"/>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5EC91D3-EE09-ADF4-62EA-7128C9EA83F7}"/>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?×0+?×0+?×0+?×2+?×1+?×0</m:t>
                      </m:r>
                    </m:oMath>
                  </m:oMathPara>
                </a14:m>
                <a:endParaRPr lang="en-US" dirty="0"/>
              </a:p>
            </p:txBody>
          </p:sp>
        </mc:Choice>
        <mc:Fallback xmlns="">
          <p:sp>
            <p:nvSpPr>
              <p:cNvPr id="19" name="TextBox 18">
                <a:extLst>
                  <a:ext uri="{FF2B5EF4-FFF2-40B4-BE49-F238E27FC236}">
                    <a16:creationId xmlns:a16="http://schemas.microsoft.com/office/drawing/2014/main" id="{25EC91D3-EE09-ADF4-62EA-7128C9EA83F7}"/>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pic>
        <p:nvPicPr>
          <p:cNvPr id="20" name="Camera 19">
            <a:extLst>
              <a:ext uri="{FF2B5EF4-FFF2-40B4-BE49-F238E27FC236}">
                <a16:creationId xmlns:a16="http://schemas.microsoft.com/office/drawing/2014/main" id="{1451D269-5F94-C234-5D4C-06AFB8584132}"/>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9495123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732B6-80A1-E0D2-616F-0D12A0A4C6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EAB6154-58E4-C11E-39C0-87759CC5544F}"/>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0308A2D3-3644-964F-98E2-80986168D969}"/>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6FF0E6DF-DA5D-414C-2642-BCC5E9B794D1}"/>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0C136004-62FD-AE33-C8F4-CA13E8A40F94}"/>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97B3778D-39C1-13D2-DE2F-E388158933E6}"/>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920A5A59-966A-AD9A-C1FB-53C1539F7D03}"/>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0BD4CF1-BB5E-E90B-F673-DA5F90161C42}"/>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10BD4CF1-BB5E-E90B-F673-DA5F90161C42}"/>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C6B11533-B1F7-9B65-66C2-A80B722F966F}"/>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A14201-2F43-E004-0DBE-DDF83077D461}"/>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82A14201-2F43-E004-0DBE-DDF83077D461}"/>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D9C2FF1E-E661-BDCC-9671-D24B18F0D33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D9C2FF1E-E661-BDCC-9671-D24B18F0D33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E22588B-18B2-C66B-DC71-D9D937142B2A}"/>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AE22588B-18B2-C66B-DC71-D9D937142B2A}"/>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968D174-13F4-8C7B-0DFF-8767C655899B}"/>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1968D174-13F4-8C7B-0DFF-8767C655899B}"/>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8D3C89D-49DB-8557-470F-B0A72C030B70}"/>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A8D3C89D-49DB-8557-470F-B0A72C030B70}"/>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9EBC206-EF16-8E14-BBE3-16AD8DDF74CD}"/>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09EBC206-EF16-8E14-BBE3-16AD8DDF74CD}"/>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CBB82E3-E5A0-6EDA-FEDD-459BEBF779CB}"/>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8CBB82E3-E5A0-6EDA-FEDD-459BEBF779CB}"/>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ED2D3AB-3390-7210-495F-783FBCB5EE65}"/>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AED2D3AB-3390-7210-495F-783FBCB5EE65}"/>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56F15B6-236D-866A-346A-1A32E6E8A155}"/>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856F15B6-236D-866A-346A-1A32E6E8A155}"/>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D7A576C-2C32-22C7-A9A3-8775F240C2A4}"/>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?×0+?×0+?×0+?×2+?×1+?×0</m:t>
                      </m:r>
                    </m:oMath>
                  </m:oMathPara>
                </a14:m>
                <a:endParaRPr lang="en-US" dirty="0"/>
              </a:p>
            </p:txBody>
          </p:sp>
        </mc:Choice>
        <mc:Fallback xmlns="">
          <p:sp>
            <p:nvSpPr>
              <p:cNvPr id="19" name="TextBox 18">
                <a:extLst>
                  <a:ext uri="{FF2B5EF4-FFF2-40B4-BE49-F238E27FC236}">
                    <a16:creationId xmlns:a16="http://schemas.microsoft.com/office/drawing/2014/main" id="{6D7A576C-2C32-22C7-A9A3-8775F240C2A4}"/>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00F19DEA-5F43-1BC9-134D-33B516C48860}"/>
              </a:ext>
            </a:extLst>
          </p:cNvPr>
          <p:cNvSpPr/>
          <p:nvPr/>
        </p:nvSpPr>
        <p:spPr>
          <a:xfrm>
            <a:off x="4303150" y="2654909"/>
            <a:ext cx="546755"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71A85D3-BEED-B475-6E25-569908E0B9DC}"/>
              </a:ext>
            </a:extLst>
          </p:cNvPr>
          <p:cNvSpPr/>
          <p:nvPr/>
        </p:nvSpPr>
        <p:spPr>
          <a:xfrm>
            <a:off x="4335567" y="4570354"/>
            <a:ext cx="7408198"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Camera 21">
            <a:extLst>
              <a:ext uri="{FF2B5EF4-FFF2-40B4-BE49-F238E27FC236}">
                <a16:creationId xmlns:a16="http://schemas.microsoft.com/office/drawing/2014/main" id="{D71BB6CC-DCE9-8E58-DFE1-9FD2EBF57FEF}"/>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07483578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C2CED-8979-7E49-6459-1D32756CF6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0C1F40-25BB-619D-8C0E-A0F22694E4E3}"/>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F1B77E54-1577-E2DE-6F84-69BB2BD6C945}"/>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F8CD5950-E0A0-EDA3-6733-550FABA512EB}"/>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C85F04ED-3284-76C3-C4B8-5DFE9D02BAB3}"/>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98439879-4E2D-72B5-3AAC-3B730E396863}"/>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8448BD6B-45E1-653E-E598-68B97B0AA86F}"/>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5A4489E-3E1E-2DFC-BD6F-973F9ED6DC8A}"/>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15A4489E-3E1E-2DFC-BD6F-973F9ED6DC8A}"/>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1EE6C15C-6A98-3A3B-9689-2054D442A920}"/>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34BA4B0-7B2B-CE2C-133B-4FE7C31016FD}"/>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A34BA4B0-7B2B-CE2C-133B-4FE7C31016FD}"/>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A7409E92-A1E8-1517-79E4-FA94C2EA44C7}"/>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A7409E92-A1E8-1517-79E4-FA94C2EA44C7}"/>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CA1492E-9C63-0066-E251-67FA03F8488E}"/>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4CA1492E-9C63-0066-E251-67FA03F8488E}"/>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895DC35-7AC7-4D09-BB48-FFD7491E3C0E}"/>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5895DC35-7AC7-4D09-BB48-FFD7491E3C0E}"/>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908E463-3187-AA16-0242-12BFC92A5997}"/>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9908E463-3187-AA16-0242-12BFC92A5997}"/>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E2236DD-028F-F15C-C430-B43F83035498}"/>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1E2236DD-028F-F15C-C430-B43F83035498}"/>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746AAA2-7E4F-B35E-F122-E39C10937DE5}"/>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9746AAA2-7E4F-B35E-F122-E39C10937DE5}"/>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CEF1A03-3C72-DD99-8604-26749779FD5D}"/>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BCEF1A03-3C72-DD99-8604-26749779FD5D}"/>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171DB52-33E9-8DF4-E63F-B22FB27B4372}"/>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3171DB52-33E9-8DF4-E63F-B22FB27B4372}"/>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988DEA7-CBD6-2F77-0A0E-CFA4F29CF9B5}"/>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?×0+?×0+?×0+?×2+?×1+?×0</m:t>
                      </m:r>
                    </m:oMath>
                  </m:oMathPara>
                </a14:m>
                <a:endParaRPr lang="en-US" dirty="0"/>
              </a:p>
            </p:txBody>
          </p:sp>
        </mc:Choice>
        <mc:Fallback xmlns="">
          <p:sp>
            <p:nvSpPr>
              <p:cNvPr id="19" name="TextBox 18">
                <a:extLst>
                  <a:ext uri="{FF2B5EF4-FFF2-40B4-BE49-F238E27FC236}">
                    <a16:creationId xmlns:a16="http://schemas.microsoft.com/office/drawing/2014/main" id="{0988DEA7-CBD6-2F77-0A0E-CFA4F29CF9B5}"/>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9F5AEDF2-E8E7-3120-7014-94E602016CE9}"/>
              </a:ext>
            </a:extLst>
          </p:cNvPr>
          <p:cNvSpPr/>
          <p:nvPr/>
        </p:nvSpPr>
        <p:spPr>
          <a:xfrm>
            <a:off x="4887611" y="2654514"/>
            <a:ext cx="546755"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3C9787D-9AB2-802B-2182-A617393414CA}"/>
              </a:ext>
            </a:extLst>
          </p:cNvPr>
          <p:cNvSpPr/>
          <p:nvPr/>
        </p:nvSpPr>
        <p:spPr>
          <a:xfrm>
            <a:off x="4335567" y="4947184"/>
            <a:ext cx="7408198"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Camera 21">
            <a:extLst>
              <a:ext uri="{FF2B5EF4-FFF2-40B4-BE49-F238E27FC236}">
                <a16:creationId xmlns:a16="http://schemas.microsoft.com/office/drawing/2014/main" id="{D5C39BDE-DFFD-AB1E-D23F-F665205AC19B}"/>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81444036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770C8-5F57-E5C0-40FC-DED01D1CE1F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8C1F30-64AA-0C22-0F03-334C931564BC}"/>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C07C9C0A-4616-148A-C9C2-9727363D7735}"/>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C6D71501-52F3-A601-FE53-475AFCC95789}"/>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E28AFD20-380D-F686-04A6-91B2DAFB5917}"/>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EC571F84-F804-6A26-519E-41A4ED810B05}"/>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78638A1D-D181-DB0E-851F-5214A7E42BCF}"/>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C671297-0590-C87F-8745-CB8372BF3D69}"/>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8C671297-0590-C87F-8745-CB8372BF3D69}"/>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415E9F6D-FEA9-C609-A175-D6CAFE871C38}"/>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95240DE-C633-B7D7-3610-3C27009586DB}"/>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995240DE-C633-B7D7-3610-3C27009586DB}"/>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A960F1E1-F0AF-831B-EEBD-3F343D760099}"/>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A960F1E1-F0AF-831B-EEBD-3F343D760099}"/>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541F2DC-9640-F61B-BCC4-76F7A1B27B42}"/>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6541F2DC-9640-F61B-BCC4-76F7A1B27B42}"/>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4837A4F-EE65-4135-A657-195D51C9EC13}"/>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44837A4F-EE65-4135-A657-195D51C9EC13}"/>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1E7C9CD-79B4-69BC-055C-FC30317054E7}"/>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01E7C9CD-79B4-69BC-055C-FC30317054E7}"/>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EED8EBA-F4A8-B8E5-15B1-793199B3FF5C}"/>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DEED8EBA-F4A8-B8E5-15B1-793199B3FF5C}"/>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7E706E5-C8D0-0777-93A9-7A4394548C7A}"/>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D7E706E5-C8D0-0777-93A9-7A4394548C7A}"/>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5D5AECD-E14E-7519-3867-439AF0FD41A1}"/>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05D5AECD-E14E-7519-3867-439AF0FD41A1}"/>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02C4114-619B-A9AB-AC07-B2084B1E522A}"/>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502C4114-619B-A9AB-AC07-B2084B1E522A}"/>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7EAE377-CA45-1562-5543-F2D52081DEE5}"/>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?×0+?×0+?×0+?×2+?×1+?×0</m:t>
                      </m:r>
                    </m:oMath>
                  </m:oMathPara>
                </a14:m>
                <a:endParaRPr lang="en-US" dirty="0"/>
              </a:p>
            </p:txBody>
          </p:sp>
        </mc:Choice>
        <mc:Fallback xmlns="">
          <p:sp>
            <p:nvSpPr>
              <p:cNvPr id="19" name="TextBox 18">
                <a:extLst>
                  <a:ext uri="{FF2B5EF4-FFF2-40B4-BE49-F238E27FC236}">
                    <a16:creationId xmlns:a16="http://schemas.microsoft.com/office/drawing/2014/main" id="{37EAE377-CA45-1562-5543-F2D52081DEE5}"/>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487CEFA2-9133-0FA3-D4C7-01A622019275}"/>
              </a:ext>
            </a:extLst>
          </p:cNvPr>
          <p:cNvSpPr/>
          <p:nvPr/>
        </p:nvSpPr>
        <p:spPr>
          <a:xfrm>
            <a:off x="5549243" y="2654514"/>
            <a:ext cx="546755"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392A8D2-B2A3-B722-1991-19BF20B07D37}"/>
              </a:ext>
            </a:extLst>
          </p:cNvPr>
          <p:cNvSpPr/>
          <p:nvPr/>
        </p:nvSpPr>
        <p:spPr>
          <a:xfrm>
            <a:off x="4335567" y="5314444"/>
            <a:ext cx="7408198"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Camera 21">
            <a:extLst>
              <a:ext uri="{FF2B5EF4-FFF2-40B4-BE49-F238E27FC236}">
                <a16:creationId xmlns:a16="http://schemas.microsoft.com/office/drawing/2014/main" id="{E6C5BF05-F999-866A-4624-12859DE01099}"/>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11465951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CAD80-E8F8-966C-C701-42AE8C0290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5B75A8-C800-37A2-AF70-CB197382812F}"/>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0DDF8018-B342-D3A2-CEB3-A1C1C309ACAB}"/>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BAF04DCF-5060-0BDF-D7FA-E08723502E46}"/>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92EEB1E7-93E4-5DD4-A72F-B4A816C1D8A1}"/>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454AFF5E-EBD2-F69A-E529-8B02262D5A89}"/>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B68A46AA-345E-C657-A64B-4246640E7567}"/>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25D9B69-02E0-D82F-5159-89E8D190662B}"/>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225D9B69-02E0-D82F-5159-89E8D190662B}"/>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AC1BD9C9-7459-F866-B204-ECE17FC0BCC4}"/>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B8A1BF-4389-AF44-C671-F4ECF60E4DD4}"/>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32B8A1BF-4389-AF44-C671-F4ECF60E4DD4}"/>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21336698-AF3D-1F9D-3AA6-E8587415B530}"/>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21336698-AF3D-1F9D-3AA6-E8587415B530}"/>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43A543F-8054-F3F0-1645-588EC7A22495}"/>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643A543F-8054-F3F0-1645-588EC7A22495}"/>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3D35F60-2B04-1645-F683-A5FB9514DA0F}"/>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C3D35F60-2B04-1645-F683-A5FB9514DA0F}"/>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525791F-EEEA-AB44-B400-793F1F56ECB0}"/>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A525791F-EEEA-AB44-B400-793F1F56ECB0}"/>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0EDFFE1-11D2-D41A-BCCA-F06A978C11CF}"/>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60EDFFE1-11D2-D41A-BCCA-F06A978C11CF}"/>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93D067E-716F-E67A-8812-371D51368091}"/>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793D067E-716F-E67A-8812-371D51368091}"/>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D675BD6-B741-3273-7058-25032519796C}"/>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ED675BD6-B741-3273-7058-25032519796C}"/>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FCA54E4-9F0F-9904-66A4-9957ACDFAD3D}"/>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EFCA54E4-9F0F-9904-66A4-9957ACDFAD3D}"/>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B2EA9FD-D40F-89EC-B5BA-8EEDD99B3D9D}"/>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?×0+?×0+?×0+?×2+?×1+?×0</m:t>
                      </m:r>
                    </m:oMath>
                  </m:oMathPara>
                </a14:m>
                <a:endParaRPr lang="en-US" dirty="0"/>
              </a:p>
            </p:txBody>
          </p:sp>
        </mc:Choice>
        <mc:Fallback xmlns="">
          <p:sp>
            <p:nvSpPr>
              <p:cNvPr id="19" name="TextBox 18">
                <a:extLst>
                  <a:ext uri="{FF2B5EF4-FFF2-40B4-BE49-F238E27FC236}">
                    <a16:creationId xmlns:a16="http://schemas.microsoft.com/office/drawing/2014/main" id="{2B2EA9FD-D40F-89EC-B5BA-8EEDD99B3D9D}"/>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365551AF-8CB6-DDE0-D88C-07E63556B0D5}"/>
              </a:ext>
            </a:extLst>
          </p:cNvPr>
          <p:cNvSpPr/>
          <p:nvPr/>
        </p:nvSpPr>
        <p:spPr>
          <a:xfrm>
            <a:off x="6109492" y="2659435"/>
            <a:ext cx="546755"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C3115CB-CD5A-0762-97C0-081A35B717C4}"/>
              </a:ext>
            </a:extLst>
          </p:cNvPr>
          <p:cNvSpPr/>
          <p:nvPr/>
        </p:nvSpPr>
        <p:spPr>
          <a:xfrm>
            <a:off x="4335567" y="5710468"/>
            <a:ext cx="7408198"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Camera 21">
            <a:extLst>
              <a:ext uri="{FF2B5EF4-FFF2-40B4-BE49-F238E27FC236}">
                <a16:creationId xmlns:a16="http://schemas.microsoft.com/office/drawing/2014/main" id="{22E1407C-DCF9-6EFB-7F36-D088A0D269A5}"/>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9538554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E9222-3368-BF2C-8267-CFAFB5C5C8F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E3B73B-BC14-8EE6-DE73-325FB7FECC72}"/>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253F1DA2-92B6-8056-37E1-C19EE20538A1}"/>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5A5C31B1-CE63-9C81-61D1-8F97657B7E0D}"/>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571F177D-BAEE-61F9-9077-367549E8909D}"/>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2510B97D-990F-1EAB-7F39-57CBC40192FC}"/>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F4029972-E2B2-DB35-D76B-F517A4E3DDFF}"/>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449528A-D4D1-39F8-6C40-3C0BB572A5AA}"/>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E449528A-D4D1-39F8-6C40-3C0BB572A5AA}"/>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C8F7D89C-16BE-CF01-65D2-A96A7E36C0E6}"/>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54A69D7-C671-1E7D-8F02-1EEB380A4756}"/>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854A69D7-C671-1E7D-8F02-1EEB380A4756}"/>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0309E05C-EA79-8473-72B2-218FF1F029F1}"/>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0309E05C-EA79-8473-72B2-218FF1F029F1}"/>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5C5D683-71DC-5E34-5EBB-757181B6A9C1}"/>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D5C5D683-71DC-5E34-5EBB-757181B6A9C1}"/>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4278AB0-5F1A-0C7E-1C5F-1CFEB27BF41B}"/>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34278AB0-5F1A-0C7E-1C5F-1CFEB27BF41B}"/>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EB6B31F-BB42-D80D-9C2D-66C3A19E2043}"/>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8EB6B31F-BB42-D80D-9C2D-66C3A19E2043}"/>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896737A-784E-7237-FB1A-0CAA4738711E}"/>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6896737A-784E-7237-FB1A-0CAA4738711E}"/>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52AB9D4-B2DB-5289-5EC2-6D2A125E35F5}"/>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352AB9D4-B2DB-5289-5EC2-6D2A125E35F5}"/>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C01D813-10EF-AB43-5BDF-2EAA81C0D816}"/>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8C01D813-10EF-AB43-5BDF-2EAA81C0D816}"/>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29BD89A-AC27-1D9B-D0F0-7010882DBEE6}"/>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329BD89A-AC27-1D9B-D0F0-7010882DBEE6}"/>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E78728A-46E3-2676-88CE-9988358CFB67}"/>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?×0+?×0+?×0+?×2+?×1+?×0</m:t>
                      </m:r>
                    </m:oMath>
                  </m:oMathPara>
                </a14:m>
                <a:endParaRPr lang="en-US" dirty="0"/>
              </a:p>
            </p:txBody>
          </p:sp>
        </mc:Choice>
        <mc:Fallback xmlns="">
          <p:sp>
            <p:nvSpPr>
              <p:cNvPr id="19" name="TextBox 18">
                <a:extLst>
                  <a:ext uri="{FF2B5EF4-FFF2-40B4-BE49-F238E27FC236}">
                    <a16:creationId xmlns:a16="http://schemas.microsoft.com/office/drawing/2014/main" id="{7E78728A-46E3-2676-88CE-9988358CFB67}"/>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20EFB969-7B04-0F82-45FB-1476F597E376}"/>
              </a:ext>
            </a:extLst>
          </p:cNvPr>
          <p:cNvSpPr/>
          <p:nvPr/>
        </p:nvSpPr>
        <p:spPr>
          <a:xfrm>
            <a:off x="6759203" y="2666436"/>
            <a:ext cx="546755"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C28DB19-080D-F03E-1459-37108F51D4BD}"/>
              </a:ext>
            </a:extLst>
          </p:cNvPr>
          <p:cNvSpPr/>
          <p:nvPr/>
        </p:nvSpPr>
        <p:spPr>
          <a:xfrm>
            <a:off x="4365811" y="6040192"/>
            <a:ext cx="7408198"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Camera 21">
            <a:extLst>
              <a:ext uri="{FF2B5EF4-FFF2-40B4-BE49-F238E27FC236}">
                <a16:creationId xmlns:a16="http://schemas.microsoft.com/office/drawing/2014/main" id="{D29FCBB6-7526-D13C-191D-9AFEACA27EF0}"/>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46864235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0D798-478B-9A4F-B9F2-8532500DE15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04B467-9740-3864-267C-B16F4F6EBA83}"/>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BD30CD5C-8A9A-249C-CA5A-C8193D012B18}"/>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6B28F7D6-6D41-6264-57E2-A5373FADBFA7}"/>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F076C6B5-44DA-41B0-4FF4-B42B28B55D72}"/>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15DF2DA5-8DF5-E277-873B-A15B0B02CC92}"/>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05E3A6D7-99B4-1F62-4F30-C028A24BCBD8}"/>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9DA7A5-55FC-4E9C-A57C-1272B519D6ED}"/>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019DA7A5-55FC-4E9C-A57C-1272B519D6ED}"/>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B0DD2E35-D0D9-6FDD-2A93-4215D12BFB45}"/>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148289D-A8CF-41DD-22F2-F26AAD336256}"/>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F148289D-A8CF-41DD-22F2-F26AAD336256}"/>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0A9AFA5B-F473-E51F-6959-CB23AE8537B1}"/>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0A9AFA5B-F473-E51F-6959-CB23AE8537B1}"/>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E26B8FA-CA5B-0A52-9B95-942545E16A0A}"/>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8E26B8FA-CA5B-0A52-9B95-942545E16A0A}"/>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396476C-7B3D-65CE-6D39-343AC724B558}"/>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A396476C-7B3D-65CE-6D39-343AC724B558}"/>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6B3EC6A-792D-E9FE-C15D-77DD0B6B6C9B}"/>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16B3EC6A-792D-E9FE-C15D-77DD0B6B6C9B}"/>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AD36FF4-88AC-4D54-1C41-1D340DC609AC}"/>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1AD36FF4-88AC-4D54-1C41-1D340DC609AC}"/>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A7FC58F-EFEA-C83B-EF67-CFB3BBA1C554}"/>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2A7FC58F-EFEA-C83B-EF67-CFB3BBA1C554}"/>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E54AA2A-E739-4E8E-339C-01EB4218136A}"/>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AE54AA2A-E739-4E8E-339C-01EB4218136A}"/>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AFDE1D6-45E9-2C37-25BF-1B9D8C8BB79E}"/>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CAFDE1D6-45E9-2C37-25BF-1B9D8C8BB79E}"/>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3D93D7C-F771-9A34-3009-E0C5D2A2A571}"/>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?×0+?×0+?×0+?×2+?×1+?×0</m:t>
                      </m:r>
                    </m:oMath>
                  </m:oMathPara>
                </a14:m>
                <a:endParaRPr lang="en-US" dirty="0"/>
              </a:p>
            </p:txBody>
          </p:sp>
        </mc:Choice>
        <mc:Fallback xmlns="">
          <p:sp>
            <p:nvSpPr>
              <p:cNvPr id="19" name="TextBox 18">
                <a:extLst>
                  <a:ext uri="{FF2B5EF4-FFF2-40B4-BE49-F238E27FC236}">
                    <a16:creationId xmlns:a16="http://schemas.microsoft.com/office/drawing/2014/main" id="{63D93D7C-F771-9A34-3009-E0C5D2A2A571}"/>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55F099E3-1B3A-7344-7639-DA96B5CF6EF6}"/>
              </a:ext>
            </a:extLst>
          </p:cNvPr>
          <p:cNvSpPr/>
          <p:nvPr/>
        </p:nvSpPr>
        <p:spPr>
          <a:xfrm>
            <a:off x="7369034" y="2661905"/>
            <a:ext cx="546755"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DC6C033-74BF-8F99-F01E-14BF2BF72CBC}"/>
              </a:ext>
            </a:extLst>
          </p:cNvPr>
          <p:cNvSpPr/>
          <p:nvPr/>
        </p:nvSpPr>
        <p:spPr>
          <a:xfrm>
            <a:off x="4365811" y="6427702"/>
            <a:ext cx="7408198" cy="3693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Camera 21">
            <a:extLst>
              <a:ext uri="{FF2B5EF4-FFF2-40B4-BE49-F238E27FC236}">
                <a16:creationId xmlns:a16="http://schemas.microsoft.com/office/drawing/2014/main" id="{5904B578-1F8D-BDBB-4E06-E04E23320A70}"/>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227798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8C49-2D2E-B9C9-C382-AE3E9A3F94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4A06C5-9CE7-B8C8-33B1-FEDFFA93653B}"/>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19740D71-79F1-E238-99E2-7F2FC34F776F}"/>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3469D52D-8601-1D28-035A-DF02DF77264D}"/>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4059C0E7-DCCE-E927-7CEA-61536567A2BE}"/>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1ECCB43F-222B-C1C2-746F-8D892163C9F7}"/>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1E32E644-825C-CF3F-FE27-8CF8B3587973}"/>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B3A6BCE-C112-A277-9726-403CDEB44D86}"/>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9B3A6BCE-C112-A277-9726-403CDEB44D86}"/>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1F44D620-3F50-8D6A-C637-2CBDF8BA0B15}"/>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EDFFAF-1FE0-EA5D-6126-AC025009E420}"/>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32EDFFAF-1FE0-EA5D-6126-AC025009E420}"/>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5EA44B2C-E12A-4CDD-17C3-CFCD5DB81A0E}"/>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5EA44B2C-E12A-4CDD-17C3-CFCD5DB81A0E}"/>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2FD8CF1-5223-9E32-A63C-456D4267DEAB}"/>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82FD8CF1-5223-9E32-A63C-456D4267DEAB}"/>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EBE2DFE-AF45-02C1-A82F-1FD04421FD30}"/>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4EBE2DFE-AF45-02C1-A82F-1FD04421FD30}"/>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B6576B8-6E04-B9A6-1939-0E2643B55062}"/>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7B6576B8-6E04-B9A6-1939-0E2643B55062}"/>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E49BA71-4DAF-1E7D-6501-B925E373C2B8}"/>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EE49BA71-4DAF-1E7D-6501-B925E373C2B8}"/>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456C17A-D9D9-CC3A-76B4-074F9FE53014}"/>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A456C17A-D9D9-CC3A-76B4-074F9FE53014}"/>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8FE75E7-7E42-3A06-D92B-65C6AA40517D}"/>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A8FE75E7-7E42-3A06-D92B-65C6AA40517D}"/>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86105C3-15E2-251B-6FBF-48ACF0FE3378}"/>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986105C3-15E2-251B-6FBF-48ACF0FE3378}"/>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C423A4F-F50A-191E-DFC8-7344B3E729FC}"/>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?×0+?×0+?×0+?×2+?×1+?×0</m:t>
                      </m:r>
                    </m:oMath>
                  </m:oMathPara>
                </a14:m>
                <a:endParaRPr lang="en-US" dirty="0"/>
              </a:p>
            </p:txBody>
          </p:sp>
        </mc:Choice>
        <mc:Fallback xmlns="">
          <p:sp>
            <p:nvSpPr>
              <p:cNvPr id="19" name="TextBox 18">
                <a:extLst>
                  <a:ext uri="{FF2B5EF4-FFF2-40B4-BE49-F238E27FC236}">
                    <a16:creationId xmlns:a16="http://schemas.microsoft.com/office/drawing/2014/main" id="{EC423A4F-F50A-191E-DFC8-7344B3E729FC}"/>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pic>
        <p:nvPicPr>
          <p:cNvPr id="20" name="Camera 19">
            <a:extLst>
              <a:ext uri="{FF2B5EF4-FFF2-40B4-BE49-F238E27FC236}">
                <a16:creationId xmlns:a16="http://schemas.microsoft.com/office/drawing/2014/main" id="{B585D2E3-FED5-A2AD-7205-293E03BE13A0}"/>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5156649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35FAF-BBD2-F98A-6BFB-876FF79BA75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01DAA1-9E20-76D1-121B-A9BCB7F32F57}"/>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A5C7A004-4BA1-4704-D0FB-6304FDD3D7D9}"/>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50BD03C8-1089-B3B6-6D53-8892790531FE}"/>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E52F24D8-4707-164A-4726-E9762D456D34}"/>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E05E356E-BFB3-D020-AE87-242FD2237FCF}"/>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AA083558-550F-9F4E-1131-93A42F7E0606}"/>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F7FA46C-2A89-0CF0-5244-6C4014223063}"/>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0F7FA46C-2A89-0CF0-5244-6C4014223063}"/>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85C43388-51E5-1075-4384-C0EA6F609383}"/>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B9A5DE2-3621-2259-205A-CBB24EBACC97}"/>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AB9A5DE2-3621-2259-205A-CBB24EBACC97}"/>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8599C4C3-9677-F1E5-8406-297EF897FCE2}"/>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8599C4C3-9677-F1E5-8406-297EF897FCE2}"/>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54CFEDB-C35E-0878-AA54-4DCE4168E79B}"/>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354CFEDB-C35E-0878-AA54-4DCE4168E79B}"/>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2B8A468-9A37-5B50-0CCD-6A7B3E9D5A6A}"/>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82B8A468-9A37-5B50-0CCD-6A7B3E9D5A6A}"/>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E776A82-FB47-AA6C-D064-9989EE467B73}"/>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EE776A82-FB47-AA6C-D064-9989EE467B73}"/>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DF8153F-B19F-3EF6-82A1-ECCA24E6A758}"/>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9DF8153F-B19F-3EF6-82A1-ECCA24E6A758}"/>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F1AEC29-A718-7F99-7724-C94E27FF17D3}"/>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EF1AEC29-A718-7F99-7724-C94E27FF17D3}"/>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2AC7928-93BB-B712-7D9D-8EC76ACADB3D}"/>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82AC7928-93BB-B712-7D9D-8EC76ACADB3D}"/>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17B2CA1-9737-32BF-5564-E5F075F68145}"/>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617B2CA1-9737-32BF-5564-E5F075F68145}"/>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DF9BAA9-14C5-A857-587E-D5727F845464}"/>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?×0+?×0+?×0+?×2+?×1+?×0</m:t>
                      </m:r>
                    </m:oMath>
                  </m:oMathPara>
                </a14:m>
                <a:endParaRPr lang="en-US" dirty="0"/>
              </a:p>
            </p:txBody>
          </p:sp>
        </mc:Choice>
        <mc:Fallback xmlns="">
          <p:sp>
            <p:nvSpPr>
              <p:cNvPr id="19" name="TextBox 18">
                <a:extLst>
                  <a:ext uri="{FF2B5EF4-FFF2-40B4-BE49-F238E27FC236}">
                    <a16:creationId xmlns:a16="http://schemas.microsoft.com/office/drawing/2014/main" id="{BDF9BAA9-14C5-A857-587E-D5727F845464}"/>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B051043D-8C8E-6FFB-7894-39BD9CE0DE0B}"/>
              </a:ext>
            </a:extLst>
          </p:cNvPr>
          <p:cNvGrpSpPr/>
          <p:nvPr/>
        </p:nvGrpSpPr>
        <p:grpSpPr>
          <a:xfrm>
            <a:off x="4186700" y="2734958"/>
            <a:ext cx="716437" cy="242821"/>
            <a:chOff x="9379670" y="2253006"/>
            <a:chExt cx="716437" cy="242821"/>
          </a:xfrm>
        </p:grpSpPr>
        <p:cxnSp>
          <p:nvCxnSpPr>
            <p:cNvPr id="33" name="Straight Connector 32">
              <a:extLst>
                <a:ext uri="{FF2B5EF4-FFF2-40B4-BE49-F238E27FC236}">
                  <a16:creationId xmlns:a16="http://schemas.microsoft.com/office/drawing/2014/main" id="{876765CF-FBBB-F896-8013-BB3D53CC5710}"/>
                </a:ext>
              </a:extLst>
            </p:cNvPr>
            <p:cNvCxnSpPr/>
            <p:nvPr/>
          </p:nvCxnSpPr>
          <p:spPr>
            <a:xfrm>
              <a:off x="9379670" y="2253006"/>
              <a:ext cx="716437" cy="23080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7843F77-2B10-7B14-E510-A8739108C6FA}"/>
                </a:ext>
              </a:extLst>
            </p:cNvPr>
            <p:cNvCxnSpPr>
              <a:cxnSpLocks/>
            </p:cNvCxnSpPr>
            <p:nvPr/>
          </p:nvCxnSpPr>
          <p:spPr>
            <a:xfrm flipH="1">
              <a:off x="9379670" y="2265026"/>
              <a:ext cx="631596" cy="230801"/>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97BB922B-50DB-1A17-043A-676D20DE6134}"/>
              </a:ext>
            </a:extLst>
          </p:cNvPr>
          <p:cNvGrpSpPr/>
          <p:nvPr/>
        </p:nvGrpSpPr>
        <p:grpSpPr>
          <a:xfrm>
            <a:off x="4802770" y="2756533"/>
            <a:ext cx="716437" cy="242821"/>
            <a:chOff x="9379670" y="2253006"/>
            <a:chExt cx="716437" cy="242821"/>
          </a:xfrm>
        </p:grpSpPr>
        <p:cxnSp>
          <p:nvCxnSpPr>
            <p:cNvPr id="36" name="Straight Connector 35">
              <a:extLst>
                <a:ext uri="{FF2B5EF4-FFF2-40B4-BE49-F238E27FC236}">
                  <a16:creationId xmlns:a16="http://schemas.microsoft.com/office/drawing/2014/main" id="{46AD8968-700A-0131-488B-56AC386970A0}"/>
                </a:ext>
              </a:extLst>
            </p:cNvPr>
            <p:cNvCxnSpPr/>
            <p:nvPr/>
          </p:nvCxnSpPr>
          <p:spPr>
            <a:xfrm>
              <a:off x="9379670" y="2253006"/>
              <a:ext cx="716437" cy="23080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340CEBC-DCDF-CA99-49A8-E518ABA5F515}"/>
                </a:ext>
              </a:extLst>
            </p:cNvPr>
            <p:cNvCxnSpPr>
              <a:cxnSpLocks/>
            </p:cNvCxnSpPr>
            <p:nvPr/>
          </p:nvCxnSpPr>
          <p:spPr>
            <a:xfrm flipH="1">
              <a:off x="9379670" y="2265026"/>
              <a:ext cx="631596" cy="230801"/>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FACD880C-9E22-E57E-B974-9B7E4ECD31EE}"/>
              </a:ext>
            </a:extLst>
          </p:cNvPr>
          <p:cNvGrpSpPr/>
          <p:nvPr/>
        </p:nvGrpSpPr>
        <p:grpSpPr>
          <a:xfrm>
            <a:off x="5403936" y="2721431"/>
            <a:ext cx="716437" cy="242821"/>
            <a:chOff x="9379670" y="2253006"/>
            <a:chExt cx="716437" cy="242821"/>
          </a:xfrm>
        </p:grpSpPr>
        <p:cxnSp>
          <p:nvCxnSpPr>
            <p:cNvPr id="39" name="Straight Connector 38">
              <a:extLst>
                <a:ext uri="{FF2B5EF4-FFF2-40B4-BE49-F238E27FC236}">
                  <a16:creationId xmlns:a16="http://schemas.microsoft.com/office/drawing/2014/main" id="{D9F2B08F-C9F1-6D51-6DDC-3E1FEF33CFFB}"/>
                </a:ext>
              </a:extLst>
            </p:cNvPr>
            <p:cNvCxnSpPr/>
            <p:nvPr/>
          </p:nvCxnSpPr>
          <p:spPr>
            <a:xfrm>
              <a:off x="9379670" y="2253006"/>
              <a:ext cx="716437" cy="23080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994E1DD-AF40-170B-B8D1-C90EA4CE464D}"/>
                </a:ext>
              </a:extLst>
            </p:cNvPr>
            <p:cNvCxnSpPr>
              <a:cxnSpLocks/>
            </p:cNvCxnSpPr>
            <p:nvPr/>
          </p:nvCxnSpPr>
          <p:spPr>
            <a:xfrm flipH="1">
              <a:off x="9379670" y="2265026"/>
              <a:ext cx="631596" cy="230801"/>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98B4FDBF-0B63-A9D3-75C5-25D9ED338DF7}"/>
              </a:ext>
            </a:extLst>
          </p:cNvPr>
          <p:cNvGrpSpPr/>
          <p:nvPr/>
        </p:nvGrpSpPr>
        <p:grpSpPr>
          <a:xfrm>
            <a:off x="7284193" y="2751839"/>
            <a:ext cx="716437" cy="242821"/>
            <a:chOff x="9379670" y="2253006"/>
            <a:chExt cx="716437" cy="242821"/>
          </a:xfrm>
        </p:grpSpPr>
        <p:cxnSp>
          <p:nvCxnSpPr>
            <p:cNvPr id="42" name="Straight Connector 41">
              <a:extLst>
                <a:ext uri="{FF2B5EF4-FFF2-40B4-BE49-F238E27FC236}">
                  <a16:creationId xmlns:a16="http://schemas.microsoft.com/office/drawing/2014/main" id="{29B7A07D-ECF3-2AE0-2C97-B31C9033EA46}"/>
                </a:ext>
              </a:extLst>
            </p:cNvPr>
            <p:cNvCxnSpPr/>
            <p:nvPr/>
          </p:nvCxnSpPr>
          <p:spPr>
            <a:xfrm>
              <a:off x="9379670" y="2253006"/>
              <a:ext cx="716437" cy="23080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C01713C-4554-7647-F35F-EA59E3652F19}"/>
                </a:ext>
              </a:extLst>
            </p:cNvPr>
            <p:cNvCxnSpPr>
              <a:cxnSpLocks/>
            </p:cNvCxnSpPr>
            <p:nvPr/>
          </p:nvCxnSpPr>
          <p:spPr>
            <a:xfrm flipH="1">
              <a:off x="9379670" y="2265026"/>
              <a:ext cx="631596" cy="230801"/>
            </a:xfrm>
            <a:prstGeom prst="line">
              <a:avLst/>
            </a:prstGeom>
            <a:ln w="28575"/>
          </p:spPr>
          <p:style>
            <a:lnRef idx="1">
              <a:schemeClr val="accent1"/>
            </a:lnRef>
            <a:fillRef idx="0">
              <a:schemeClr val="accent1"/>
            </a:fillRef>
            <a:effectRef idx="0">
              <a:schemeClr val="accent1"/>
            </a:effectRef>
            <a:fontRef idx="minor">
              <a:schemeClr val="tx1"/>
            </a:fontRef>
          </p:style>
        </p:cxnSp>
      </p:grpSp>
      <p:pic>
        <p:nvPicPr>
          <p:cNvPr id="20" name="Camera 19">
            <a:extLst>
              <a:ext uri="{FF2B5EF4-FFF2-40B4-BE49-F238E27FC236}">
                <a16:creationId xmlns:a16="http://schemas.microsoft.com/office/drawing/2014/main" id="{6A830E89-5C64-0308-DB41-D9D03BE1BBD9}"/>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402061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0252-4238-E855-5F7A-B5CF425817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C1AB1E-28A8-B004-A710-B685686C87DB}"/>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39FBB30A-3493-6543-142E-4BD9EC054595}"/>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909134CB-D915-942F-E6D5-255B26C2198C}"/>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2BA0A065-091C-4076-D4F9-DC95CB9CB3BA}"/>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6E4D5144-1291-EABD-38B7-5D39833EDA92}"/>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1D154CAC-AF20-2F32-79A9-798D4087C669}"/>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2B3017E-A878-19DE-D688-788184323F75}"/>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E2B3017E-A878-19DE-D688-788184323F75}"/>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17B07F7E-A47B-F6E4-C9D5-7F3DD99779EF}"/>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8E45287-9C31-8CEB-C8A1-1CBA9C98D642}"/>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B8E45287-9C31-8CEB-C8A1-1CBA9C98D642}"/>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AE9C07E5-0AC2-0690-4C6C-12229F8AC858}"/>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AE9C07E5-0AC2-0690-4C6C-12229F8AC858}"/>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08F7BC0-3781-4DDA-B5CB-13D368C31B87}"/>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008F7BC0-3781-4DDA-B5CB-13D368C31B87}"/>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E09B24F-FF03-9F73-54D1-9A60A32463CD}"/>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CE09B24F-FF03-9F73-54D1-9A60A32463CD}"/>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E2E8268-198A-D8AC-3278-6DAF35BA55B6}"/>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CE2E8268-198A-D8AC-3278-6DAF35BA55B6}"/>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5E4CC10-FA97-2C94-4690-71D0E0AE69D1}"/>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05E4CC10-FA97-2C94-4690-71D0E0AE69D1}"/>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C03E69B-9E0A-D820-24F3-F9ED5D2BA860}"/>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0C03E69B-9E0A-D820-24F3-F9ED5D2BA860}"/>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9975631-4637-18CA-8FE5-4B58CD677B19}"/>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E9975631-4637-18CA-8FE5-4B58CD677B19}"/>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469C7A3-38D1-5B8E-959F-9159DD159583}"/>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5469C7A3-38D1-5B8E-959F-9159DD159583}"/>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12D579F-3FDC-B6DA-2EEF-35EA4B8DEA1A}"/>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?×2+?×1</m:t>
                      </m:r>
                    </m:oMath>
                  </m:oMathPara>
                </a14:m>
                <a:endParaRPr lang="en-US" dirty="0"/>
              </a:p>
            </p:txBody>
          </p:sp>
        </mc:Choice>
        <mc:Fallback xmlns="">
          <p:sp>
            <p:nvSpPr>
              <p:cNvPr id="19" name="TextBox 18">
                <a:extLst>
                  <a:ext uri="{FF2B5EF4-FFF2-40B4-BE49-F238E27FC236}">
                    <a16:creationId xmlns:a16="http://schemas.microsoft.com/office/drawing/2014/main" id="{212D579F-3FDC-B6DA-2EEF-35EA4B8DEA1A}"/>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pic>
        <p:nvPicPr>
          <p:cNvPr id="20" name="Camera 19">
            <a:extLst>
              <a:ext uri="{FF2B5EF4-FFF2-40B4-BE49-F238E27FC236}">
                <a16:creationId xmlns:a16="http://schemas.microsoft.com/office/drawing/2014/main" id="{E73B29C4-3D74-019C-F573-EF3B4B2C4891}"/>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877844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B6C07-B0BA-B4E7-3316-B0DF2A93D2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F14314-3AC2-5EEA-E0A2-98791403505A}"/>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63CE63B6-DFCC-B2C3-DB84-89CF8402EA05}"/>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48E77F90-74C7-82C8-23C4-E4FD9681F0A9}"/>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BE118C02-A2DC-9501-E7EA-1F5EF77104DF}"/>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7D7669E9-6968-66F2-0852-856ED65903E0}"/>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CF04024F-8B70-4EF8-33E3-BC47296A1242}"/>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10437F5-3D88-4274-46A5-04A67E53BAE1}"/>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810437F5-3D88-4274-46A5-04A67E53BAE1}"/>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1A737F28-5CB6-6153-580B-90F415190A60}"/>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0E3E564-9A07-9D31-9A75-02351DA0564E}"/>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A0E3E564-9A07-9D31-9A75-02351DA0564E}"/>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E77A83F4-FAA6-D2C6-F094-9973D7CAC031}"/>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E77A83F4-FAA6-D2C6-F094-9973D7CAC031}"/>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C24AE3F-192B-27C0-181F-CF5C31391420}"/>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DC24AE3F-192B-27C0-181F-CF5C31391420}"/>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EED7BFE-4C9F-BE7D-A1C1-A07F1EE57056}"/>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CEED7BFE-4C9F-BE7D-A1C1-A07F1EE57056}"/>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ABC94C8-0B95-B3D6-2BD5-507ADDD19C32}"/>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5ABC94C8-0B95-B3D6-2BD5-507ADDD19C32}"/>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3B7AE6B-0889-1376-9094-5FC1D9A8DC40}"/>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B3B7AE6B-0889-1376-9094-5FC1D9A8DC40}"/>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06EE21B-E691-DA15-A119-C86933786123}"/>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006EE21B-E691-DA15-A119-C86933786123}"/>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FDDEA65-78F2-63A0-BD73-638E862F631D}"/>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4FDDEA65-78F2-63A0-BD73-638E862F631D}"/>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1F5CF3E-0B35-9B23-CD50-0DEB9C1B7206}"/>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51F5CF3E-0B35-9B23-CD50-0DEB9C1B7206}"/>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29DD45A-3A81-71AC-BAD3-FFF0363D254B}"/>
                  </a:ext>
                </a:extLst>
              </p:cNvPr>
              <p:cNvSpPr txBox="1"/>
              <p:nvPr/>
            </p:nvSpPr>
            <p:spPr>
              <a:xfrm>
                <a:off x="2292283" y="2647414"/>
                <a:ext cx="7607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?×2+?×1</m:t>
                      </m:r>
                    </m:oMath>
                  </m:oMathPara>
                </a14:m>
                <a:endParaRPr lang="en-US" dirty="0"/>
              </a:p>
            </p:txBody>
          </p:sp>
        </mc:Choice>
        <mc:Fallback xmlns="">
          <p:sp>
            <p:nvSpPr>
              <p:cNvPr id="19" name="TextBox 18">
                <a:extLst>
                  <a:ext uri="{FF2B5EF4-FFF2-40B4-BE49-F238E27FC236}">
                    <a16:creationId xmlns:a16="http://schemas.microsoft.com/office/drawing/2014/main" id="{729DD45A-3A81-71AC-BAD3-FFF0363D254B}"/>
                  </a:ext>
                </a:extLst>
              </p:cNvPr>
              <p:cNvSpPr txBox="1">
                <a:spLocks noRot="1" noChangeAspect="1" noMove="1" noResize="1" noEditPoints="1" noAdjustHandles="1" noChangeArrowheads="1" noChangeShapeType="1" noTextEdit="1"/>
              </p:cNvSpPr>
              <p:nvPr/>
            </p:nvSpPr>
            <p:spPr>
              <a:xfrm>
                <a:off x="2292283" y="2647414"/>
                <a:ext cx="7607431" cy="369332"/>
              </a:xfrm>
              <a:prstGeom prst="rect">
                <a:avLst/>
              </a:prstGeom>
              <a:blipFill>
                <a:blip r:embed="rId13"/>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A662BE82-1064-19DA-D31C-56258242E724}"/>
              </a:ext>
            </a:extLst>
          </p:cNvPr>
          <p:cNvSpPr/>
          <p:nvPr/>
        </p:nvSpPr>
        <p:spPr>
          <a:xfrm>
            <a:off x="5448693" y="2647414"/>
            <a:ext cx="263950" cy="369332"/>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018282-A16D-F3B7-ADC9-910C7BE9EA2D}"/>
              </a:ext>
            </a:extLst>
          </p:cNvPr>
          <p:cNvSpPr/>
          <p:nvPr/>
        </p:nvSpPr>
        <p:spPr>
          <a:xfrm>
            <a:off x="4799813" y="5674715"/>
            <a:ext cx="2430545" cy="369332"/>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8784038-43CD-0E5C-D916-2191863FF1DB}"/>
              </a:ext>
            </a:extLst>
          </p:cNvPr>
          <p:cNvSpPr/>
          <p:nvPr/>
        </p:nvSpPr>
        <p:spPr>
          <a:xfrm>
            <a:off x="6109955" y="2661505"/>
            <a:ext cx="263950" cy="369332"/>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890921D-0251-4221-905D-5F2111516D1A}"/>
              </a:ext>
            </a:extLst>
          </p:cNvPr>
          <p:cNvSpPr/>
          <p:nvPr/>
        </p:nvSpPr>
        <p:spPr>
          <a:xfrm>
            <a:off x="4799813" y="6097447"/>
            <a:ext cx="2430545" cy="369332"/>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Camera 23">
            <a:extLst>
              <a:ext uri="{FF2B5EF4-FFF2-40B4-BE49-F238E27FC236}">
                <a16:creationId xmlns:a16="http://schemas.microsoft.com/office/drawing/2014/main" id="{8521EB5E-26C3-63AF-73B4-32F28D63206E}"/>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6856895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30C2-98BD-8B3A-8C6D-79AA9A97DB3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4802EF1-D982-F72B-7FCC-662623BCA8C6}"/>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4944E9F4-D72B-0D2B-8E81-4E8D82103B16}"/>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5131E6A0-E3DD-D52C-15DA-198F4E8CDA18}"/>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567816BF-1327-C945-EC6A-C68B509FE199}"/>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777133E8-2A7B-A919-70A7-4243BD4DB0BF}"/>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6E38E74F-4ECD-8D89-79AB-904AC05339A2}"/>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84E4A96-AFC1-2F53-18E5-CF80E9D73B98}"/>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284E4A96-AFC1-2F53-18E5-CF80E9D73B98}"/>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A8B7F1A1-1D60-F73B-F5CE-E3106FD738F4}"/>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D3B933E-164C-A3B7-EA9D-5EFDECF4FF21}"/>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0D3B933E-164C-A3B7-EA9D-5EFDECF4FF21}"/>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E69A42AF-468E-F2DB-EA90-392984C3F7B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E69A42AF-468E-F2DB-EA90-392984C3F7B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7FD3FBD-B581-550F-FA26-D49150A2482C}"/>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07FD3FBD-B581-550F-FA26-D49150A2482C}"/>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7C155F7-2BA2-71F0-2160-3F347E889633}"/>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97C155F7-2BA2-71F0-2160-3F347E889633}"/>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6EAE0C4-10B2-A064-6E95-BCCF033B75E8}"/>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D6EAE0C4-10B2-A064-6E95-BCCF033B75E8}"/>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650CED6-911E-22E7-4E71-EA390E0B5C92}"/>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0650CED6-911E-22E7-4E71-EA390E0B5C92}"/>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502A4BB-E05C-52B4-C7EA-B88BFE090933}"/>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1502A4BB-E05C-52B4-C7EA-B88BFE090933}"/>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B254C03-812D-CF34-B210-19F3E7E0E0B1}"/>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1B254C03-812D-CF34-B210-19F3E7E0E0B1}"/>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561867A-0ACE-12B9-3DD4-74E2BBE3178A}"/>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C561867A-0ACE-12B9-3DD4-74E2BBE3178A}"/>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22B58BA-8DFB-0E1E-3DE2-0F596081E207}"/>
                  </a:ext>
                </a:extLst>
              </p:cNvPr>
              <p:cNvSpPr txBox="1"/>
              <p:nvPr/>
            </p:nvSpPr>
            <p:spPr>
              <a:xfrm>
                <a:off x="2292283" y="2647414"/>
                <a:ext cx="7607431" cy="4363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𝑏</m:t>
                                      </m:r>
                                    </m:num>
                                    <m:den>
                                      <m:r>
                                        <a:rPr lang="en-US" i="1">
                                          <a:latin typeface="Cambria Math" panose="02040503050406030204" pitchFamily="18" charset="0"/>
                                        </a:rPr>
                                        <m:t>𝑏</m:t>
                                      </m:r>
                                      <m:r>
                                        <a:rPr lang="en-US" i="1">
                                          <a:latin typeface="Cambria Math" panose="02040503050406030204" pitchFamily="18" charset="0"/>
                                        </a:rPr>
                                        <m:t>+2</m:t>
                                      </m:r>
                                    </m:den>
                                  </m:f>
                                </m:e>
                              </m:box>
                            </m:e>
                          </m:d>
                          <m:r>
                            <a:rPr lang="en-US" i="1">
                              <a:latin typeface="Cambria Math" panose="02040503050406030204" pitchFamily="18" charset="0"/>
                            </a:rPr>
                            <m:t>×</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𝑏</m:t>
                                  </m:r>
                                </m:num>
                                <m:den>
                                  <m:r>
                                    <a:rPr lang="en-US" i="1">
                                      <a:latin typeface="Cambria Math" panose="02040503050406030204" pitchFamily="18" charset="0"/>
                                    </a:rPr>
                                    <m:t>𝑏</m:t>
                                  </m:r>
                                  <m:r>
                                    <a:rPr lang="en-US" i="1">
                                      <a:latin typeface="Cambria Math" panose="02040503050406030204" pitchFamily="18" charset="0"/>
                                    </a:rPr>
                                    <m:t>+1</m:t>
                                  </m:r>
                                </m:den>
                              </m:f>
                            </m:e>
                          </m:box>
                          <m:r>
                            <a:rPr lang="en-US" i="1">
                              <a:latin typeface="Cambria Math" panose="02040503050406030204" pitchFamily="18" charset="0"/>
                            </a:rPr>
                            <m:t>+</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9</m:t>
                                  </m:r>
                                </m:num>
                                <m:den>
                                  <m:r>
                                    <a:rPr lang="en-US" i="1">
                                      <a:latin typeface="Cambria Math" panose="02040503050406030204" pitchFamily="18" charset="0"/>
                                    </a:rPr>
                                    <m:t>100</m:t>
                                  </m:r>
                                </m:den>
                              </m:f>
                            </m:e>
                          </m:box>
                          <m:r>
                            <a:rPr lang="en-US" i="1">
                              <a:latin typeface="Cambria Math" panose="02040503050406030204" pitchFamily="18" charset="0"/>
                            </a:rPr>
                            <m:t>×</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𝑏</m:t>
                                  </m:r>
                                </m:num>
                                <m:den>
                                  <m:r>
                                    <a:rPr lang="en-US" i="1">
                                      <a:latin typeface="Cambria Math" panose="02040503050406030204" pitchFamily="18" charset="0"/>
                                    </a:rPr>
                                    <m:t>𝑏</m:t>
                                  </m:r>
                                  <m:r>
                                    <a:rPr lang="en-US" i="1">
                                      <a:latin typeface="Cambria Math" panose="02040503050406030204" pitchFamily="18" charset="0"/>
                                    </a:rPr>
                                    <m:t>+1</m:t>
                                  </m:r>
                                </m:den>
                              </m:f>
                            </m:e>
                          </m:box>
                        </m:e>
                      </m:d>
                      <m:r>
                        <a:rPr lang="en-US" b="0" i="1" smtClean="0">
                          <a:latin typeface="Cambria Math" panose="02040503050406030204" pitchFamily="18" charset="0"/>
                        </a:rPr>
                        <m:t>×2+</m:t>
                      </m:r>
                      <m:d>
                        <m:dPr>
                          <m:begChr m:val="["/>
                          <m:endChr m:val="]"/>
                          <m:ctrlPr>
                            <a:rPr lang="en-US" b="0" i="1" smtClean="0">
                              <a:latin typeface="Cambria Math" panose="02040503050406030204" pitchFamily="18" charset="0"/>
                            </a:rPr>
                          </m:ctrlPr>
                        </m:dPr>
                        <m:e>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𝑏</m:t>
                                      </m:r>
                                    </m:num>
                                    <m:den>
                                      <m:r>
                                        <a:rPr lang="en-US" i="1">
                                          <a:latin typeface="Cambria Math" panose="02040503050406030204" pitchFamily="18" charset="0"/>
                                        </a:rPr>
                                        <m:t>𝑏</m:t>
                                      </m:r>
                                      <m:r>
                                        <a:rPr lang="en-US" i="1">
                                          <a:latin typeface="Cambria Math" panose="02040503050406030204" pitchFamily="18" charset="0"/>
                                        </a:rPr>
                                        <m:t>+2</m:t>
                                      </m:r>
                                    </m:den>
                                  </m:f>
                                </m:e>
                              </m:box>
                            </m:e>
                          </m:d>
                          <m:r>
                            <a:rPr lang="en-US" i="1">
                              <a:latin typeface="Cambria Math" panose="02040503050406030204" pitchFamily="18" charset="0"/>
                            </a:rPr>
                            <m:t>+</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81</m:t>
                                  </m:r>
                                </m:num>
                                <m:den>
                                  <m:r>
                                    <a:rPr lang="en-US" i="1">
                                      <a:latin typeface="Cambria Math" panose="02040503050406030204" pitchFamily="18" charset="0"/>
                                    </a:rPr>
                                    <m:t>100</m:t>
                                  </m:r>
                                </m:den>
                              </m:f>
                            </m:e>
                          </m:box>
                        </m:e>
                      </m:d>
                      <m:r>
                        <a:rPr lang="en-US" b="0" i="1" smtClean="0">
                          <a:latin typeface="Cambria Math" panose="02040503050406030204" pitchFamily="18" charset="0"/>
                        </a:rPr>
                        <m:t>×1</m:t>
                      </m:r>
                    </m:oMath>
                  </m:oMathPara>
                </a14:m>
                <a:endParaRPr lang="en-US" dirty="0"/>
              </a:p>
            </p:txBody>
          </p:sp>
        </mc:Choice>
        <mc:Fallback xmlns="">
          <p:sp>
            <p:nvSpPr>
              <p:cNvPr id="19" name="TextBox 18">
                <a:extLst>
                  <a:ext uri="{FF2B5EF4-FFF2-40B4-BE49-F238E27FC236}">
                    <a16:creationId xmlns:a16="http://schemas.microsoft.com/office/drawing/2014/main" id="{022B58BA-8DFB-0E1E-3DE2-0F596081E207}"/>
                  </a:ext>
                </a:extLst>
              </p:cNvPr>
              <p:cNvSpPr txBox="1">
                <a:spLocks noRot="1" noChangeAspect="1" noMove="1" noResize="1" noEditPoints="1" noAdjustHandles="1" noChangeArrowheads="1" noChangeShapeType="1" noTextEdit="1"/>
              </p:cNvSpPr>
              <p:nvPr/>
            </p:nvSpPr>
            <p:spPr>
              <a:xfrm>
                <a:off x="2292283" y="2647414"/>
                <a:ext cx="7607431" cy="436338"/>
              </a:xfrm>
              <a:prstGeom prst="rect">
                <a:avLst/>
              </a:prstGeom>
              <a:blipFill>
                <a:blip r:embed="rId13"/>
                <a:stretch>
                  <a:fillRect/>
                </a:stretch>
              </a:blipFill>
            </p:spPr>
            <p:txBody>
              <a:bodyPr/>
              <a:lstStyle/>
              <a:p>
                <a:r>
                  <a:rPr lang="en-US">
                    <a:noFill/>
                  </a:rPr>
                  <a:t> </a:t>
                </a:r>
              </a:p>
            </p:txBody>
          </p:sp>
        </mc:Fallback>
      </mc:AlternateContent>
      <p:pic>
        <p:nvPicPr>
          <p:cNvPr id="20" name="Camera 19">
            <a:extLst>
              <a:ext uri="{FF2B5EF4-FFF2-40B4-BE49-F238E27FC236}">
                <a16:creationId xmlns:a16="http://schemas.microsoft.com/office/drawing/2014/main" id="{F6887A87-7242-417F-12C8-A32484B8DA2C}"/>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4970270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F9BA2-EC6E-B8FF-AB80-59D69EE9AA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850CF6-2C5D-2758-B7F2-7A83CF40486C}"/>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AD6EC87A-9DE7-2FF0-4E01-1E3579B5DB21}"/>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E7F5C3EB-99D8-E3ED-AF1E-1AFD434B9B7F}"/>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AB999300-7B02-39AE-2B1A-4812CD476A72}"/>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0E46E502-4E86-4592-3E3D-ABDB52AC6125}"/>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203AF6C9-C39D-C55A-D5D7-BFE5FCCDFF40}"/>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EC43209-2201-5D55-BB4F-94E90F46F1A6}"/>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FEC43209-2201-5D55-BB4F-94E90F46F1A6}"/>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1FE315DB-0D26-97A9-6470-D6144D93A2D3}"/>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6F63920-FE5C-E8D0-5B8E-7C27FA90982A}"/>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16F63920-FE5C-E8D0-5B8E-7C27FA90982A}"/>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79BE0BEF-7AF7-DC42-EB3B-91AC4424B5FF}"/>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79BE0BEF-7AF7-DC42-EB3B-91AC4424B5FF}"/>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2596B7A-F367-2781-AC5A-ED44FA16F343}"/>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A2596B7A-F367-2781-AC5A-ED44FA16F343}"/>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AEF9C9D-92B1-0452-4505-E8D5CA918DA7}"/>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3AEF9C9D-92B1-0452-4505-E8D5CA918DA7}"/>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7CD66D4-F0B0-A536-06FD-C23D135C1EBA}"/>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A7CD66D4-F0B0-A536-06FD-C23D135C1EBA}"/>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8122DD9-69B8-EC42-5D90-17787F829D96}"/>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B8122DD9-69B8-EC42-5D90-17787F829D96}"/>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46D3B6E-9036-2269-5B9D-6DD73D1F6B33}"/>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E46D3B6E-9036-2269-5B9D-6DD73D1F6B33}"/>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B9FC9BB-9BB9-1C9B-393C-D204A8DDAA34}"/>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3B9FC9BB-9BB9-1C9B-393C-D204A8DDAA34}"/>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770D1E5-4624-E074-DBBD-A9986160CB55}"/>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B770D1E5-4624-E074-DBBD-A9986160CB55}"/>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C4F8F5A-0A98-CBDC-4CB7-1F3667940270}"/>
                  </a:ext>
                </a:extLst>
              </p:cNvPr>
              <p:cNvSpPr txBox="1"/>
              <p:nvPr/>
            </p:nvSpPr>
            <p:spPr>
              <a:xfrm>
                <a:off x="2292283" y="2647414"/>
                <a:ext cx="7607431" cy="4363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100</m:t>
                                  </m:r>
                                </m:den>
                              </m:f>
                            </m:e>
                          </m:box>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𝑏</m:t>
                                      </m:r>
                                    </m:num>
                                    <m:den>
                                      <m:r>
                                        <a:rPr lang="en-US" i="1">
                                          <a:latin typeface="Cambria Math" panose="02040503050406030204" pitchFamily="18" charset="0"/>
                                        </a:rPr>
                                        <m:t>𝑏</m:t>
                                      </m:r>
                                      <m:r>
                                        <a:rPr lang="en-US" i="1">
                                          <a:latin typeface="Cambria Math" panose="02040503050406030204" pitchFamily="18" charset="0"/>
                                        </a:rPr>
                                        <m:t>+2</m:t>
                                      </m:r>
                                    </m:den>
                                  </m:f>
                                </m:e>
                              </m:box>
                            </m:e>
                          </m:d>
                          <m:r>
                            <a:rPr lang="en-US" i="1">
                              <a:latin typeface="Cambria Math" panose="02040503050406030204" pitchFamily="18" charset="0"/>
                            </a:rPr>
                            <m:t>×</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𝑏</m:t>
                                  </m:r>
                                </m:num>
                                <m:den>
                                  <m:r>
                                    <a:rPr lang="en-US" i="1">
                                      <a:latin typeface="Cambria Math" panose="02040503050406030204" pitchFamily="18" charset="0"/>
                                    </a:rPr>
                                    <m:t>𝑏</m:t>
                                  </m:r>
                                  <m:r>
                                    <a:rPr lang="en-US" i="1">
                                      <a:latin typeface="Cambria Math" panose="02040503050406030204" pitchFamily="18" charset="0"/>
                                    </a:rPr>
                                    <m:t>+1</m:t>
                                  </m:r>
                                </m:den>
                              </m:f>
                            </m:e>
                          </m:box>
                          <m:r>
                            <a:rPr lang="en-US" i="1">
                              <a:latin typeface="Cambria Math" panose="02040503050406030204" pitchFamily="18" charset="0"/>
                            </a:rPr>
                            <m:t>+</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9</m:t>
                                  </m:r>
                                </m:num>
                                <m:den>
                                  <m:r>
                                    <a:rPr lang="en-US" i="1">
                                      <a:latin typeface="Cambria Math" panose="02040503050406030204" pitchFamily="18" charset="0"/>
                                    </a:rPr>
                                    <m:t>100</m:t>
                                  </m:r>
                                </m:den>
                              </m:f>
                            </m:e>
                          </m:box>
                          <m:r>
                            <a:rPr lang="en-US" i="1">
                              <a:latin typeface="Cambria Math" panose="02040503050406030204" pitchFamily="18" charset="0"/>
                            </a:rPr>
                            <m:t>×</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𝑏</m:t>
                                  </m:r>
                                </m:num>
                                <m:den>
                                  <m:r>
                                    <a:rPr lang="en-US" i="1">
                                      <a:latin typeface="Cambria Math" panose="02040503050406030204" pitchFamily="18" charset="0"/>
                                    </a:rPr>
                                    <m:t>𝑏</m:t>
                                  </m:r>
                                  <m:r>
                                    <a:rPr lang="en-US" i="1">
                                      <a:latin typeface="Cambria Math" panose="02040503050406030204" pitchFamily="18" charset="0"/>
                                    </a:rPr>
                                    <m:t>+1</m:t>
                                  </m:r>
                                </m:den>
                              </m:f>
                            </m:e>
                          </m:box>
                        </m:e>
                      </m:d>
                      <m:r>
                        <a:rPr lang="en-US" b="0" i="1" smtClean="0">
                          <a:latin typeface="Cambria Math" panose="02040503050406030204" pitchFamily="18" charset="0"/>
                        </a:rPr>
                        <m:t>×2+</m:t>
                      </m:r>
                      <m:d>
                        <m:dPr>
                          <m:begChr m:val="["/>
                          <m:endChr m:val="]"/>
                          <m:ctrlPr>
                            <a:rPr lang="en-US" b="0" i="1" smtClean="0">
                              <a:latin typeface="Cambria Math" panose="02040503050406030204" pitchFamily="18" charset="0"/>
                            </a:rPr>
                          </m:ctrlPr>
                        </m:dPr>
                        <m:e>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100</m:t>
                                  </m:r>
                                </m:den>
                              </m:f>
                            </m:e>
                          </m:box>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𝑏</m:t>
                                      </m:r>
                                    </m:num>
                                    <m:den>
                                      <m:r>
                                        <a:rPr lang="en-US" i="1">
                                          <a:latin typeface="Cambria Math" panose="02040503050406030204" pitchFamily="18" charset="0"/>
                                        </a:rPr>
                                        <m:t>𝑏</m:t>
                                      </m:r>
                                      <m:r>
                                        <a:rPr lang="en-US" i="1">
                                          <a:latin typeface="Cambria Math" panose="02040503050406030204" pitchFamily="18" charset="0"/>
                                        </a:rPr>
                                        <m:t>+2</m:t>
                                      </m:r>
                                    </m:den>
                                  </m:f>
                                </m:e>
                              </m:box>
                            </m:e>
                          </m:d>
                          <m:r>
                            <a:rPr lang="en-US" i="1">
                              <a:latin typeface="Cambria Math" panose="02040503050406030204" pitchFamily="18" charset="0"/>
                            </a:rPr>
                            <m:t>+</m:t>
                          </m:r>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i="1">
                                      <a:latin typeface="Cambria Math" panose="02040503050406030204" pitchFamily="18" charset="0"/>
                                    </a:rPr>
                                    <m:t>81</m:t>
                                  </m:r>
                                </m:num>
                                <m:den>
                                  <m:r>
                                    <a:rPr lang="en-US" i="1">
                                      <a:latin typeface="Cambria Math" panose="02040503050406030204" pitchFamily="18" charset="0"/>
                                    </a:rPr>
                                    <m:t>100</m:t>
                                  </m:r>
                                </m:den>
                              </m:f>
                            </m:e>
                          </m:box>
                        </m:e>
                      </m:d>
                      <m:r>
                        <a:rPr lang="en-US" b="0" i="1" smtClean="0">
                          <a:latin typeface="Cambria Math" panose="02040503050406030204" pitchFamily="18" charset="0"/>
                        </a:rPr>
                        <m:t>×1</m:t>
                      </m:r>
                    </m:oMath>
                  </m:oMathPara>
                </a14:m>
                <a:endParaRPr lang="en-US" dirty="0"/>
              </a:p>
            </p:txBody>
          </p:sp>
        </mc:Choice>
        <mc:Fallback xmlns="">
          <p:sp>
            <p:nvSpPr>
              <p:cNvPr id="19" name="TextBox 18">
                <a:extLst>
                  <a:ext uri="{FF2B5EF4-FFF2-40B4-BE49-F238E27FC236}">
                    <a16:creationId xmlns:a16="http://schemas.microsoft.com/office/drawing/2014/main" id="{0C4F8F5A-0A98-CBDC-4CB7-1F3667940270}"/>
                  </a:ext>
                </a:extLst>
              </p:cNvPr>
              <p:cNvSpPr txBox="1">
                <a:spLocks noRot="1" noChangeAspect="1" noMove="1" noResize="1" noEditPoints="1" noAdjustHandles="1" noChangeArrowheads="1" noChangeShapeType="1" noTextEdit="1"/>
              </p:cNvSpPr>
              <p:nvPr/>
            </p:nvSpPr>
            <p:spPr>
              <a:xfrm>
                <a:off x="2292283" y="2647414"/>
                <a:ext cx="7607431" cy="436338"/>
              </a:xfrm>
              <a:prstGeom prst="rect">
                <a:avLst/>
              </a:prstGeom>
              <a:blipFill>
                <a:blip r:embed="rId13"/>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7F6A98CE-C7E1-7B5F-1A66-E49545E6C690}"/>
              </a:ext>
            </a:extLst>
          </p:cNvPr>
          <p:cNvSpPr/>
          <p:nvPr/>
        </p:nvSpPr>
        <p:spPr>
          <a:xfrm>
            <a:off x="2740426" y="2680917"/>
            <a:ext cx="3443557" cy="369332"/>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1BFFEC1-C516-7562-79EE-B10F71155F74}"/>
              </a:ext>
            </a:extLst>
          </p:cNvPr>
          <p:cNvSpPr/>
          <p:nvPr/>
        </p:nvSpPr>
        <p:spPr>
          <a:xfrm>
            <a:off x="4799813" y="5674715"/>
            <a:ext cx="2430545" cy="369332"/>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2080928-7AF5-35CA-85D1-8E451ADAE97F}"/>
              </a:ext>
            </a:extLst>
          </p:cNvPr>
          <p:cNvSpPr/>
          <p:nvPr/>
        </p:nvSpPr>
        <p:spPr>
          <a:xfrm>
            <a:off x="6822141" y="2694445"/>
            <a:ext cx="2218163" cy="369332"/>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66660F8-3C97-805C-09FD-286FF14D061E}"/>
              </a:ext>
            </a:extLst>
          </p:cNvPr>
          <p:cNvSpPr/>
          <p:nvPr/>
        </p:nvSpPr>
        <p:spPr>
          <a:xfrm>
            <a:off x="4799813" y="6097447"/>
            <a:ext cx="2430545" cy="369332"/>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Camera 23">
            <a:extLst>
              <a:ext uri="{FF2B5EF4-FFF2-40B4-BE49-F238E27FC236}">
                <a16:creationId xmlns:a16="http://schemas.microsoft.com/office/drawing/2014/main" id="{D96583D9-3464-9E41-3A56-952584AA696B}"/>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7341875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C1758-0EFD-38F2-2697-3E34D4E5B1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5180EC-518D-C713-2D84-CD8E2301C4AE}"/>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E142D9BD-41DF-E28C-7DF2-546EDC7B968A}"/>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92A40424-8081-DE09-C5DC-3E85ACB34596}"/>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9A5C2ECB-F83F-FC0F-109A-8188AD882A60}"/>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30876371-2209-E231-D434-298D47B262C5}"/>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B700DD59-6623-5604-318D-BD08A33F5968}"/>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167F798-B984-9F32-6E75-3C4642A4225B}"/>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E167F798-B984-9F32-6E75-3C4642A4225B}"/>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1D12A9F5-2473-35ED-7EF2-CA237FA432CF}"/>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52A79D-622A-3D97-F034-7BF337B1BC40}"/>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3052A79D-622A-3D97-F034-7BF337B1BC40}"/>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5F955AA9-5A46-05E6-6D5A-0E43F091EB16}"/>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5F955AA9-5A46-05E6-6D5A-0E43F091EB16}"/>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0C2F77F-5064-9037-01E7-5382A41695EE}"/>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F0C2F77F-5064-9037-01E7-5382A41695EE}"/>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64DF320-1048-9F35-515D-BE79BE82B038}"/>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064DF320-1048-9F35-515D-BE79BE82B038}"/>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7FAFB13-4464-DC0A-47F1-857797000594}"/>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17FAFB13-4464-DC0A-47F1-857797000594}"/>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F321A47-127F-DE3C-4B9E-EB2E2FBD108C}"/>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FF321A47-127F-DE3C-4B9E-EB2E2FBD108C}"/>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E05D7A-931F-3E94-DB06-F7F60B548BFF}"/>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E9E05D7A-931F-3E94-DB06-F7F60B548BFF}"/>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07E5F66-CA87-311E-5E5F-AE863E22A340}"/>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F07E5F66-CA87-311E-5E5F-AE863E22A340}"/>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89A2EB1-25E6-4E1A-6B91-70A022C8320D}"/>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089A2EB1-25E6-4E1A-6B91-70A022C8320D}"/>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6A6187B-ED04-5630-479F-3ECC068DCE30}"/>
                  </a:ext>
                </a:extLst>
              </p:cNvPr>
              <p:cNvSpPr txBox="1"/>
              <p:nvPr/>
            </p:nvSpPr>
            <p:spPr>
              <a:xfrm>
                <a:off x="2292283" y="2647414"/>
                <a:ext cx="7607431"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100</m:t>
                          </m:r>
                        </m:den>
                      </m:f>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9</m:t>
                              </m:r>
                              <m:r>
                                <a:rPr lang="en-US" sz="2400" b="0" i="1" smtClean="0">
                                  <a:latin typeface="Cambria Math" panose="02040503050406030204" pitchFamily="18" charset="0"/>
                                </a:rPr>
                                <m:t>𝑏</m:t>
                              </m:r>
                              <m:r>
                                <a:rPr lang="en-US" sz="2400" b="0" i="1" smtClean="0">
                                  <a:latin typeface="Cambria Math" panose="02040503050406030204" pitchFamily="18" charset="0"/>
                                </a:rPr>
                                <m:t>+20</m:t>
                              </m:r>
                            </m:num>
                            <m:den>
                              <m:r>
                                <a:rPr lang="en-US" sz="2400" b="0" i="1" smtClean="0">
                                  <a:latin typeface="Cambria Math" panose="02040503050406030204" pitchFamily="18" charset="0"/>
                                </a:rPr>
                                <m:t>𝑏</m:t>
                              </m:r>
                              <m:r>
                                <a:rPr lang="en-US" sz="2400" b="0" i="1" smtClean="0">
                                  <a:latin typeface="Cambria Math" panose="02040503050406030204" pitchFamily="18" charset="0"/>
                                </a:rPr>
                                <m:t>+2</m:t>
                              </m:r>
                            </m:den>
                          </m:f>
                        </m:e>
                      </m:d>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11</m:t>
                              </m:r>
                              <m:r>
                                <a:rPr lang="en-US" sz="2400" b="0" i="1" smtClean="0">
                                  <a:latin typeface="Cambria Math" panose="02040503050406030204" pitchFamily="18" charset="0"/>
                                </a:rPr>
                                <m:t>𝑏</m:t>
                              </m:r>
                              <m:r>
                                <a:rPr lang="en-US" sz="2400" b="0" i="1" smtClean="0">
                                  <a:latin typeface="Cambria Math" panose="02040503050406030204" pitchFamily="18" charset="0"/>
                                </a:rPr>
                                <m:t>+9</m:t>
                              </m:r>
                            </m:num>
                            <m:den>
                              <m:r>
                                <a:rPr lang="en-US" sz="2400" b="0" i="1" smtClean="0">
                                  <a:latin typeface="Cambria Math" panose="02040503050406030204" pitchFamily="18" charset="0"/>
                                </a:rPr>
                                <m:t>𝑏</m:t>
                              </m:r>
                              <m:r>
                                <a:rPr lang="en-US" sz="2400" b="0" i="1" smtClean="0">
                                  <a:latin typeface="Cambria Math" panose="02040503050406030204" pitchFamily="18" charset="0"/>
                                </a:rPr>
                                <m:t>+1</m:t>
                              </m:r>
                            </m:den>
                          </m:f>
                        </m:e>
                      </m:d>
                    </m:oMath>
                  </m:oMathPara>
                </a14:m>
                <a:endParaRPr lang="en-US" sz="2400" dirty="0"/>
              </a:p>
            </p:txBody>
          </p:sp>
        </mc:Choice>
        <mc:Fallback xmlns="">
          <p:sp>
            <p:nvSpPr>
              <p:cNvPr id="19" name="TextBox 18">
                <a:extLst>
                  <a:ext uri="{FF2B5EF4-FFF2-40B4-BE49-F238E27FC236}">
                    <a16:creationId xmlns:a16="http://schemas.microsoft.com/office/drawing/2014/main" id="{36A6187B-ED04-5630-479F-3ECC068DCE30}"/>
                  </a:ext>
                </a:extLst>
              </p:cNvPr>
              <p:cNvSpPr txBox="1">
                <a:spLocks noRot="1" noChangeAspect="1" noMove="1" noResize="1" noEditPoints="1" noAdjustHandles="1" noChangeArrowheads="1" noChangeShapeType="1" noTextEdit="1"/>
              </p:cNvSpPr>
              <p:nvPr/>
            </p:nvSpPr>
            <p:spPr>
              <a:xfrm>
                <a:off x="2292283" y="2647414"/>
                <a:ext cx="7607431" cy="922176"/>
              </a:xfrm>
              <a:prstGeom prst="rect">
                <a:avLst/>
              </a:prstGeom>
              <a:blipFill>
                <a:blip r:embed="rId13"/>
                <a:stretch>
                  <a:fillRect/>
                </a:stretch>
              </a:blipFill>
            </p:spPr>
            <p:txBody>
              <a:bodyPr/>
              <a:lstStyle/>
              <a:p>
                <a:r>
                  <a:rPr lang="en-US">
                    <a:noFill/>
                  </a:rPr>
                  <a:t> </a:t>
                </a:r>
              </a:p>
            </p:txBody>
          </p:sp>
        </mc:Fallback>
      </mc:AlternateContent>
      <p:pic>
        <p:nvPicPr>
          <p:cNvPr id="20" name="Camera 19">
            <a:extLst>
              <a:ext uri="{FF2B5EF4-FFF2-40B4-BE49-F238E27FC236}">
                <a16:creationId xmlns:a16="http://schemas.microsoft.com/office/drawing/2014/main" id="{5807A254-E809-E9B6-154A-D18DF45977E7}"/>
              </a:ext>
            </a:extLst>
          </p:cNvPr>
          <p:cNvPicPr>
            <a:picLocks noChangeAspect="1"/>
            <a:extLst>
              <a:ext uri="{51228E76-BA90-4043-B771-695A4F85340A}">
                <alf:liveFeedProps xmlns:alf="http://schemas.microsoft.com/office/drawing/2021/livefeed"/>
              </a:ext>
            </a:extLst>
          </p:cNvPicPr>
          <p:nvPr/>
        </p:nvPicPr>
        <p:blipFill>
          <a:blip r:embed="rId14">
            <a:extLst>
              <a:ext uri="{96DAC541-7B7A-43D3-8B79-37D633B846F1}">
                <asvg:svgBlip xmlns:asvg="http://schemas.microsoft.com/office/drawing/2016/SVG/main" r:embed="rId1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89261036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B34DC-D5AC-3A12-27FA-CECEB323ED4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BE0FED-A652-B7A2-33E8-EF8085377D69}"/>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DB41CD7A-90A6-0052-8DC3-756CD54F6966}"/>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B8E9AAF9-91AA-CE52-EE08-7B167E5831A3}"/>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1A49D23D-5EB9-FA8A-5412-926D034988DC}"/>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D4EB3BA4-B16C-2C14-1308-757BD7FA1B96}"/>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0BCBA5D2-649A-2184-E301-42E976B41284}"/>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075EA06-E363-D647-EBB1-C8059BF1EB19}"/>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D075EA06-E363-D647-EBB1-C8059BF1EB19}"/>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182C3499-B210-6AD8-A8C0-BDF90472AEB8}"/>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3617154-EB22-3377-B8EF-836067D94E4B}"/>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73617154-EB22-3377-B8EF-836067D94E4B}"/>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17534EEA-1ADC-A037-3E5D-EE9A8B95B6A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17534EEA-1ADC-A037-3E5D-EE9A8B95B6AA}"/>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1BE5CF0-8F4F-4EDC-FC20-46655B580B62}"/>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61BE5CF0-8F4F-4EDC-FC20-46655B580B62}"/>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18F4001-5BFC-447F-4815-BB46E96A8631}"/>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118F4001-5BFC-447F-4815-BB46E96A8631}"/>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70DF9E0-33FF-F5E5-9B60-6B2A37051987}"/>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070DF9E0-33FF-F5E5-9B60-6B2A37051987}"/>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F39858A-8856-A164-122D-8AD471A7769B}"/>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4F39858A-8856-A164-122D-8AD471A7769B}"/>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E491190-882A-07AA-2838-5076042190E9}"/>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8E491190-882A-07AA-2838-5076042190E9}"/>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E48251D-4B7E-FA6A-CCDA-83A506516319}"/>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1E48251D-4B7E-FA6A-CCDA-83A506516319}"/>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43467F3-C0B1-DA6A-9B0F-8A91582DDF8E}"/>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043467F3-C0B1-DA6A-9B0F-8A91582DDF8E}"/>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DA6A513-7BE5-144D-B2D4-1A82E6D86C53}"/>
                  </a:ext>
                </a:extLst>
              </p:cNvPr>
              <p:cNvSpPr txBox="1"/>
              <p:nvPr/>
            </p:nvSpPr>
            <p:spPr>
              <a:xfrm>
                <a:off x="2292283" y="2647414"/>
                <a:ext cx="7607431"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100</m:t>
                          </m:r>
                        </m:den>
                      </m:f>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9</m:t>
                              </m:r>
                              <m:r>
                                <a:rPr lang="en-US" sz="2400" b="0" i="1" smtClean="0">
                                  <a:latin typeface="Cambria Math" panose="02040503050406030204" pitchFamily="18" charset="0"/>
                                </a:rPr>
                                <m:t>𝑏</m:t>
                              </m:r>
                              <m:r>
                                <a:rPr lang="en-US" sz="2400" b="0" i="1" smtClean="0">
                                  <a:latin typeface="Cambria Math" panose="02040503050406030204" pitchFamily="18" charset="0"/>
                                </a:rPr>
                                <m:t>+20</m:t>
                              </m:r>
                            </m:num>
                            <m:den>
                              <m:r>
                                <a:rPr lang="en-US" sz="2400" b="0" i="1" smtClean="0">
                                  <a:latin typeface="Cambria Math" panose="02040503050406030204" pitchFamily="18" charset="0"/>
                                </a:rPr>
                                <m:t>𝑏</m:t>
                              </m:r>
                              <m:r>
                                <a:rPr lang="en-US" sz="2400" b="0" i="1" smtClean="0">
                                  <a:latin typeface="Cambria Math" panose="02040503050406030204" pitchFamily="18" charset="0"/>
                                </a:rPr>
                                <m:t>+2</m:t>
                              </m:r>
                            </m:den>
                          </m:f>
                        </m:e>
                      </m:d>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11</m:t>
                              </m:r>
                              <m:r>
                                <a:rPr lang="en-US" sz="2400" b="0" i="1" smtClean="0">
                                  <a:latin typeface="Cambria Math" panose="02040503050406030204" pitchFamily="18" charset="0"/>
                                </a:rPr>
                                <m:t>𝑏</m:t>
                              </m:r>
                              <m:r>
                                <a:rPr lang="en-US" sz="2400" b="0" i="1" smtClean="0">
                                  <a:latin typeface="Cambria Math" panose="02040503050406030204" pitchFamily="18" charset="0"/>
                                </a:rPr>
                                <m:t>+9</m:t>
                              </m:r>
                            </m:num>
                            <m:den>
                              <m:r>
                                <a:rPr lang="en-US" sz="2400" b="0" i="1" smtClean="0">
                                  <a:latin typeface="Cambria Math" panose="02040503050406030204" pitchFamily="18" charset="0"/>
                                </a:rPr>
                                <m:t>𝑏</m:t>
                              </m:r>
                              <m:r>
                                <a:rPr lang="en-US" sz="2400" b="0" i="1" smtClean="0">
                                  <a:latin typeface="Cambria Math" panose="02040503050406030204" pitchFamily="18" charset="0"/>
                                </a:rPr>
                                <m:t>+1</m:t>
                              </m:r>
                            </m:den>
                          </m:f>
                        </m:e>
                      </m:d>
                    </m:oMath>
                  </m:oMathPara>
                </a14:m>
                <a:endParaRPr lang="en-US" sz="2400" dirty="0"/>
              </a:p>
            </p:txBody>
          </p:sp>
        </mc:Choice>
        <mc:Fallback xmlns="">
          <p:sp>
            <p:nvSpPr>
              <p:cNvPr id="19" name="TextBox 18">
                <a:extLst>
                  <a:ext uri="{FF2B5EF4-FFF2-40B4-BE49-F238E27FC236}">
                    <a16:creationId xmlns:a16="http://schemas.microsoft.com/office/drawing/2014/main" id="{DDA6A513-7BE5-144D-B2D4-1A82E6D86C53}"/>
                  </a:ext>
                </a:extLst>
              </p:cNvPr>
              <p:cNvSpPr txBox="1">
                <a:spLocks noRot="1" noChangeAspect="1" noMove="1" noResize="1" noEditPoints="1" noAdjustHandles="1" noChangeArrowheads="1" noChangeShapeType="1" noTextEdit="1"/>
              </p:cNvSpPr>
              <p:nvPr/>
            </p:nvSpPr>
            <p:spPr>
              <a:xfrm>
                <a:off x="2292283" y="2647414"/>
                <a:ext cx="7607431" cy="922176"/>
              </a:xfrm>
              <a:prstGeom prst="rect">
                <a:avLst/>
              </a:prstGeom>
              <a:blipFill>
                <a:blip r:embed="rId13"/>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074966B9-B875-FE05-C65B-781F8AD6FA18}"/>
              </a:ext>
            </a:extLst>
          </p:cNvPr>
          <p:cNvSpPr/>
          <p:nvPr/>
        </p:nvSpPr>
        <p:spPr>
          <a:xfrm>
            <a:off x="0" y="0"/>
            <a:ext cx="12192000" cy="6858000"/>
          </a:xfrm>
          <a:prstGeom prst="rect">
            <a:avLst/>
          </a:prstGeom>
          <a:solidFill>
            <a:srgbClr val="262626">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E429858-676D-A7B5-9B4D-1FD4AF63CB2B}"/>
              </a:ext>
            </a:extLst>
          </p:cNvPr>
          <p:cNvSpPr txBox="1"/>
          <p:nvPr/>
        </p:nvSpPr>
        <p:spPr>
          <a:xfrm rot="19842687">
            <a:off x="345140" y="742233"/>
            <a:ext cx="1746085" cy="3804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It looks like this</a:t>
            </a:r>
          </a:p>
        </p:txBody>
      </p:sp>
      <p:pic>
        <p:nvPicPr>
          <p:cNvPr id="23" name="Picture 22" descr="A graph with a green line&#10;&#10;AI-generated content may be incorrect.">
            <a:extLst>
              <a:ext uri="{FF2B5EF4-FFF2-40B4-BE49-F238E27FC236}">
                <a16:creationId xmlns:a16="http://schemas.microsoft.com/office/drawing/2014/main" id="{F4CC6A34-A5ED-F49F-7E7C-FD59CC289DE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582494" y="1288699"/>
            <a:ext cx="8453273" cy="5165889"/>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BD8F178-1643-B7B6-166F-767578A9AB0B}"/>
                  </a:ext>
                </a:extLst>
              </p:cNvPr>
              <p:cNvSpPr txBox="1"/>
              <p:nvPr/>
            </p:nvSpPr>
            <p:spPr>
              <a:xfrm>
                <a:off x="1988131" y="215555"/>
                <a:ext cx="7607431"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100</m:t>
                          </m:r>
                        </m:den>
                      </m:f>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9</m:t>
                              </m:r>
                              <m:r>
                                <a:rPr lang="en-US" sz="2400" b="0" i="1" smtClean="0">
                                  <a:latin typeface="Cambria Math" panose="02040503050406030204" pitchFamily="18" charset="0"/>
                                </a:rPr>
                                <m:t>𝑏</m:t>
                              </m:r>
                              <m:r>
                                <a:rPr lang="en-US" sz="2400" b="0" i="1" smtClean="0">
                                  <a:latin typeface="Cambria Math" panose="02040503050406030204" pitchFamily="18" charset="0"/>
                                </a:rPr>
                                <m:t>+20</m:t>
                              </m:r>
                            </m:num>
                            <m:den>
                              <m:r>
                                <a:rPr lang="en-US" sz="2400" b="0" i="1" smtClean="0">
                                  <a:latin typeface="Cambria Math" panose="02040503050406030204" pitchFamily="18" charset="0"/>
                                </a:rPr>
                                <m:t>𝑏</m:t>
                              </m:r>
                              <m:r>
                                <a:rPr lang="en-US" sz="2400" b="0" i="1" smtClean="0">
                                  <a:latin typeface="Cambria Math" panose="02040503050406030204" pitchFamily="18" charset="0"/>
                                </a:rPr>
                                <m:t>+2</m:t>
                              </m:r>
                            </m:den>
                          </m:f>
                        </m:e>
                      </m:d>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11</m:t>
                              </m:r>
                              <m:r>
                                <a:rPr lang="en-US" sz="2400" b="0" i="1" smtClean="0">
                                  <a:latin typeface="Cambria Math" panose="02040503050406030204" pitchFamily="18" charset="0"/>
                                </a:rPr>
                                <m:t>𝑏</m:t>
                              </m:r>
                              <m:r>
                                <a:rPr lang="en-US" sz="2400" b="0" i="1" smtClean="0">
                                  <a:latin typeface="Cambria Math" panose="02040503050406030204" pitchFamily="18" charset="0"/>
                                </a:rPr>
                                <m:t>+9</m:t>
                              </m:r>
                            </m:num>
                            <m:den>
                              <m:r>
                                <a:rPr lang="en-US" sz="2400" b="0" i="1" smtClean="0">
                                  <a:latin typeface="Cambria Math" panose="02040503050406030204" pitchFamily="18" charset="0"/>
                                </a:rPr>
                                <m:t>𝑏</m:t>
                              </m:r>
                              <m:r>
                                <a:rPr lang="en-US" sz="2400" b="0" i="1" smtClean="0">
                                  <a:latin typeface="Cambria Math" panose="02040503050406030204" pitchFamily="18" charset="0"/>
                                </a:rPr>
                                <m:t>+1</m:t>
                              </m:r>
                            </m:den>
                          </m:f>
                        </m:e>
                      </m:d>
                    </m:oMath>
                  </m:oMathPara>
                </a14:m>
                <a:endParaRPr lang="en-US" sz="2400" dirty="0"/>
              </a:p>
            </p:txBody>
          </p:sp>
        </mc:Choice>
        <mc:Fallback xmlns="">
          <p:sp>
            <p:nvSpPr>
              <p:cNvPr id="24" name="TextBox 23">
                <a:extLst>
                  <a:ext uri="{FF2B5EF4-FFF2-40B4-BE49-F238E27FC236}">
                    <a16:creationId xmlns:a16="http://schemas.microsoft.com/office/drawing/2014/main" id="{EBD8F178-1643-B7B6-166F-767578A9AB0B}"/>
                  </a:ext>
                </a:extLst>
              </p:cNvPr>
              <p:cNvSpPr txBox="1">
                <a:spLocks noRot="1" noChangeAspect="1" noMove="1" noResize="1" noEditPoints="1" noAdjustHandles="1" noChangeArrowheads="1" noChangeShapeType="1" noTextEdit="1"/>
              </p:cNvSpPr>
              <p:nvPr/>
            </p:nvSpPr>
            <p:spPr>
              <a:xfrm>
                <a:off x="1988131" y="215555"/>
                <a:ext cx="7607431" cy="922176"/>
              </a:xfrm>
              <a:prstGeom prst="rect">
                <a:avLst/>
              </a:prstGeom>
              <a:blipFill>
                <a:blip r:embed="rId15"/>
                <a:stretch>
                  <a:fillRect/>
                </a:stretch>
              </a:blipFill>
            </p:spPr>
            <p:txBody>
              <a:bodyPr/>
              <a:lstStyle/>
              <a:p>
                <a:r>
                  <a:rPr lang="en-US">
                    <a:noFill/>
                  </a:rPr>
                  <a:t> </a:t>
                </a:r>
              </a:p>
            </p:txBody>
          </p:sp>
        </mc:Fallback>
      </mc:AlternateContent>
      <p:pic>
        <p:nvPicPr>
          <p:cNvPr id="22" name="Camera 21">
            <a:extLst>
              <a:ext uri="{FF2B5EF4-FFF2-40B4-BE49-F238E27FC236}">
                <a16:creationId xmlns:a16="http://schemas.microsoft.com/office/drawing/2014/main" id="{EE15FA49-0706-59C8-DAA1-8EA16A367592}"/>
              </a:ext>
            </a:extLst>
          </p:cNvPr>
          <p:cNvPicPr>
            <a:picLocks noChangeAspect="1"/>
            <a:extLst>
              <a:ext uri="{51228E76-BA90-4043-B771-695A4F85340A}">
                <alf:liveFeedProps xmlns:alf="http://schemas.microsoft.com/office/drawing/2021/livefeed"/>
              </a:ext>
            </a:extLst>
          </p:cNvPicPr>
          <p:nvPr/>
        </p:nvPicPr>
        <p:blipFill>
          <a:blip r:embed="rId16">
            <a:extLst>
              <a:ext uri="{96DAC541-7B7A-43D3-8B79-37D633B846F1}">
                <asvg:svgBlip xmlns:asvg="http://schemas.microsoft.com/office/drawing/2016/SVG/main" r:embed="rId17"/>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53557496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5C5DC-D960-D128-1938-00EB633D7F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C2893C-E7E6-3747-BE6A-ECF56EEAD8CB}"/>
              </a:ext>
            </a:extLst>
          </p:cNvPr>
          <p:cNvSpPr txBox="1"/>
          <p:nvPr/>
        </p:nvSpPr>
        <p:spPr>
          <a:xfrm>
            <a:off x="448235" y="233082"/>
            <a:ext cx="2868706"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Try it</a:t>
            </a:r>
          </a:p>
        </p:txBody>
      </p:sp>
      <p:sp>
        <p:nvSpPr>
          <p:cNvPr id="5" name="TextBox 4">
            <a:extLst>
              <a:ext uri="{FF2B5EF4-FFF2-40B4-BE49-F238E27FC236}">
                <a16:creationId xmlns:a16="http://schemas.microsoft.com/office/drawing/2014/main" id="{DED0E69F-669A-F608-CBED-7CE2EE27E443}"/>
              </a:ext>
            </a:extLst>
          </p:cNvPr>
          <p:cNvSpPr txBox="1"/>
          <p:nvPr/>
        </p:nvSpPr>
        <p:spPr>
          <a:xfrm>
            <a:off x="448235" y="779930"/>
            <a:ext cx="2868706" cy="535531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Model a chief executive choosing the size of the budget of her nation’s military.  Suppose that a military with a larger budget is both more likely to succeed if it attempts to overthrow the civilian government in a coup d'état and more likely to be successful in combat with any opposing military.  Depict the executive as caring about retaining office (and thus not being coup-ed!), and caring about performance in war conditional on retaining office.</a:t>
            </a:r>
          </a:p>
        </p:txBody>
      </p:sp>
      <p:sp>
        <p:nvSpPr>
          <p:cNvPr id="2" name="TextBox 1">
            <a:extLst>
              <a:ext uri="{FF2B5EF4-FFF2-40B4-BE49-F238E27FC236}">
                <a16:creationId xmlns:a16="http://schemas.microsoft.com/office/drawing/2014/main" id="{292A4235-08DA-272A-0D20-E988DE8C7AA9}"/>
              </a:ext>
            </a:extLst>
          </p:cNvPr>
          <p:cNvSpPr txBox="1"/>
          <p:nvPr/>
        </p:nvSpPr>
        <p:spPr>
          <a:xfrm>
            <a:off x="4356847" y="403412"/>
            <a:ext cx="2026023"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31040598-1F5C-86DA-88C3-4A43CBFF1266}"/>
              </a:ext>
            </a:extLst>
          </p:cNvPr>
          <p:cNvSpPr txBox="1"/>
          <p:nvPr/>
        </p:nvSpPr>
        <p:spPr>
          <a:xfrm>
            <a:off x="4356847" y="1039906"/>
            <a:ext cx="2008094"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Possible outcomes</a:t>
            </a:r>
          </a:p>
        </p:txBody>
      </p:sp>
      <p:sp>
        <p:nvSpPr>
          <p:cNvPr id="6" name="TextBox 5">
            <a:extLst>
              <a:ext uri="{FF2B5EF4-FFF2-40B4-BE49-F238E27FC236}">
                <a16:creationId xmlns:a16="http://schemas.microsoft.com/office/drawing/2014/main" id="{2BF4BBDB-DFC6-1B05-E00C-3B84412BBB3C}"/>
              </a:ext>
            </a:extLst>
          </p:cNvPr>
          <p:cNvSpPr txBox="1"/>
          <p:nvPr/>
        </p:nvSpPr>
        <p:spPr>
          <a:xfrm>
            <a:off x="4365811" y="1837476"/>
            <a:ext cx="2008094" cy="64633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Preferences over outcomes</a:t>
            </a:r>
          </a:p>
        </p:txBody>
      </p:sp>
      <p:sp>
        <p:nvSpPr>
          <p:cNvPr id="7" name="TextBox 6">
            <a:extLst>
              <a:ext uri="{FF2B5EF4-FFF2-40B4-BE49-F238E27FC236}">
                <a16:creationId xmlns:a16="http://schemas.microsoft.com/office/drawing/2014/main" id="{DFA1C7B5-A044-8577-BC93-CF00387D8187}"/>
              </a:ext>
            </a:extLst>
          </p:cNvPr>
          <p:cNvSpPr txBox="1"/>
          <p:nvPr/>
        </p:nvSpPr>
        <p:spPr>
          <a:xfrm>
            <a:off x="4356847" y="3655169"/>
            <a:ext cx="7611036" cy="36933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dirty="0"/>
              <a:t>Probability distributions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3585476-385B-ADE5-1872-38E8FAB5DE4C}"/>
                  </a:ext>
                </a:extLst>
              </p:cNvPr>
              <p:cNvSpPr txBox="1"/>
              <p:nvPr/>
            </p:nvSpPr>
            <p:spPr>
              <a:xfrm>
                <a:off x="6382870" y="403412"/>
                <a:ext cx="5199529" cy="369332"/>
              </a:xfrm>
              <a:prstGeom prst="rect">
                <a:avLst/>
              </a:prstGeom>
              <a:noFill/>
              <a:ln w="12700">
                <a:solidFill>
                  <a:schemeClr val="tx1"/>
                </a:solidFill>
              </a:ln>
            </p:spPr>
            <p:txBody>
              <a:bodyPr wrap="square" rtlCol="0">
                <a:spAutoFit/>
              </a:bodyPr>
              <a:lstStyle/>
              <a:p>
                <a:r>
                  <a:rPr lang="en-US" dirty="0"/>
                  <a:t>Executive chooses size of the military budget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p:txBody>
          </p:sp>
        </mc:Choice>
        <mc:Fallback xmlns="">
          <p:sp>
            <p:nvSpPr>
              <p:cNvPr id="8" name="TextBox 7">
                <a:extLst>
                  <a:ext uri="{FF2B5EF4-FFF2-40B4-BE49-F238E27FC236}">
                    <a16:creationId xmlns:a16="http://schemas.microsoft.com/office/drawing/2014/main" id="{63585476-385B-ADE5-1872-38E8FAB5DE4C}"/>
                  </a:ext>
                </a:extLst>
              </p:cNvPr>
              <p:cNvSpPr txBox="1">
                <a:spLocks noRot="1" noChangeAspect="1" noMove="1" noResize="1" noEditPoints="1" noAdjustHandles="1" noChangeArrowheads="1" noChangeShapeType="1" noTextEdit="1"/>
              </p:cNvSpPr>
              <p:nvPr/>
            </p:nvSpPr>
            <p:spPr>
              <a:xfrm>
                <a:off x="6382870" y="403412"/>
                <a:ext cx="5199529" cy="369332"/>
              </a:xfrm>
              <a:prstGeom prst="rect">
                <a:avLst/>
              </a:prstGeom>
              <a:blipFill>
                <a:blip r:embed="rId3"/>
                <a:stretch>
                  <a:fillRect l="-819" t="-6349" b="-22222"/>
                </a:stretch>
              </a:blipFill>
              <a:ln w="12700">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095069FE-F617-731C-868B-EFB75D13B68C}"/>
              </a:ext>
            </a:extLst>
          </p:cNvPr>
          <p:cNvSpPr txBox="1"/>
          <p:nvPr/>
        </p:nvSpPr>
        <p:spPr>
          <a:xfrm>
            <a:off x="6382870" y="1034281"/>
            <a:ext cx="5199529" cy="646331"/>
          </a:xfrm>
          <a:prstGeom prst="rect">
            <a:avLst/>
          </a:prstGeom>
          <a:noFill/>
          <a:ln w="12700">
            <a:solidFill>
              <a:schemeClr val="tx1"/>
            </a:solidFill>
          </a:ln>
        </p:spPr>
        <p:txBody>
          <a:bodyPr wrap="square" rtlCol="0">
            <a:spAutoFit/>
          </a:bodyPr>
          <a:lstStyle/>
          <a:p>
            <a:r>
              <a:rPr lang="en-US" dirty="0"/>
              <a:t>successful coup or no (successful) coup, military performance.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8982F08-D2D8-0D1D-E94E-751D60914F6C}"/>
                  </a:ext>
                </a:extLst>
              </p:cNvPr>
              <p:cNvSpPr txBox="1"/>
              <p:nvPr/>
            </p:nvSpPr>
            <p:spPr>
              <a:xfrm>
                <a:off x="3648636" y="2654514"/>
                <a:ext cx="8390965" cy="976614"/>
              </a:xfrm>
              <a:prstGeom prst="rect">
                <a:avLst/>
              </a:prstGeom>
              <a:noFill/>
              <a:ln w="1270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successful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coup</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attempt</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otherwise</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mil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performs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well</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war</m:t>
                                </m:r>
                              </m:e>
                            </m:mr>
                            <m:mr>
                              <m:e>
                                <m:r>
                                  <a:rPr lang="en-US" b="0" i="1" smtClean="0">
                                    <a:latin typeface="Cambria Math" panose="02040503050406030204" pitchFamily="18" charset="0"/>
                                  </a:rPr>
                                  <m:t>0</m:t>
                                </m:r>
                              </m:e>
                              <m:e>
                                <m:r>
                                  <m:rPr>
                                    <m:nor/>
                                  </m:rPr>
                                  <a:rPr lang="en-US">
                                    <a:latin typeface="Cambria Math" panose="02040503050406030204" pitchFamily="18" charset="0"/>
                                  </a:rPr>
                                  <m:t>if</m:t>
                                </m:r>
                                <m:r>
                                  <m:rPr>
                                    <m:nor/>
                                  </m:rPr>
                                  <a:rPr lang="en-US">
                                    <a:latin typeface="Cambria Math" panose="02040503050406030204" pitchFamily="18" charset="0"/>
                                  </a:rPr>
                                  <m:t> </m:t>
                                </m:r>
                                <m:r>
                                  <m:rPr>
                                    <m:nor/>
                                  </m:rPr>
                                  <a:rPr lang="en-US">
                                    <a:latin typeface="Cambria Math" panose="02040503050406030204" pitchFamily="18" charset="0"/>
                                  </a:rPr>
                                  <m:t>war</m:t>
                                </m:r>
                                <m:r>
                                  <m:rPr>
                                    <m:nor/>
                                  </m:rPr>
                                  <a:rPr lang="en-US">
                                    <a:latin typeface="Cambria Math" panose="02040503050406030204" pitchFamily="18" charset="0"/>
                                  </a:rPr>
                                  <m:t> </m:t>
                                </m:r>
                                <m:r>
                                  <m:rPr>
                                    <m:nor/>
                                  </m:rPr>
                                  <a:rPr lang="en-US">
                                    <a:latin typeface="Cambria Math" panose="02040503050406030204" pitchFamily="18" charset="0"/>
                                  </a:rPr>
                                  <m:t>and</m:t>
                                </m:r>
                                <m:r>
                                  <m:rPr>
                                    <m:nor/>
                                  </m:rPr>
                                  <a:rPr lang="en-US">
                                    <a:latin typeface="Cambria Math" panose="02040503050406030204" pitchFamily="18" charset="0"/>
                                  </a:rPr>
                                  <m:t> </m:t>
                                </m:r>
                                <m:r>
                                  <m:rPr>
                                    <m:nor/>
                                  </m:rPr>
                                  <a:rPr lang="en-US">
                                    <a:latin typeface="Cambria Math" panose="02040503050406030204" pitchFamily="18" charset="0"/>
                                  </a:rPr>
                                  <m:t>mil</m:t>
                                </m:r>
                                <m:r>
                                  <m:rPr>
                                    <m:nor/>
                                  </m:rPr>
                                  <a:rPr lang="en-US">
                                    <a:latin typeface="Cambria Math" panose="02040503050406030204" pitchFamily="18" charset="0"/>
                                  </a:rPr>
                                  <m:t> </m:t>
                                </m:r>
                                <m:r>
                                  <m:rPr>
                                    <m:nor/>
                                  </m:rPr>
                                  <a:rPr lang="en-US">
                                    <a:latin typeface="Cambria Math" panose="02040503050406030204" pitchFamily="18" charset="0"/>
                                  </a:rPr>
                                  <m:t>performs</m:t>
                                </m:r>
                                <m:r>
                                  <m:rPr>
                                    <m:nor/>
                                  </m:rPr>
                                  <a:rPr lang="en-US">
                                    <a:latin typeface="Cambria Math" panose="02040503050406030204" pitchFamily="18" charset="0"/>
                                  </a:rPr>
                                  <m:t> </m:t>
                                </m:r>
                                <m:r>
                                  <m:rPr>
                                    <m:nor/>
                                  </m:rPr>
                                  <a:rPr lang="en-US">
                                    <a:latin typeface="Cambria Math" panose="02040503050406030204" pitchFamily="18" charset="0"/>
                                  </a:rPr>
                                  <m:t>poorly</m:t>
                                </m:r>
                              </m:e>
                            </m:mr>
                          </m:m>
                        </m:e>
                      </m:d>
                    </m:oMath>
                  </m:oMathPara>
                </a14:m>
                <a:endParaRPr lang="en-US" dirty="0"/>
              </a:p>
            </p:txBody>
          </p:sp>
        </mc:Choice>
        <mc:Fallback xmlns="">
          <p:sp>
            <p:nvSpPr>
              <p:cNvPr id="10" name="TextBox 9">
                <a:extLst>
                  <a:ext uri="{FF2B5EF4-FFF2-40B4-BE49-F238E27FC236}">
                    <a16:creationId xmlns:a16="http://schemas.microsoft.com/office/drawing/2014/main" id="{98982F08-D2D8-0D1D-E94E-751D60914F6C}"/>
                  </a:ext>
                </a:extLst>
              </p:cNvPr>
              <p:cNvSpPr txBox="1">
                <a:spLocks noRot="1" noChangeAspect="1" noMove="1" noResize="1" noEditPoints="1" noAdjustHandles="1" noChangeArrowheads="1" noChangeShapeType="1" noTextEdit="1"/>
              </p:cNvSpPr>
              <p:nvPr/>
            </p:nvSpPr>
            <p:spPr>
              <a:xfrm>
                <a:off x="3648636" y="2654514"/>
                <a:ext cx="8390965" cy="976614"/>
              </a:xfrm>
              <a:prstGeom prst="rect">
                <a:avLst/>
              </a:prstGeom>
              <a:blipFill>
                <a:blip r:embed="rId4"/>
                <a:stretch>
                  <a:fillRect/>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779DF3C7-DCAD-20B8-9C77-8956808A0EAB}"/>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oMath>
                            </m:oMathPara>
                          </a14:m>
                          <a:endParaRPr lang="en-US" sz="1600" dirty="0"/>
                        </a:p>
                      </a:txBody>
                      <a:tcPr>
                        <a:solidFill>
                          <a:schemeClr val="bg1"/>
                        </a:solid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m:t>
                                </m:r>
                              </m:oMath>
                            </m:oMathPara>
                          </a14:m>
                          <a:endParaRPr lang="en-US" sz="1600" dirty="0"/>
                        </a:p>
                      </a:txBody>
                      <a:tcPr>
                        <a:solidFill>
                          <a:schemeClr val="bg1"/>
                        </a:solid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oMath>
                            </m:oMathPara>
                          </a14:m>
                          <a:endParaRPr lang="en-US" sz="1600" dirty="0"/>
                        </a:p>
                      </a:txBody>
                      <a:tcPr>
                        <a:solidFill>
                          <a:schemeClr val="bg1"/>
                        </a:solidFill>
                      </a:tcPr>
                    </a:tc>
                    <a:extLst>
                      <a:ext uri="{0D108BD9-81ED-4DB2-BD59-A6C34878D82A}">
                        <a16:rowId xmlns:a16="http://schemas.microsoft.com/office/drawing/2014/main" val="3591921685"/>
                      </a:ext>
                    </a:extLst>
                  </a:tr>
                </a:tbl>
              </a:graphicData>
            </a:graphic>
          </p:graphicFrame>
        </mc:Choice>
        <mc:Fallback xmlns="">
          <p:graphicFrame>
            <p:nvGraphicFramePr>
              <p:cNvPr id="11" name="Table 10">
                <a:extLst>
                  <a:ext uri="{FF2B5EF4-FFF2-40B4-BE49-F238E27FC236}">
                    <a16:creationId xmlns:a16="http://schemas.microsoft.com/office/drawing/2014/main" id="{779DF3C7-DCAD-20B8-9C77-8956808A0EAB}"/>
                  </a:ext>
                </a:extLst>
              </p:cNvPr>
              <p:cNvGraphicFramePr>
                <a:graphicFrameLocks noGrp="1"/>
              </p:cNvGraphicFramePr>
              <p:nvPr/>
            </p:nvGraphicFramePr>
            <p:xfrm>
              <a:off x="618836" y="4214958"/>
              <a:ext cx="11124930" cy="2595880"/>
            </p:xfrm>
            <a:graphic>
              <a:graphicData uri="http://schemas.openxmlformats.org/drawingml/2006/table">
                <a:tbl>
                  <a:tblPr firstRow="1" bandRow="1">
                    <a:tableStyleId>{5940675A-B579-460E-94D1-54222C63F5DA}</a:tableStyleId>
                  </a:tblPr>
                  <a:tblGrid>
                    <a:gridCol w="3708310">
                      <a:extLst>
                        <a:ext uri="{9D8B030D-6E8A-4147-A177-3AD203B41FA5}">
                          <a16:colId xmlns:a16="http://schemas.microsoft.com/office/drawing/2014/main" val="498697509"/>
                        </a:ext>
                      </a:extLst>
                    </a:gridCol>
                    <a:gridCol w="3708310">
                      <a:extLst>
                        <a:ext uri="{9D8B030D-6E8A-4147-A177-3AD203B41FA5}">
                          <a16:colId xmlns:a16="http://schemas.microsoft.com/office/drawing/2014/main" val="1309553056"/>
                        </a:ext>
                      </a:extLst>
                    </a:gridCol>
                    <a:gridCol w="3708310">
                      <a:extLst>
                        <a:ext uri="{9D8B030D-6E8A-4147-A177-3AD203B41FA5}">
                          <a16:colId xmlns:a16="http://schemas.microsoft.com/office/drawing/2014/main" val="520675655"/>
                        </a:ext>
                      </a:extLst>
                    </a:gridCol>
                  </a:tblGrid>
                  <a:tr h="370840">
                    <a:tc>
                      <a:txBody>
                        <a:bodyPr/>
                        <a:lstStyle/>
                        <a:p>
                          <a:r>
                            <a:rPr lang="en-US" dirty="0"/>
                            <a:t>Outcome</a:t>
                          </a:r>
                        </a:p>
                      </a:txBody>
                      <a:tcPr>
                        <a:solidFill>
                          <a:schemeClr val="bg1"/>
                        </a:solidFill>
                      </a:tcPr>
                    </a:tc>
                    <a:tc>
                      <a:txBody>
                        <a:bodyPr/>
                        <a:lstStyle/>
                        <a:p>
                          <a:r>
                            <a:rPr lang="en-US" dirty="0"/>
                            <a:t>Probability</a:t>
                          </a:r>
                        </a:p>
                      </a:txBody>
                      <a:tcPr>
                        <a:solidFill>
                          <a:schemeClr val="bg1"/>
                        </a:solidFill>
                      </a:tcPr>
                    </a:tc>
                    <a:tc>
                      <a:txBody>
                        <a:bodyPr/>
                        <a:lstStyle/>
                        <a:p>
                          <a:r>
                            <a:rPr lang="en-US" dirty="0"/>
                            <a:t>Utility Level</a:t>
                          </a:r>
                        </a:p>
                      </a:txBody>
                      <a:tcPr>
                        <a:solidFill>
                          <a:schemeClr val="bg1"/>
                        </a:solidFill>
                      </a:tcPr>
                    </a:tc>
                    <a:extLst>
                      <a:ext uri="{0D108BD9-81ED-4DB2-BD59-A6C34878D82A}">
                        <a16:rowId xmlns:a16="http://schemas.microsoft.com/office/drawing/2014/main" val="334522370"/>
                      </a:ext>
                    </a:extLst>
                  </a:tr>
                  <a:tr h="370840">
                    <a:tc>
                      <a:txBody>
                        <a:bodyPr/>
                        <a:lstStyle/>
                        <a:p>
                          <a:r>
                            <a:rPr lang="en-US" sz="1200" dirty="0"/>
                            <a:t>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108197" r="-328" b="-503279"/>
                          </a:stretch>
                        </a:blipFill>
                      </a:tcPr>
                    </a:tc>
                    <a:extLst>
                      <a:ext uri="{0D108BD9-81ED-4DB2-BD59-A6C34878D82A}">
                        <a16:rowId xmlns:a16="http://schemas.microsoft.com/office/drawing/2014/main" val="779444646"/>
                      </a:ext>
                    </a:extLst>
                  </a:tr>
                  <a:tr h="370840">
                    <a:tc>
                      <a:txBody>
                        <a:bodyPr/>
                        <a:lstStyle/>
                        <a:p>
                          <a:r>
                            <a:rPr lang="en-US" sz="1200" dirty="0"/>
                            <a:t>successful coup and no war</a:t>
                          </a:r>
                        </a:p>
                      </a:txBody>
                      <a:tcPr>
                        <a:solidFill>
                          <a:schemeClr val="bg1"/>
                        </a:solidFill>
                      </a:tcPr>
                    </a:tc>
                    <a:tc>
                      <a:txBody>
                        <a:bodyPr/>
                        <a:lstStyle/>
                        <a:p>
                          <a:endParaRPr lang="en-US" sz="1200"/>
                        </a:p>
                      </a:txBody>
                      <a:tcPr>
                        <a:solidFill>
                          <a:schemeClr val="bg1"/>
                        </a:solidFill>
                      </a:tcPr>
                    </a:tc>
                    <a:tc>
                      <a:txBody>
                        <a:bodyPr/>
                        <a:lstStyle/>
                        <a:p>
                          <a:endParaRPr lang="en-US"/>
                        </a:p>
                      </a:txBody>
                      <a:tcPr>
                        <a:blipFill>
                          <a:blip r:embed="rId5"/>
                          <a:stretch>
                            <a:fillRect l="-200000" t="-208197" r="-328" b="-403279"/>
                          </a:stretch>
                        </a:blipFill>
                      </a:tcPr>
                    </a:tc>
                    <a:extLst>
                      <a:ext uri="{0D108BD9-81ED-4DB2-BD59-A6C34878D82A}">
                        <a16:rowId xmlns:a16="http://schemas.microsoft.com/office/drawing/2014/main" val="643812475"/>
                      </a:ext>
                    </a:extLst>
                  </a:tr>
                  <a:tr h="370840">
                    <a:tc>
                      <a:txBody>
                        <a:bodyPr/>
                        <a:lstStyle/>
                        <a:p>
                          <a:r>
                            <a:rPr lang="en-US" sz="1200" dirty="0"/>
                            <a:t>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308197" r="-328" b="-303279"/>
                          </a:stretch>
                        </a:blipFill>
                      </a:tcPr>
                    </a:tc>
                    <a:extLst>
                      <a:ext uri="{0D108BD9-81ED-4DB2-BD59-A6C34878D82A}">
                        <a16:rowId xmlns:a16="http://schemas.microsoft.com/office/drawing/2014/main" val="1257427639"/>
                      </a:ext>
                    </a:extLst>
                  </a:tr>
                  <a:tr h="370840">
                    <a:tc>
                      <a:txBody>
                        <a:bodyPr/>
                        <a:lstStyle/>
                        <a:p>
                          <a:r>
                            <a:rPr lang="en-US" sz="1200" dirty="0"/>
                            <a:t>no successful coup and war and mil performs well</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408197" r="-328" b="-203279"/>
                          </a:stretch>
                        </a:blipFill>
                      </a:tcPr>
                    </a:tc>
                    <a:extLst>
                      <a:ext uri="{0D108BD9-81ED-4DB2-BD59-A6C34878D82A}">
                        <a16:rowId xmlns:a16="http://schemas.microsoft.com/office/drawing/2014/main" val="1861621351"/>
                      </a:ext>
                    </a:extLst>
                  </a:tr>
                  <a:tr h="370840">
                    <a:tc>
                      <a:txBody>
                        <a:bodyPr/>
                        <a:lstStyle/>
                        <a:p>
                          <a:r>
                            <a:rPr lang="en-US" sz="1200" dirty="0"/>
                            <a:t>no successful coup and no war</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508197" r="-328" b="-103279"/>
                          </a:stretch>
                        </a:blipFill>
                      </a:tcPr>
                    </a:tc>
                    <a:extLst>
                      <a:ext uri="{0D108BD9-81ED-4DB2-BD59-A6C34878D82A}">
                        <a16:rowId xmlns:a16="http://schemas.microsoft.com/office/drawing/2014/main" val="3168155367"/>
                      </a:ext>
                    </a:extLst>
                  </a:tr>
                  <a:tr h="370840">
                    <a:tc>
                      <a:txBody>
                        <a:bodyPr/>
                        <a:lstStyle/>
                        <a:p>
                          <a:r>
                            <a:rPr lang="en-US" sz="1200" dirty="0"/>
                            <a:t>no successful coup and war and mil performs poorly</a:t>
                          </a:r>
                        </a:p>
                      </a:txBody>
                      <a:tcPr>
                        <a:solidFill>
                          <a:schemeClr val="bg1"/>
                        </a:solidFill>
                      </a:tcPr>
                    </a:tc>
                    <a:tc>
                      <a:txBody>
                        <a:bodyPr/>
                        <a:lstStyle/>
                        <a:p>
                          <a:endParaRPr lang="en-US" sz="1200" dirty="0"/>
                        </a:p>
                      </a:txBody>
                      <a:tcPr>
                        <a:solidFill>
                          <a:schemeClr val="bg1"/>
                        </a:solidFill>
                      </a:tcPr>
                    </a:tc>
                    <a:tc>
                      <a:txBody>
                        <a:bodyPr/>
                        <a:lstStyle/>
                        <a:p>
                          <a:endParaRPr lang="en-US"/>
                        </a:p>
                      </a:txBody>
                      <a:tcPr>
                        <a:blipFill>
                          <a:blip r:embed="rId5"/>
                          <a:stretch>
                            <a:fillRect l="-200000" t="-608197" r="-328" b="-3279"/>
                          </a:stretch>
                        </a:blipFill>
                      </a:tcPr>
                    </a:tc>
                    <a:extLst>
                      <a:ext uri="{0D108BD9-81ED-4DB2-BD59-A6C34878D82A}">
                        <a16:rowId xmlns:a16="http://schemas.microsoft.com/office/drawing/2014/main" val="3591921685"/>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3CD339A-ECCD-D98D-89FD-177DE16DEA56}"/>
                  </a:ext>
                </a:extLst>
              </p:cNvPr>
              <p:cNvSpPr txBox="1"/>
              <p:nvPr/>
            </p:nvSpPr>
            <p:spPr>
              <a:xfrm>
                <a:off x="4556244" y="4577322"/>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2" name="TextBox 11">
                <a:extLst>
                  <a:ext uri="{FF2B5EF4-FFF2-40B4-BE49-F238E27FC236}">
                    <a16:creationId xmlns:a16="http://schemas.microsoft.com/office/drawing/2014/main" id="{73CD339A-ECCD-D98D-89FD-177DE16DEA56}"/>
                  </a:ext>
                </a:extLst>
              </p:cNvPr>
              <p:cNvSpPr txBox="1">
                <a:spLocks noRot="1" noChangeAspect="1" noMove="1" noResize="1" noEditPoints="1" noAdjustHandles="1" noChangeArrowheads="1" noChangeShapeType="1" noTextEdit="1"/>
              </p:cNvSpPr>
              <p:nvPr/>
            </p:nvSpPr>
            <p:spPr>
              <a:xfrm>
                <a:off x="4556244" y="4577322"/>
                <a:ext cx="2974109" cy="3864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6C3BAF2-1813-C081-5CC4-32655509CC79}"/>
                  </a:ext>
                </a:extLst>
              </p:cNvPr>
              <p:cNvSpPr txBox="1"/>
              <p:nvPr/>
            </p:nvSpPr>
            <p:spPr>
              <a:xfrm>
                <a:off x="4556243" y="4939686"/>
                <a:ext cx="2974109" cy="386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accent2"/>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box>
                    </m:oMath>
                  </m:oMathPara>
                </a14:m>
                <a:endParaRPr lang="en-US" sz="1600" dirty="0">
                  <a:solidFill>
                    <a:schemeClr val="accent2"/>
                  </a:solidFill>
                </a:endParaRPr>
              </a:p>
            </p:txBody>
          </p:sp>
        </mc:Choice>
        <mc:Fallback xmlns="">
          <p:sp>
            <p:nvSpPr>
              <p:cNvPr id="13" name="TextBox 12">
                <a:extLst>
                  <a:ext uri="{FF2B5EF4-FFF2-40B4-BE49-F238E27FC236}">
                    <a16:creationId xmlns:a16="http://schemas.microsoft.com/office/drawing/2014/main" id="{36C3BAF2-1813-C081-5CC4-32655509CC79}"/>
                  </a:ext>
                </a:extLst>
              </p:cNvPr>
              <p:cNvSpPr txBox="1">
                <a:spLocks noRot="1" noChangeAspect="1" noMove="1" noResize="1" noEditPoints="1" noAdjustHandles="1" noChangeArrowheads="1" noChangeShapeType="1" noTextEdit="1"/>
              </p:cNvSpPr>
              <p:nvPr/>
            </p:nvSpPr>
            <p:spPr>
              <a:xfrm>
                <a:off x="4556243" y="4939686"/>
                <a:ext cx="2974109" cy="3864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4CEA1E0-5E5C-2BDD-9B67-0FC77C89C0E3}"/>
                  </a:ext>
                </a:extLst>
              </p:cNvPr>
              <p:cNvSpPr txBox="1"/>
              <p:nvPr/>
            </p:nvSpPr>
            <p:spPr>
              <a:xfrm>
                <a:off x="4556242" y="5293156"/>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e>
                          </m:d>
                        </m:e>
                      </m:box>
                    </m:oMath>
                  </m:oMathPara>
                </a14:m>
                <a:endParaRPr lang="en-US" sz="1600" dirty="0">
                  <a:solidFill>
                    <a:schemeClr val="accent2"/>
                  </a:solidFill>
                </a:endParaRPr>
              </a:p>
            </p:txBody>
          </p:sp>
        </mc:Choice>
        <mc:Fallback xmlns="">
          <p:sp>
            <p:nvSpPr>
              <p:cNvPr id="14" name="TextBox 13">
                <a:extLst>
                  <a:ext uri="{FF2B5EF4-FFF2-40B4-BE49-F238E27FC236}">
                    <a16:creationId xmlns:a16="http://schemas.microsoft.com/office/drawing/2014/main" id="{F4CEA1E0-5E5C-2BDD-9B67-0FC77C89C0E3}"/>
                  </a:ext>
                </a:extLst>
              </p:cNvPr>
              <p:cNvSpPr txBox="1">
                <a:spLocks noRot="1" noChangeAspect="1" noMove="1" noResize="1" noEditPoints="1" noAdjustHandles="1" noChangeArrowheads="1" noChangeShapeType="1" noTextEdit="1"/>
              </p:cNvSpPr>
              <p:nvPr/>
            </p:nvSpPr>
            <p:spPr>
              <a:xfrm>
                <a:off x="4556242" y="5293156"/>
                <a:ext cx="2974109" cy="3906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6B763FA-4B3C-7926-484F-BD78220E9139}"/>
                  </a:ext>
                </a:extLst>
              </p:cNvPr>
              <p:cNvSpPr txBox="1"/>
              <p:nvPr/>
            </p:nvSpPr>
            <p:spPr>
              <a:xfrm>
                <a:off x="4608945" y="5660320"/>
                <a:ext cx="2974109" cy="39812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+1</m:t>
                                  </m:r>
                                </m:den>
                              </m:f>
                            </m:e>
                          </m:box>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box>
                    </m:oMath>
                  </m:oMathPara>
                </a14:m>
                <a:endParaRPr lang="en-US" sz="1600" dirty="0">
                  <a:solidFill>
                    <a:schemeClr val="tx1"/>
                  </a:solidFill>
                </a:endParaRPr>
              </a:p>
            </p:txBody>
          </p:sp>
        </mc:Choice>
        <mc:Fallback xmlns="">
          <p:sp>
            <p:nvSpPr>
              <p:cNvPr id="15" name="TextBox 14">
                <a:extLst>
                  <a:ext uri="{FF2B5EF4-FFF2-40B4-BE49-F238E27FC236}">
                    <a16:creationId xmlns:a16="http://schemas.microsoft.com/office/drawing/2014/main" id="{D6B763FA-4B3C-7926-484F-BD78220E9139}"/>
                  </a:ext>
                </a:extLst>
              </p:cNvPr>
              <p:cNvSpPr txBox="1">
                <a:spLocks noRot="1" noChangeAspect="1" noMove="1" noResize="1" noEditPoints="1" noAdjustHandles="1" noChangeArrowheads="1" noChangeShapeType="1" noTextEdit="1"/>
              </p:cNvSpPr>
              <p:nvPr/>
            </p:nvSpPr>
            <p:spPr>
              <a:xfrm>
                <a:off x="4608945" y="5660320"/>
                <a:ext cx="2974109" cy="39812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44486E0-E637-678C-0DD8-F47FB18353B7}"/>
                  </a:ext>
                </a:extLst>
              </p:cNvPr>
              <p:cNvSpPr txBox="1"/>
              <p:nvPr/>
            </p:nvSpPr>
            <p:spPr>
              <a:xfrm>
                <a:off x="4608945" y="6036518"/>
                <a:ext cx="2974109"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81</m:t>
                                  </m:r>
                                </m:num>
                                <m:den>
                                  <m:r>
                                    <a:rPr lang="en-US" sz="1600" b="0" i="1" smtClean="0">
                                      <a:solidFill>
                                        <a:schemeClr val="tx1"/>
                                      </a:solidFill>
                                      <a:latin typeface="Cambria Math" panose="02040503050406030204" pitchFamily="18" charset="0"/>
                                    </a:rPr>
                                    <m:t>100</m:t>
                                  </m:r>
                                </m:den>
                              </m:f>
                            </m:e>
                          </m:box>
                        </m:e>
                      </m:box>
                    </m:oMath>
                  </m:oMathPara>
                </a14:m>
                <a:endParaRPr lang="en-US" sz="1600" dirty="0">
                  <a:solidFill>
                    <a:schemeClr val="tx1"/>
                  </a:solidFill>
                </a:endParaRPr>
              </a:p>
            </p:txBody>
          </p:sp>
        </mc:Choice>
        <mc:Fallback xmlns="">
          <p:sp>
            <p:nvSpPr>
              <p:cNvPr id="16" name="TextBox 15">
                <a:extLst>
                  <a:ext uri="{FF2B5EF4-FFF2-40B4-BE49-F238E27FC236}">
                    <a16:creationId xmlns:a16="http://schemas.microsoft.com/office/drawing/2014/main" id="{F44486E0-E637-678C-0DD8-F47FB18353B7}"/>
                  </a:ext>
                </a:extLst>
              </p:cNvPr>
              <p:cNvSpPr txBox="1">
                <a:spLocks noRot="1" noChangeAspect="1" noMove="1" noResize="1" noEditPoints="1" noAdjustHandles="1" noChangeArrowheads="1" noChangeShapeType="1" noTextEdit="1"/>
              </p:cNvSpPr>
              <p:nvPr/>
            </p:nvSpPr>
            <p:spPr>
              <a:xfrm>
                <a:off x="4608945" y="6036518"/>
                <a:ext cx="2974109" cy="3906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741B9B-7DF8-E03E-E4B1-E9E3FCF41653}"/>
                  </a:ext>
                </a:extLst>
              </p:cNvPr>
              <p:cNvSpPr txBox="1"/>
              <p:nvPr/>
            </p:nvSpPr>
            <p:spPr>
              <a:xfrm>
                <a:off x="4436715" y="6423678"/>
                <a:ext cx="3489172" cy="3906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solidFill>
                                <a:schemeClr val="tx1"/>
                              </a:solidFill>
                              <a:latin typeface="Cambria Math" panose="02040503050406030204" pitchFamily="18" charset="0"/>
                            </a:rPr>
                          </m:ctrlPr>
                        </m:boxPr>
                        <m:e>
                          <m:argPr>
                            <m:argSz m:val="-1"/>
                          </m:argPr>
                          <m:f>
                            <m:fPr>
                              <m:ctrlPr>
                                <a:rPr lang="en-US" sz="160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100</m:t>
                              </m:r>
                            </m:den>
                          </m:f>
                          <m:r>
                            <a:rPr lang="en-US" sz="1600" b="0" i="1" smtClean="0">
                              <a:solidFill>
                                <a:schemeClr val="tx1"/>
                              </a:solidFill>
                              <a:latin typeface="Cambria Math" panose="02040503050406030204" pitchFamily="18" charset="0"/>
                            </a:rPr>
                            <m:t>×</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𝑏</m:t>
                                      </m:r>
                                    </m:num>
                                    <m:den>
                                      <m:r>
                                        <a:rPr lang="en-US" sz="1600" b="0" i="1" smtClean="0">
                                          <a:solidFill>
                                            <a:schemeClr val="tx1"/>
                                          </a:solidFill>
                                          <a:latin typeface="Cambria Math" panose="02040503050406030204" pitchFamily="18" charset="0"/>
                                        </a:rPr>
                                        <m:t>𝑏</m:t>
                                      </m:r>
                                      <m:r>
                                        <a:rPr lang="en-US" sz="1600" b="0" i="1" smtClean="0">
                                          <a:solidFill>
                                            <a:schemeClr val="tx1"/>
                                          </a:solidFill>
                                          <a:latin typeface="Cambria Math" panose="02040503050406030204" pitchFamily="18" charset="0"/>
                                        </a:rPr>
                                        <m:t>+2</m:t>
                                      </m:r>
                                    </m:den>
                                  </m:f>
                                </m:e>
                              </m:box>
                            </m:e>
                          </m:d>
                          <m:r>
                            <a:rPr lang="en-US" sz="1600" b="0" i="1" smtClean="0">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r>
                            <a:rPr lang="en-US" sz="1600" b="0" i="1" smtClean="0">
                              <a:solidFill>
                                <a:schemeClr val="tx1"/>
                              </a:solidFill>
                              <a:latin typeface="Cambria Math" panose="02040503050406030204" pitchFamily="18" charset="0"/>
                            </a:rPr>
                            <m:t>+</m:t>
                          </m:r>
                          <m:box>
                            <m:boxPr>
                              <m:ctrlPr>
                                <a:rPr lang="en-US" sz="1600" b="0" i="1" smtClean="0">
                                  <a:solidFill>
                                    <a:schemeClr val="tx1"/>
                                  </a:solidFill>
                                  <a:latin typeface="Cambria Math" panose="02040503050406030204" pitchFamily="18" charset="0"/>
                                </a:rPr>
                              </m:ctrlPr>
                            </m:boxPr>
                            <m:e>
                              <m:argPr>
                                <m:argSz m:val="-1"/>
                              </m:argP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9</m:t>
                                  </m:r>
                                </m:num>
                                <m:den>
                                  <m:r>
                                    <a:rPr lang="en-US" sz="1600" b="0" i="1" smtClean="0">
                                      <a:solidFill>
                                        <a:schemeClr val="tx1"/>
                                      </a:solidFill>
                                      <a:latin typeface="Cambria Math" panose="02040503050406030204" pitchFamily="18" charset="0"/>
                                    </a:rPr>
                                    <m:t>100</m:t>
                                  </m:r>
                                </m:den>
                              </m:f>
                            </m:e>
                          </m:box>
                          <m:r>
                            <a:rPr lang="en-US" sz="1600" i="1">
                              <a:solidFill>
                                <a:schemeClr val="tx1"/>
                              </a:solidFill>
                              <a:latin typeface="Cambria Math" panose="02040503050406030204" pitchFamily="18" charset="0"/>
                            </a:rPr>
                            <m:t>×</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1−</m:t>
                              </m:r>
                              <m:box>
                                <m:boxPr>
                                  <m:ctrlPr>
                                    <a:rPr lang="en-US" sz="1600" i="1">
                                      <a:solidFill>
                                        <a:schemeClr val="tx1"/>
                                      </a:solidFill>
                                      <a:latin typeface="Cambria Math" panose="02040503050406030204" pitchFamily="18" charset="0"/>
                                    </a:rPr>
                                  </m:ctrlPr>
                                </m:boxPr>
                                <m:e>
                                  <m:argPr>
                                    <m:argSz m:val="-1"/>
                                  </m:argPr>
                                  <m:f>
                                    <m:fPr>
                                      <m:ctrlPr>
                                        <a:rPr lang="en-US" sz="1600" i="1">
                                          <a:solidFill>
                                            <a:schemeClr val="tx1"/>
                                          </a:solidFill>
                                          <a:latin typeface="Cambria Math" panose="02040503050406030204" pitchFamily="18" charset="0"/>
                                        </a:rPr>
                                      </m:ctrlPr>
                                    </m:fPr>
                                    <m:num>
                                      <m:r>
                                        <a:rPr lang="en-US" sz="1600" i="1">
                                          <a:solidFill>
                                            <a:schemeClr val="tx1"/>
                                          </a:solidFill>
                                          <a:latin typeface="Cambria Math" panose="02040503050406030204" pitchFamily="18" charset="0"/>
                                        </a:rPr>
                                        <m:t>𝑏</m:t>
                                      </m:r>
                                    </m:num>
                                    <m:den>
                                      <m:r>
                                        <a:rPr lang="en-US" sz="1600" i="1">
                                          <a:solidFill>
                                            <a:schemeClr val="tx1"/>
                                          </a:solidFill>
                                          <a:latin typeface="Cambria Math" panose="02040503050406030204" pitchFamily="18" charset="0"/>
                                        </a:rPr>
                                        <m:t>𝑏</m:t>
                                      </m:r>
                                      <m:r>
                                        <a:rPr lang="en-US" sz="1600" i="1">
                                          <a:solidFill>
                                            <a:schemeClr val="tx1"/>
                                          </a:solidFill>
                                          <a:latin typeface="Cambria Math" panose="02040503050406030204" pitchFamily="18" charset="0"/>
                                        </a:rPr>
                                        <m:t>+1</m:t>
                                      </m:r>
                                    </m:den>
                                  </m:f>
                                </m:e>
                              </m:box>
                            </m:e>
                          </m:d>
                        </m:e>
                      </m:box>
                    </m:oMath>
                  </m:oMathPara>
                </a14:m>
                <a:endParaRPr lang="en-US" sz="1600" dirty="0">
                  <a:solidFill>
                    <a:schemeClr val="tx1"/>
                  </a:solidFill>
                </a:endParaRPr>
              </a:p>
            </p:txBody>
          </p:sp>
        </mc:Choice>
        <mc:Fallback xmlns="">
          <p:sp>
            <p:nvSpPr>
              <p:cNvPr id="17" name="TextBox 16">
                <a:extLst>
                  <a:ext uri="{FF2B5EF4-FFF2-40B4-BE49-F238E27FC236}">
                    <a16:creationId xmlns:a16="http://schemas.microsoft.com/office/drawing/2014/main" id="{83741B9B-7DF8-E03E-E4B1-E9E3FCF41653}"/>
                  </a:ext>
                </a:extLst>
              </p:cNvPr>
              <p:cNvSpPr txBox="1">
                <a:spLocks noRot="1" noChangeAspect="1" noMove="1" noResize="1" noEditPoints="1" noAdjustHandles="1" noChangeArrowheads="1" noChangeShapeType="1" noTextEdit="1"/>
              </p:cNvSpPr>
              <p:nvPr/>
            </p:nvSpPr>
            <p:spPr>
              <a:xfrm>
                <a:off x="4436715" y="6423678"/>
                <a:ext cx="3489172" cy="3906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EA74B5B-8729-4438-972C-E111C94E5043}"/>
                  </a:ext>
                </a:extLst>
              </p:cNvPr>
              <p:cNvSpPr txBox="1"/>
              <p:nvPr/>
            </p:nvSpPr>
            <p:spPr>
              <a:xfrm>
                <a:off x="448235" y="233082"/>
                <a:ext cx="11519648" cy="3815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noAutofit/>
              </a:bodyPr>
              <a:lstStyle/>
              <a:p>
                <a:r>
                  <a:rPr lang="en-US" dirty="0"/>
                  <a:t>TRY IT: Compute the expected utility as a function of the military budget </a:t>
                </a:r>
                <a14:m>
                  <m:oMath xmlns:m="http://schemas.openxmlformats.org/officeDocument/2006/math">
                    <m:r>
                      <a:rPr lang="en-US" b="0" i="1" smtClean="0">
                        <a:latin typeface="Cambria Math" panose="02040503050406030204" pitchFamily="18" charset="0"/>
                      </a:rPr>
                      <m:t>𝑏</m:t>
                    </m:r>
                  </m:oMath>
                </a14:m>
                <a:r>
                  <a:rPr lang="en-US" dirty="0"/>
                  <a:t>.</a:t>
                </a:r>
              </a:p>
              <a:p>
                <a:endParaRPr lang="en-US" dirty="0"/>
              </a:p>
              <a:p>
                <a:r>
                  <a:rPr lang="en-US" dirty="0"/>
                  <a:t>Note 1: Remember the expected utility formula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𝑁</m:t>
                        </m:r>
                      </m:sub>
                    </m:sSub>
                  </m:oMath>
                </a14:m>
                <a:endParaRPr lang="en-US" dirty="0"/>
              </a:p>
              <a:p>
                <a:endParaRPr lang="en-US" dirty="0"/>
              </a:p>
              <a:p>
                <a:r>
                  <a:rPr lang="en-US" dirty="0"/>
                  <a:t>Note 2: Notice that a bunch of the </a:t>
                </a:r>
                <a14:m>
                  <m:oMath xmlns:m="http://schemas.openxmlformats.org/officeDocument/2006/math">
                    <m:r>
                      <a:rPr lang="en-US" b="0" i="1" smtClean="0">
                        <a:latin typeface="Cambria Math" panose="02040503050406030204" pitchFamily="18" charset="0"/>
                      </a:rPr>
                      <m:t>𝑢</m:t>
                    </m:r>
                  </m:oMath>
                </a14:m>
                <a:r>
                  <a:rPr lang="en-US" dirty="0"/>
                  <a:t>’s are 0!!!  For those utility levels, the expression for the probability does not matter!</a:t>
                </a:r>
              </a:p>
            </p:txBody>
          </p:sp>
        </mc:Choice>
        <mc:Fallback xmlns="">
          <p:sp>
            <p:nvSpPr>
              <p:cNvPr id="18" name="TextBox 17">
                <a:extLst>
                  <a:ext uri="{FF2B5EF4-FFF2-40B4-BE49-F238E27FC236}">
                    <a16:creationId xmlns:a16="http://schemas.microsoft.com/office/drawing/2014/main" id="{AEA74B5B-8729-4438-972C-E111C94E5043}"/>
                  </a:ext>
                </a:extLst>
              </p:cNvPr>
              <p:cNvSpPr txBox="1">
                <a:spLocks noRot="1" noChangeAspect="1" noMove="1" noResize="1" noEditPoints="1" noAdjustHandles="1" noChangeArrowheads="1" noChangeShapeType="1" noTextEdit="1"/>
              </p:cNvSpPr>
              <p:nvPr/>
            </p:nvSpPr>
            <p:spPr>
              <a:xfrm>
                <a:off x="448235" y="233082"/>
                <a:ext cx="11519648" cy="3815460"/>
              </a:xfrm>
              <a:prstGeom prst="rect">
                <a:avLst/>
              </a:prstGeom>
              <a:blipFill>
                <a:blip r:embed="rId12"/>
                <a:stretch>
                  <a:fillRect l="-423" t="-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C2D3490-5B16-F128-19EE-24F191CA28F4}"/>
                  </a:ext>
                </a:extLst>
              </p:cNvPr>
              <p:cNvSpPr txBox="1"/>
              <p:nvPr/>
            </p:nvSpPr>
            <p:spPr>
              <a:xfrm>
                <a:off x="2292283" y="2647414"/>
                <a:ext cx="7607431"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100</m:t>
                          </m:r>
                        </m:den>
                      </m:f>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9</m:t>
                              </m:r>
                              <m:r>
                                <a:rPr lang="en-US" sz="2400" b="0" i="1" smtClean="0">
                                  <a:latin typeface="Cambria Math" panose="02040503050406030204" pitchFamily="18" charset="0"/>
                                </a:rPr>
                                <m:t>𝑏</m:t>
                              </m:r>
                              <m:r>
                                <a:rPr lang="en-US" sz="2400" b="0" i="1" smtClean="0">
                                  <a:latin typeface="Cambria Math" panose="02040503050406030204" pitchFamily="18" charset="0"/>
                                </a:rPr>
                                <m:t>+20</m:t>
                              </m:r>
                            </m:num>
                            <m:den>
                              <m:r>
                                <a:rPr lang="en-US" sz="2400" b="0" i="1" smtClean="0">
                                  <a:latin typeface="Cambria Math" panose="02040503050406030204" pitchFamily="18" charset="0"/>
                                </a:rPr>
                                <m:t>𝑏</m:t>
                              </m:r>
                              <m:r>
                                <a:rPr lang="en-US" sz="2400" b="0" i="1" smtClean="0">
                                  <a:latin typeface="Cambria Math" panose="02040503050406030204" pitchFamily="18" charset="0"/>
                                </a:rPr>
                                <m:t>+2</m:t>
                              </m:r>
                            </m:den>
                          </m:f>
                        </m:e>
                      </m:d>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11</m:t>
                              </m:r>
                              <m:r>
                                <a:rPr lang="en-US" sz="2400" b="0" i="1" smtClean="0">
                                  <a:latin typeface="Cambria Math" panose="02040503050406030204" pitchFamily="18" charset="0"/>
                                </a:rPr>
                                <m:t>𝑏</m:t>
                              </m:r>
                              <m:r>
                                <a:rPr lang="en-US" sz="2400" b="0" i="1" smtClean="0">
                                  <a:latin typeface="Cambria Math" panose="02040503050406030204" pitchFamily="18" charset="0"/>
                                </a:rPr>
                                <m:t>+9</m:t>
                              </m:r>
                            </m:num>
                            <m:den>
                              <m:r>
                                <a:rPr lang="en-US" sz="2400" b="0" i="1" smtClean="0">
                                  <a:latin typeface="Cambria Math" panose="02040503050406030204" pitchFamily="18" charset="0"/>
                                </a:rPr>
                                <m:t>𝑏</m:t>
                              </m:r>
                              <m:r>
                                <a:rPr lang="en-US" sz="2400" b="0" i="1" smtClean="0">
                                  <a:latin typeface="Cambria Math" panose="02040503050406030204" pitchFamily="18" charset="0"/>
                                </a:rPr>
                                <m:t>+1</m:t>
                              </m:r>
                            </m:den>
                          </m:f>
                        </m:e>
                      </m:d>
                    </m:oMath>
                  </m:oMathPara>
                </a14:m>
                <a:endParaRPr lang="en-US" sz="2400" dirty="0"/>
              </a:p>
            </p:txBody>
          </p:sp>
        </mc:Choice>
        <mc:Fallback xmlns="">
          <p:sp>
            <p:nvSpPr>
              <p:cNvPr id="19" name="TextBox 18">
                <a:extLst>
                  <a:ext uri="{FF2B5EF4-FFF2-40B4-BE49-F238E27FC236}">
                    <a16:creationId xmlns:a16="http://schemas.microsoft.com/office/drawing/2014/main" id="{DC2D3490-5B16-F128-19EE-24F191CA28F4}"/>
                  </a:ext>
                </a:extLst>
              </p:cNvPr>
              <p:cNvSpPr txBox="1">
                <a:spLocks noRot="1" noChangeAspect="1" noMove="1" noResize="1" noEditPoints="1" noAdjustHandles="1" noChangeArrowheads="1" noChangeShapeType="1" noTextEdit="1"/>
              </p:cNvSpPr>
              <p:nvPr/>
            </p:nvSpPr>
            <p:spPr>
              <a:xfrm>
                <a:off x="2292283" y="2647414"/>
                <a:ext cx="7607431" cy="922176"/>
              </a:xfrm>
              <a:prstGeom prst="rect">
                <a:avLst/>
              </a:prstGeom>
              <a:blipFill>
                <a:blip r:embed="rId13"/>
                <a:stretch>
                  <a:fillRect/>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50BB19DB-59D9-4D87-E99F-5C8169E61589}"/>
              </a:ext>
            </a:extLst>
          </p:cNvPr>
          <p:cNvSpPr/>
          <p:nvPr/>
        </p:nvSpPr>
        <p:spPr>
          <a:xfrm>
            <a:off x="0" y="0"/>
            <a:ext cx="12192000" cy="6858000"/>
          </a:xfrm>
          <a:prstGeom prst="rect">
            <a:avLst/>
          </a:prstGeom>
          <a:solidFill>
            <a:srgbClr val="262626">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8B25221-FF5A-D336-20CE-A80101B07DDD}"/>
              </a:ext>
            </a:extLst>
          </p:cNvPr>
          <p:cNvSpPr txBox="1"/>
          <p:nvPr/>
        </p:nvSpPr>
        <p:spPr>
          <a:xfrm rot="19842687">
            <a:off x="345140" y="742233"/>
            <a:ext cx="1746085" cy="3804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It looks like this</a:t>
            </a:r>
          </a:p>
        </p:txBody>
      </p:sp>
      <p:pic>
        <p:nvPicPr>
          <p:cNvPr id="23" name="Picture 22" descr="A graph with a green line&#10;&#10;AI-generated content may be incorrect.">
            <a:extLst>
              <a:ext uri="{FF2B5EF4-FFF2-40B4-BE49-F238E27FC236}">
                <a16:creationId xmlns:a16="http://schemas.microsoft.com/office/drawing/2014/main" id="{853F5386-572D-E888-C316-82D79AB24D6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582494" y="1288699"/>
            <a:ext cx="8453273" cy="5165889"/>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520F6DE-D42F-0B88-89C6-FEDBEDDB6CB9}"/>
                  </a:ext>
                </a:extLst>
              </p:cNvPr>
              <p:cNvSpPr txBox="1"/>
              <p:nvPr/>
            </p:nvSpPr>
            <p:spPr>
              <a:xfrm>
                <a:off x="1988131" y="215555"/>
                <a:ext cx="7607431" cy="9221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100</m:t>
                          </m:r>
                        </m:den>
                      </m:f>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9</m:t>
                              </m:r>
                              <m:r>
                                <a:rPr lang="en-US" sz="2400" b="0" i="1" smtClean="0">
                                  <a:latin typeface="Cambria Math" panose="02040503050406030204" pitchFamily="18" charset="0"/>
                                </a:rPr>
                                <m:t>𝑏</m:t>
                              </m:r>
                              <m:r>
                                <a:rPr lang="en-US" sz="2400" b="0" i="1" smtClean="0">
                                  <a:latin typeface="Cambria Math" panose="02040503050406030204" pitchFamily="18" charset="0"/>
                                </a:rPr>
                                <m:t>+20</m:t>
                              </m:r>
                            </m:num>
                            <m:den>
                              <m:r>
                                <a:rPr lang="en-US" sz="2400" b="0" i="1" smtClean="0">
                                  <a:latin typeface="Cambria Math" panose="02040503050406030204" pitchFamily="18" charset="0"/>
                                </a:rPr>
                                <m:t>𝑏</m:t>
                              </m:r>
                              <m:r>
                                <a:rPr lang="en-US" sz="2400" b="0" i="1" smtClean="0">
                                  <a:latin typeface="Cambria Math" panose="02040503050406030204" pitchFamily="18" charset="0"/>
                                </a:rPr>
                                <m:t>+2</m:t>
                              </m:r>
                            </m:den>
                          </m:f>
                        </m:e>
                      </m:d>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11</m:t>
                              </m:r>
                              <m:r>
                                <a:rPr lang="en-US" sz="2400" b="0" i="1" smtClean="0">
                                  <a:latin typeface="Cambria Math" panose="02040503050406030204" pitchFamily="18" charset="0"/>
                                </a:rPr>
                                <m:t>𝑏</m:t>
                              </m:r>
                              <m:r>
                                <a:rPr lang="en-US" sz="2400" b="0" i="1" smtClean="0">
                                  <a:latin typeface="Cambria Math" panose="02040503050406030204" pitchFamily="18" charset="0"/>
                                </a:rPr>
                                <m:t>+9</m:t>
                              </m:r>
                            </m:num>
                            <m:den>
                              <m:r>
                                <a:rPr lang="en-US" sz="2400" b="0" i="1" smtClean="0">
                                  <a:latin typeface="Cambria Math" panose="02040503050406030204" pitchFamily="18" charset="0"/>
                                </a:rPr>
                                <m:t>𝑏</m:t>
                              </m:r>
                              <m:r>
                                <a:rPr lang="en-US" sz="2400" b="0" i="1" smtClean="0">
                                  <a:latin typeface="Cambria Math" panose="02040503050406030204" pitchFamily="18" charset="0"/>
                                </a:rPr>
                                <m:t>+1</m:t>
                              </m:r>
                            </m:den>
                          </m:f>
                        </m:e>
                      </m:d>
                    </m:oMath>
                  </m:oMathPara>
                </a14:m>
                <a:endParaRPr lang="en-US" sz="2400" dirty="0"/>
              </a:p>
            </p:txBody>
          </p:sp>
        </mc:Choice>
        <mc:Fallback xmlns="">
          <p:sp>
            <p:nvSpPr>
              <p:cNvPr id="24" name="TextBox 23">
                <a:extLst>
                  <a:ext uri="{FF2B5EF4-FFF2-40B4-BE49-F238E27FC236}">
                    <a16:creationId xmlns:a16="http://schemas.microsoft.com/office/drawing/2014/main" id="{4520F6DE-D42F-0B88-89C6-FEDBEDDB6CB9}"/>
                  </a:ext>
                </a:extLst>
              </p:cNvPr>
              <p:cNvSpPr txBox="1">
                <a:spLocks noRot="1" noChangeAspect="1" noMove="1" noResize="1" noEditPoints="1" noAdjustHandles="1" noChangeArrowheads="1" noChangeShapeType="1" noTextEdit="1"/>
              </p:cNvSpPr>
              <p:nvPr/>
            </p:nvSpPr>
            <p:spPr>
              <a:xfrm>
                <a:off x="1988131" y="215555"/>
                <a:ext cx="7607431" cy="922176"/>
              </a:xfrm>
              <a:prstGeom prst="rect">
                <a:avLst/>
              </a:prstGeom>
              <a:blipFill>
                <a:blip r:embed="rId15"/>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FEBE6D60-5DE6-B116-4C8E-7DA7755F2314}"/>
              </a:ext>
            </a:extLst>
          </p:cNvPr>
          <p:cNvSpPr txBox="1"/>
          <p:nvPr/>
        </p:nvSpPr>
        <p:spPr>
          <a:xfrm rot="1076799">
            <a:off x="8994129" y="915543"/>
            <a:ext cx="2525383" cy="92333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b="1" dirty="0"/>
              <a:t>The expected utility is SINGLE PEAKED in the military budget!!!</a:t>
            </a:r>
          </a:p>
        </p:txBody>
      </p:sp>
      <p:cxnSp>
        <p:nvCxnSpPr>
          <p:cNvPr id="26" name="Straight Connector 25">
            <a:extLst>
              <a:ext uri="{FF2B5EF4-FFF2-40B4-BE49-F238E27FC236}">
                <a16:creationId xmlns:a16="http://schemas.microsoft.com/office/drawing/2014/main" id="{60E14415-03F6-7FB2-0B63-CF3E33181735}"/>
              </a:ext>
            </a:extLst>
          </p:cNvPr>
          <p:cNvCxnSpPr/>
          <p:nvPr/>
        </p:nvCxnSpPr>
        <p:spPr>
          <a:xfrm>
            <a:off x="3091993" y="1224572"/>
            <a:ext cx="0" cy="5007256"/>
          </a:xfrm>
          <a:prstGeom prst="line">
            <a:avLst/>
          </a:prstGeom>
          <a:ln w="5715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6366358-F0D4-2F2A-D46B-79D7445A415F}"/>
              </a:ext>
            </a:extLst>
          </p:cNvPr>
          <p:cNvSpPr txBox="1"/>
          <p:nvPr/>
        </p:nvSpPr>
        <p:spPr>
          <a:xfrm rot="957990">
            <a:off x="3462761" y="4570825"/>
            <a:ext cx="1432050"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ideal point about here</a:t>
            </a:r>
          </a:p>
        </p:txBody>
      </p:sp>
      <p:cxnSp>
        <p:nvCxnSpPr>
          <p:cNvPr id="29" name="Straight Arrow Connector 28">
            <a:extLst>
              <a:ext uri="{FF2B5EF4-FFF2-40B4-BE49-F238E27FC236}">
                <a16:creationId xmlns:a16="http://schemas.microsoft.com/office/drawing/2014/main" id="{641D452F-3080-D949-6AC4-FCEEFC8A8B0C}"/>
              </a:ext>
            </a:extLst>
          </p:cNvPr>
          <p:cNvCxnSpPr/>
          <p:nvPr/>
        </p:nvCxnSpPr>
        <p:spPr>
          <a:xfrm flipH="1">
            <a:off x="3159293" y="5102699"/>
            <a:ext cx="551537" cy="6756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25" name="Camera 24">
            <a:extLst>
              <a:ext uri="{FF2B5EF4-FFF2-40B4-BE49-F238E27FC236}">
                <a16:creationId xmlns:a16="http://schemas.microsoft.com/office/drawing/2014/main" id="{805C3A36-56FA-22B2-45FC-6185C3647DD9}"/>
              </a:ext>
            </a:extLst>
          </p:cNvPr>
          <p:cNvPicPr>
            <a:picLocks noChangeAspect="1"/>
            <a:extLst>
              <a:ext uri="{51228E76-BA90-4043-B771-695A4F85340A}">
                <alf:liveFeedProps xmlns:alf="http://schemas.microsoft.com/office/drawing/2021/livefeed"/>
              </a:ext>
            </a:extLst>
          </p:cNvPicPr>
          <p:nvPr/>
        </p:nvPicPr>
        <p:blipFill>
          <a:blip r:embed="rId16">
            <a:extLst>
              <a:ext uri="{96DAC541-7B7A-43D3-8B79-37D633B846F1}">
                <asvg:svgBlip xmlns:asvg="http://schemas.microsoft.com/office/drawing/2016/SVG/main" r:embed="rId17"/>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9406341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32E79-DE5F-C19F-7C97-8E47BC9D2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277EC-BADE-7463-095F-A0DB5730A9D8}"/>
              </a:ext>
            </a:extLst>
          </p:cNvPr>
          <p:cNvSpPr>
            <a:spLocks noGrp="1"/>
          </p:cNvSpPr>
          <p:nvPr>
            <p:ph type="title"/>
          </p:nvPr>
        </p:nvSpPr>
        <p:spPr/>
        <p:txBody>
          <a:bodyPr/>
          <a:lstStyle/>
          <a:p>
            <a:r>
              <a:rPr lang="en-US" dirty="0"/>
              <a:t>Agenda</a:t>
            </a:r>
          </a:p>
        </p:txBody>
      </p:sp>
      <p:sp>
        <p:nvSpPr>
          <p:cNvPr id="3" name="TextBox 2">
            <a:extLst>
              <a:ext uri="{FF2B5EF4-FFF2-40B4-BE49-F238E27FC236}">
                <a16:creationId xmlns:a16="http://schemas.microsoft.com/office/drawing/2014/main" id="{A778C63B-49BC-3BE5-5376-9C8A60D4EEA1}"/>
              </a:ext>
            </a:extLst>
          </p:cNvPr>
          <p:cNvSpPr txBox="1"/>
          <p:nvPr/>
        </p:nvSpPr>
        <p:spPr>
          <a:xfrm>
            <a:off x="855406" y="2064774"/>
            <a:ext cx="10461523" cy="1830566"/>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sz="4000" dirty="0"/>
              <a:t>Elements of expected utility models</a:t>
            </a:r>
          </a:p>
          <a:p>
            <a:pPr marL="285750" indent="-285750">
              <a:lnSpc>
                <a:spcPct val="150000"/>
              </a:lnSpc>
              <a:buFont typeface="Wingdings" panose="05000000000000000000" pitchFamily="2" charset="2"/>
              <a:buChar char="q"/>
            </a:pPr>
            <a:r>
              <a:rPr lang="en-US" sz="4000" dirty="0"/>
              <a:t>The expected utility formula</a:t>
            </a:r>
          </a:p>
        </p:txBody>
      </p:sp>
      <p:pic>
        <p:nvPicPr>
          <p:cNvPr id="5" name="Graphic 4" descr="Checkmark with solid fill">
            <a:extLst>
              <a:ext uri="{FF2B5EF4-FFF2-40B4-BE49-F238E27FC236}">
                <a16:creationId xmlns:a16="http://schemas.microsoft.com/office/drawing/2014/main" id="{8E1C127F-BAF4-736B-97DB-B3DA378EE6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2000" y="1949823"/>
            <a:ext cx="914400" cy="914400"/>
          </a:xfrm>
          <a:prstGeom prst="rect">
            <a:avLst/>
          </a:prstGeom>
        </p:spPr>
      </p:pic>
      <p:pic>
        <p:nvPicPr>
          <p:cNvPr id="4" name="Graphic 3" descr="Checkmark with solid fill">
            <a:extLst>
              <a:ext uri="{FF2B5EF4-FFF2-40B4-BE49-F238E27FC236}">
                <a16:creationId xmlns:a16="http://schemas.microsoft.com/office/drawing/2014/main" id="{FE95F01D-561B-DCC9-1A48-BA79EB1C58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2000" y="2776796"/>
            <a:ext cx="914400" cy="914400"/>
          </a:xfrm>
          <a:prstGeom prst="rect">
            <a:avLst/>
          </a:prstGeom>
        </p:spPr>
      </p:pic>
      <p:pic>
        <p:nvPicPr>
          <p:cNvPr id="6" name="Camera 5">
            <a:extLst>
              <a:ext uri="{FF2B5EF4-FFF2-40B4-BE49-F238E27FC236}">
                <a16:creationId xmlns:a16="http://schemas.microsoft.com/office/drawing/2014/main" id="{7AD751E4-DDE7-4065-BA64-46F3E228CB75}"/>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8901498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D5CBAF11-69B7-47EA-BC01-41F77058C2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4e17f4-cf11-4ce2-b3ef-5de76bf4ce41}" enabled="0" method="" siteId="{374e17f4-cf11-4ce2-b3ef-5de76bf4ce41}" removed="1"/>
</clbl:labelList>
</file>

<file path=docProps/app.xml><?xml version="1.0" encoding="utf-8"?>
<Properties xmlns="http://schemas.openxmlformats.org/officeDocument/2006/extended-properties" xmlns:vt="http://schemas.openxmlformats.org/officeDocument/2006/docPropsVTypes">
  <Template>Slate</Template>
  <TotalTime>1842</TotalTime>
  <Words>17607</Words>
  <Application>Microsoft Office PowerPoint</Application>
  <PresentationFormat>Widescreen</PresentationFormat>
  <Paragraphs>2140</Paragraphs>
  <Slides>109</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109</vt:i4>
      </vt:variant>
    </vt:vector>
  </HeadingPairs>
  <TitlesOfParts>
    <vt:vector size="117" baseType="lpstr">
      <vt:lpstr>Aptos</vt:lpstr>
      <vt:lpstr>Arial</vt:lpstr>
      <vt:lpstr>Calisto MT</vt:lpstr>
      <vt:lpstr>Cambria Math</vt:lpstr>
      <vt:lpstr>Courier New</vt:lpstr>
      <vt:lpstr>Wingdings</vt:lpstr>
      <vt:lpstr>Wingdings 2</vt:lpstr>
      <vt:lpstr>Slate</vt:lpstr>
      <vt:lpstr>Expected Utility Models</vt:lpstr>
      <vt:lpstr>Your List This Week</vt:lpstr>
      <vt:lpstr>Essential Features of PPT Models</vt:lpstr>
      <vt:lpstr>Essential Features of PPT Models</vt:lpstr>
      <vt:lpstr>Essential Features of PPT Models</vt:lpstr>
      <vt:lpstr>Essential Features of PPT Models</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Stuart</dc:creator>
  <cp:lastModifiedBy>Jordan, Stuart</cp:lastModifiedBy>
  <cp:revision>2</cp:revision>
  <dcterms:created xsi:type="dcterms:W3CDTF">2025-03-11T10:30:33Z</dcterms:created>
  <dcterms:modified xsi:type="dcterms:W3CDTF">2026-03-16T18:17:51Z</dcterms:modified>
</cp:coreProperties>
</file>